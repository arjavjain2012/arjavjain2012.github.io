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diagrams/data4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</p:sldIdLst>
  <p:sldSz cx="43916600" cy="32893000"/>
  <p:notesSz cx="6858000" cy="9144000"/>
  <p:embeddedFontLst>
    <p:embeddedFont>
      <p:font typeface="Cambria Math" panose="02040503050406030204" pitchFamily="18" charset="0"/>
      <p:regular r:id="rId6"/>
    </p:embeddedFont>
    <p:embeddedFont>
      <p:font typeface="Times New Roman Bold" panose="02020803070505020304" pitchFamily="18" charset="0"/>
      <p:bold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50A0EEF-29BD-766A-2DD6-3B719CB883E6}" name="ARJAV JAIN" initials="A1" userId="S::arjav_j@me.iitr.ac.in::0c0bf2fd-5996-4b26-8ea0-493cd03236e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B255"/>
    <a:srgbClr val="BE8351"/>
    <a:srgbClr val="C0504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E94BF8-D544-4E0C-9F29-718569198BAC}" v="255" dt="2026-06-17T04:59:16.7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7215" autoAdjust="0"/>
    <p:restoredTop sz="94660"/>
  </p:normalViewPr>
  <p:slideViewPr>
    <p:cSldViewPr snapToGrid="0">
      <p:cViewPr varScale="1">
        <p:scale>
          <a:sx n="26" d="100"/>
          <a:sy n="26" d="100"/>
        </p:scale>
        <p:origin x="2118" y="1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font" Target="fonts/font2.fntdata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font" Target="fonts/font1.fntdata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JAV JAIN" userId="0c0bf2fd-5996-4b26-8ea0-493cd03236ea" providerId="ADAL" clId="{030CDAA5-77CB-40F4-AC4B-F58BD616D113}"/>
    <pc:docChg chg="undo redo custSel modSld">
      <pc:chgData name="ARJAV JAIN" userId="0c0bf2fd-5996-4b26-8ea0-493cd03236ea" providerId="ADAL" clId="{030CDAA5-77CB-40F4-AC4B-F58BD616D113}" dt="2026-06-17T05:00:04.689" v="3365" actId="1035"/>
      <pc:docMkLst>
        <pc:docMk/>
      </pc:docMkLst>
      <pc:sldChg chg="addSp delSp modSp mod modCm">
        <pc:chgData name="ARJAV JAIN" userId="0c0bf2fd-5996-4b26-8ea0-493cd03236ea" providerId="ADAL" clId="{030CDAA5-77CB-40F4-AC4B-F58BD616D113}" dt="2026-06-17T05:00:04.689" v="3365" actId="1035"/>
        <pc:sldMkLst>
          <pc:docMk/>
          <pc:sldMk cId="0" sldId="256"/>
        </pc:sldMkLst>
        <pc:spChg chg="add mod">
          <ac:chgData name="ARJAV JAIN" userId="0c0bf2fd-5996-4b26-8ea0-493cd03236ea" providerId="ADAL" clId="{030CDAA5-77CB-40F4-AC4B-F58BD616D113}" dt="2026-06-17T04:54:10.946" v="3354" actId="13822"/>
          <ac:spMkLst>
            <pc:docMk/>
            <pc:sldMk cId="0" sldId="256"/>
            <ac:spMk id="6" creationId="{AECAA608-D511-1627-BF9F-AD8212531A3E}"/>
          </ac:spMkLst>
        </pc:spChg>
        <pc:spChg chg="add mod">
          <ac:chgData name="ARJAV JAIN" userId="0c0bf2fd-5996-4b26-8ea0-493cd03236ea" providerId="ADAL" clId="{030CDAA5-77CB-40F4-AC4B-F58BD616D113}" dt="2026-06-17T04:54:30.929" v="3355" actId="14100"/>
          <ac:spMkLst>
            <pc:docMk/>
            <pc:sldMk cId="0" sldId="256"/>
            <ac:spMk id="11" creationId="{476B900E-5A9F-F55E-A9A9-0530B1B70510}"/>
          </ac:spMkLst>
        </pc:spChg>
        <pc:spChg chg="mod">
          <ac:chgData name="ARJAV JAIN" userId="0c0bf2fd-5996-4b26-8ea0-493cd03236ea" providerId="ADAL" clId="{030CDAA5-77CB-40F4-AC4B-F58BD616D113}" dt="2026-06-17T04:01:23.258" v="2720" actId="1035"/>
          <ac:spMkLst>
            <pc:docMk/>
            <pc:sldMk cId="0" sldId="256"/>
            <ac:spMk id="12" creationId="{9DC43966-11B4-4C44-80E8-BD12690FAB31}"/>
          </ac:spMkLst>
        </pc:spChg>
        <pc:spChg chg="add del mod topLvl">
          <ac:chgData name="ARJAV JAIN" userId="0c0bf2fd-5996-4b26-8ea0-493cd03236ea" providerId="ADAL" clId="{030CDAA5-77CB-40F4-AC4B-F58BD616D113}" dt="2026-06-17T04:38:18.945" v="3025" actId="478"/>
          <ac:spMkLst>
            <pc:docMk/>
            <pc:sldMk cId="0" sldId="256"/>
            <ac:spMk id="18" creationId="{EDC264FF-400E-6678-934B-4DB2BF3709D6}"/>
          </ac:spMkLst>
        </pc:spChg>
        <pc:spChg chg="mod">
          <ac:chgData name="ARJAV JAIN" userId="0c0bf2fd-5996-4b26-8ea0-493cd03236ea" providerId="ADAL" clId="{030CDAA5-77CB-40F4-AC4B-F58BD616D113}" dt="2026-06-17T04:01:23.258" v="2720" actId="1035"/>
          <ac:spMkLst>
            <pc:docMk/>
            <pc:sldMk cId="0" sldId="256"/>
            <ac:spMk id="20" creationId="{1A71D7FD-9742-1590-E5BB-FF46A5945089}"/>
          </ac:spMkLst>
        </pc:spChg>
        <pc:spChg chg="mod">
          <ac:chgData name="ARJAV JAIN" userId="0c0bf2fd-5996-4b26-8ea0-493cd03236ea" providerId="ADAL" clId="{030CDAA5-77CB-40F4-AC4B-F58BD616D113}" dt="2026-06-17T05:00:04.689" v="3365" actId="1035"/>
          <ac:spMkLst>
            <pc:docMk/>
            <pc:sldMk cId="0" sldId="256"/>
            <ac:spMk id="27" creationId="{00000000-0000-0000-0000-000000000000}"/>
          </ac:spMkLst>
        </pc:spChg>
        <pc:spChg chg="mod">
          <ac:chgData name="ARJAV JAIN" userId="0c0bf2fd-5996-4b26-8ea0-493cd03236ea" providerId="ADAL" clId="{030CDAA5-77CB-40F4-AC4B-F58BD616D113}" dt="2026-06-17T04:33:42.466" v="2903" actId="1076"/>
          <ac:spMkLst>
            <pc:docMk/>
            <pc:sldMk cId="0" sldId="256"/>
            <ac:spMk id="36" creationId="{AF7D1EB0-4D55-B3C1-3538-D09626AA7643}"/>
          </ac:spMkLst>
        </pc:spChg>
        <pc:spChg chg="add mod">
          <ac:chgData name="ARJAV JAIN" userId="0c0bf2fd-5996-4b26-8ea0-493cd03236ea" providerId="ADAL" clId="{030CDAA5-77CB-40F4-AC4B-F58BD616D113}" dt="2026-06-17T04:39:27.530" v="3050" actId="404"/>
          <ac:spMkLst>
            <pc:docMk/>
            <pc:sldMk cId="0" sldId="256"/>
            <ac:spMk id="43" creationId="{CA9E8487-4DA7-1CAA-8BFF-FF6E62B4258B}"/>
          </ac:spMkLst>
        </pc:spChg>
        <pc:spChg chg="add mod">
          <ac:chgData name="ARJAV JAIN" userId="0c0bf2fd-5996-4b26-8ea0-493cd03236ea" providerId="ADAL" clId="{030CDAA5-77CB-40F4-AC4B-F58BD616D113}" dt="2026-06-17T04:39:30.917" v="3054" actId="403"/>
          <ac:spMkLst>
            <pc:docMk/>
            <pc:sldMk cId="0" sldId="256"/>
            <ac:spMk id="44" creationId="{73E6435A-AE76-A45A-5908-C8C626FCCDD8}"/>
          </ac:spMkLst>
        </pc:spChg>
        <pc:spChg chg="mod">
          <ac:chgData name="ARJAV JAIN" userId="0c0bf2fd-5996-4b26-8ea0-493cd03236ea" providerId="ADAL" clId="{030CDAA5-77CB-40F4-AC4B-F58BD616D113}" dt="2026-06-17T04:01:23.258" v="2720" actId="1035"/>
          <ac:spMkLst>
            <pc:docMk/>
            <pc:sldMk cId="0" sldId="256"/>
            <ac:spMk id="47" creationId="{3ECA02D7-603C-78A8-D64E-B8F9CF990889}"/>
          </ac:spMkLst>
        </pc:spChg>
        <pc:spChg chg="mod">
          <ac:chgData name="ARJAV JAIN" userId="0c0bf2fd-5996-4b26-8ea0-493cd03236ea" providerId="ADAL" clId="{030CDAA5-77CB-40F4-AC4B-F58BD616D113}" dt="2026-06-17T04:01:23.891" v="2723" actId="1035"/>
          <ac:spMkLst>
            <pc:docMk/>
            <pc:sldMk cId="0" sldId="256"/>
            <ac:spMk id="49" creationId="{C747F08E-86AA-6414-5138-FFFF2DE991AF}"/>
          </ac:spMkLst>
        </pc:spChg>
        <pc:spChg chg="mod ord">
          <ac:chgData name="ARJAV JAIN" userId="0c0bf2fd-5996-4b26-8ea0-493cd03236ea" providerId="ADAL" clId="{030CDAA5-77CB-40F4-AC4B-F58BD616D113}" dt="2026-06-17T04:54:05.428" v="3353" actId="207"/>
          <ac:spMkLst>
            <pc:docMk/>
            <pc:sldMk cId="0" sldId="256"/>
            <ac:spMk id="50" creationId="{7817038F-77A4-89CF-BCE9-BA69FDFA1E5F}"/>
          </ac:spMkLst>
        </pc:spChg>
        <pc:spChg chg="mod">
          <ac:chgData name="ARJAV JAIN" userId="0c0bf2fd-5996-4b26-8ea0-493cd03236ea" providerId="ADAL" clId="{030CDAA5-77CB-40F4-AC4B-F58BD616D113}" dt="2026-06-17T04:44:37.494" v="3194" actId="20577"/>
          <ac:spMkLst>
            <pc:docMk/>
            <pc:sldMk cId="0" sldId="256"/>
            <ac:spMk id="51" creationId="{6379955A-BF98-0343-F1C8-6C2D33C5AAA4}"/>
          </ac:spMkLst>
        </pc:spChg>
        <pc:spChg chg="mod">
          <ac:chgData name="ARJAV JAIN" userId="0c0bf2fd-5996-4b26-8ea0-493cd03236ea" providerId="ADAL" clId="{030CDAA5-77CB-40F4-AC4B-F58BD616D113}" dt="2026-06-16T04:27:23.095" v="2065" actId="20577"/>
          <ac:spMkLst>
            <pc:docMk/>
            <pc:sldMk cId="0" sldId="256"/>
            <ac:spMk id="52" creationId="{E1719BF6-3A46-ECC8-315C-94243E0ED892}"/>
          </ac:spMkLst>
        </pc:spChg>
        <pc:spChg chg="mod">
          <ac:chgData name="ARJAV JAIN" userId="0c0bf2fd-5996-4b26-8ea0-493cd03236ea" providerId="ADAL" clId="{030CDAA5-77CB-40F4-AC4B-F58BD616D113}" dt="2026-06-17T04:01:23.258" v="2720" actId="1035"/>
          <ac:spMkLst>
            <pc:docMk/>
            <pc:sldMk cId="0" sldId="256"/>
            <ac:spMk id="57" creationId="{0B5F334E-B3E6-FE9A-F09D-75952EEF5D73}"/>
          </ac:spMkLst>
        </pc:spChg>
        <pc:spChg chg="mod">
          <ac:chgData name="ARJAV JAIN" userId="0c0bf2fd-5996-4b26-8ea0-493cd03236ea" providerId="ADAL" clId="{030CDAA5-77CB-40F4-AC4B-F58BD616D113}" dt="2026-06-17T04:01:23.891" v="2723" actId="1035"/>
          <ac:spMkLst>
            <pc:docMk/>
            <pc:sldMk cId="0" sldId="256"/>
            <ac:spMk id="59" creationId="{E7520069-4C88-7BAC-AC5B-BAECFB6194E6}"/>
          </ac:spMkLst>
        </pc:spChg>
        <pc:spChg chg="mod">
          <ac:chgData name="ARJAV JAIN" userId="0c0bf2fd-5996-4b26-8ea0-493cd03236ea" providerId="ADAL" clId="{030CDAA5-77CB-40F4-AC4B-F58BD616D113}" dt="2026-06-17T04:01:23.258" v="2720" actId="1035"/>
          <ac:spMkLst>
            <pc:docMk/>
            <pc:sldMk cId="0" sldId="256"/>
            <ac:spMk id="60" creationId="{78655A36-4642-83B9-9E96-AA54CE4A5853}"/>
          </ac:spMkLst>
        </pc:spChg>
        <pc:spChg chg="mod">
          <ac:chgData name="ARJAV JAIN" userId="0c0bf2fd-5996-4b26-8ea0-493cd03236ea" providerId="ADAL" clId="{030CDAA5-77CB-40F4-AC4B-F58BD616D113}" dt="2026-06-17T04:01:23.258" v="2720" actId="1035"/>
          <ac:spMkLst>
            <pc:docMk/>
            <pc:sldMk cId="0" sldId="256"/>
            <ac:spMk id="61" creationId="{55570C90-E530-FF60-BE9D-DB7AADB737F8}"/>
          </ac:spMkLst>
        </pc:spChg>
        <pc:spChg chg="mod">
          <ac:chgData name="ARJAV JAIN" userId="0c0bf2fd-5996-4b26-8ea0-493cd03236ea" providerId="ADAL" clId="{030CDAA5-77CB-40F4-AC4B-F58BD616D113}" dt="2026-06-17T04:52:04.512" v="3337" actId="1036"/>
          <ac:spMkLst>
            <pc:docMk/>
            <pc:sldMk cId="0" sldId="256"/>
            <ac:spMk id="62" creationId="{E530F315-7B11-12F0-9D17-56579E7ED82D}"/>
          </ac:spMkLst>
        </pc:spChg>
        <pc:spChg chg="mod">
          <ac:chgData name="ARJAV JAIN" userId="0c0bf2fd-5996-4b26-8ea0-493cd03236ea" providerId="ADAL" clId="{030CDAA5-77CB-40F4-AC4B-F58BD616D113}" dt="2026-06-17T04:51:59.372" v="3319" actId="14100"/>
          <ac:spMkLst>
            <pc:docMk/>
            <pc:sldMk cId="0" sldId="256"/>
            <ac:spMk id="63" creationId="{E83C102C-4672-F0ED-DBC8-E0D644E207C6}"/>
          </ac:spMkLst>
        </pc:spChg>
        <pc:spChg chg="mod">
          <ac:chgData name="ARJAV JAIN" userId="0c0bf2fd-5996-4b26-8ea0-493cd03236ea" providerId="ADAL" clId="{030CDAA5-77CB-40F4-AC4B-F58BD616D113}" dt="2026-06-17T04:52:14.148" v="3342" actId="1035"/>
          <ac:spMkLst>
            <pc:docMk/>
            <pc:sldMk cId="0" sldId="256"/>
            <ac:spMk id="64" creationId="{3D40B780-96AC-9624-7E90-E7E60BB7DBF0}"/>
          </ac:spMkLst>
        </pc:spChg>
        <pc:spChg chg="mod">
          <ac:chgData name="ARJAV JAIN" userId="0c0bf2fd-5996-4b26-8ea0-493cd03236ea" providerId="ADAL" clId="{030CDAA5-77CB-40F4-AC4B-F58BD616D113}" dt="2026-06-17T04:52:14.148" v="3342" actId="1035"/>
          <ac:spMkLst>
            <pc:docMk/>
            <pc:sldMk cId="0" sldId="256"/>
            <ac:spMk id="65" creationId="{511D1BDE-2DEA-14E8-360A-C8E0059B468E}"/>
          </ac:spMkLst>
        </pc:spChg>
        <pc:spChg chg="add mod">
          <ac:chgData name="ARJAV JAIN" userId="0c0bf2fd-5996-4b26-8ea0-493cd03236ea" providerId="ADAL" clId="{030CDAA5-77CB-40F4-AC4B-F58BD616D113}" dt="2026-06-17T04:39:16.656" v="3040" actId="255"/>
          <ac:spMkLst>
            <pc:docMk/>
            <pc:sldMk cId="0" sldId="256"/>
            <ac:spMk id="66" creationId="{8E832EE3-2426-859D-5C7F-AA1E3D8AB910}"/>
          </ac:spMkLst>
        </pc:spChg>
        <pc:spChg chg="add mod">
          <ac:chgData name="ARJAV JAIN" userId="0c0bf2fd-5996-4b26-8ea0-493cd03236ea" providerId="ADAL" clId="{030CDAA5-77CB-40F4-AC4B-F58BD616D113}" dt="2026-06-17T04:39:21.962" v="3044" actId="403"/>
          <ac:spMkLst>
            <pc:docMk/>
            <pc:sldMk cId="0" sldId="256"/>
            <ac:spMk id="67" creationId="{9977A9DF-D278-CE59-5B88-55F8DEBADCF5}"/>
          </ac:spMkLst>
        </pc:spChg>
        <pc:spChg chg="add mod ord">
          <ac:chgData name="ARJAV JAIN" userId="0c0bf2fd-5996-4b26-8ea0-493cd03236ea" providerId="ADAL" clId="{030CDAA5-77CB-40F4-AC4B-F58BD616D113}" dt="2026-06-17T04:37:34.632" v="2940" actId="14100"/>
          <ac:spMkLst>
            <pc:docMk/>
            <pc:sldMk cId="0" sldId="256"/>
            <ac:spMk id="68" creationId="{E5A30467-ED19-7B1D-9EFB-41499F8D7636}"/>
          </ac:spMkLst>
        </pc:spChg>
        <pc:spChg chg="add mod">
          <ac:chgData name="ARJAV JAIN" userId="0c0bf2fd-5996-4b26-8ea0-493cd03236ea" providerId="ADAL" clId="{030CDAA5-77CB-40F4-AC4B-F58BD616D113}" dt="2026-06-17T04:41:23.485" v="3156" actId="14100"/>
          <ac:spMkLst>
            <pc:docMk/>
            <pc:sldMk cId="0" sldId="256"/>
            <ac:spMk id="70" creationId="{B7934495-11E4-29B6-6B9E-72969407E707}"/>
          </ac:spMkLst>
        </pc:spChg>
        <pc:spChg chg="add mod">
          <ac:chgData name="ARJAV JAIN" userId="0c0bf2fd-5996-4b26-8ea0-493cd03236ea" providerId="ADAL" clId="{030CDAA5-77CB-40F4-AC4B-F58BD616D113}" dt="2026-06-17T04:46:18.602" v="3216" actId="20577"/>
          <ac:spMkLst>
            <pc:docMk/>
            <pc:sldMk cId="0" sldId="256"/>
            <ac:spMk id="73" creationId="{EFE26D86-6B04-71F7-736E-9BA0E4E96247}"/>
          </ac:spMkLst>
        </pc:spChg>
        <pc:spChg chg="add mod">
          <ac:chgData name="ARJAV JAIN" userId="0c0bf2fd-5996-4b26-8ea0-493cd03236ea" providerId="ADAL" clId="{030CDAA5-77CB-40F4-AC4B-F58BD616D113}" dt="2026-06-17T04:41:55.583" v="3180" actId="123"/>
          <ac:spMkLst>
            <pc:docMk/>
            <pc:sldMk cId="0" sldId="256"/>
            <ac:spMk id="82" creationId="{4E710FD5-38CB-D71F-9C90-3C7A7CA2FD71}"/>
          </ac:spMkLst>
        </pc:spChg>
        <pc:spChg chg="add mod ord">
          <ac:chgData name="ARJAV JAIN" userId="0c0bf2fd-5996-4b26-8ea0-493cd03236ea" providerId="ADAL" clId="{030CDAA5-77CB-40F4-AC4B-F58BD616D113}" dt="2026-06-17T04:33:29.500" v="2901" actId="14100"/>
          <ac:spMkLst>
            <pc:docMk/>
            <pc:sldMk cId="0" sldId="256"/>
            <ac:spMk id="83" creationId="{8D00ABE9-3682-8EFF-4DAC-3AAE0FD3863A}"/>
          </ac:spMkLst>
        </pc:spChg>
        <pc:spChg chg="add mod">
          <ac:chgData name="ARJAV JAIN" userId="0c0bf2fd-5996-4b26-8ea0-493cd03236ea" providerId="ADAL" clId="{030CDAA5-77CB-40F4-AC4B-F58BD616D113}" dt="2026-06-17T04:34:49.469" v="2915" actId="1076"/>
          <ac:spMkLst>
            <pc:docMk/>
            <pc:sldMk cId="0" sldId="256"/>
            <ac:spMk id="88" creationId="{7E064F2F-2E33-100D-5D8D-35D0A2EDB5D0}"/>
          </ac:spMkLst>
        </pc:spChg>
        <pc:spChg chg="add mod">
          <ac:chgData name="ARJAV JAIN" userId="0c0bf2fd-5996-4b26-8ea0-493cd03236ea" providerId="ADAL" clId="{030CDAA5-77CB-40F4-AC4B-F58BD616D113}" dt="2026-06-17T04:50:40.974" v="3315" actId="14100"/>
          <ac:spMkLst>
            <pc:docMk/>
            <pc:sldMk cId="0" sldId="256"/>
            <ac:spMk id="91" creationId="{55B0FFBA-1A3F-44FD-4C38-F2E30074755C}"/>
          </ac:spMkLst>
        </pc:spChg>
        <pc:spChg chg="add mod">
          <ac:chgData name="ARJAV JAIN" userId="0c0bf2fd-5996-4b26-8ea0-493cd03236ea" providerId="ADAL" clId="{030CDAA5-77CB-40F4-AC4B-F58BD616D113}" dt="2026-06-17T03:51:03.250" v="2626" actId="1076"/>
          <ac:spMkLst>
            <pc:docMk/>
            <pc:sldMk cId="0" sldId="256"/>
            <ac:spMk id="92" creationId="{C86A0BD0-264E-4DD3-6105-A8441F380B33}"/>
          </ac:spMkLst>
        </pc:spChg>
        <pc:grpChg chg="mod">
          <ac:chgData name="ARJAV JAIN" userId="0c0bf2fd-5996-4b26-8ea0-493cd03236ea" providerId="ADAL" clId="{030CDAA5-77CB-40F4-AC4B-F58BD616D113}" dt="2026-06-17T04:41:27.675" v="3178" actId="1037"/>
          <ac:grpSpMkLst>
            <pc:docMk/>
            <pc:sldMk cId="0" sldId="256"/>
            <ac:grpSpMk id="16" creationId="{F9096E6E-7F85-E482-040A-92252D9EFE97}"/>
          </ac:grpSpMkLst>
        </pc:grpChg>
        <pc:grpChg chg="add del mod">
          <ac:chgData name="ARJAV JAIN" userId="0c0bf2fd-5996-4b26-8ea0-493cd03236ea" providerId="ADAL" clId="{030CDAA5-77CB-40F4-AC4B-F58BD616D113}" dt="2026-06-17T04:38:06.372" v="3021" actId="1076"/>
          <ac:grpSpMkLst>
            <pc:docMk/>
            <pc:sldMk cId="0" sldId="256"/>
            <ac:grpSpMk id="22" creationId="{87225562-ED71-FD12-1C3F-779274EE79D1}"/>
          </ac:grpSpMkLst>
        </pc:grpChg>
        <pc:grpChg chg="mod">
          <ac:chgData name="ARJAV JAIN" userId="0c0bf2fd-5996-4b26-8ea0-493cd03236ea" providerId="ADAL" clId="{030CDAA5-77CB-40F4-AC4B-F58BD616D113}" dt="2026-06-17T04:38:04.770" v="3016" actId="1076"/>
          <ac:grpSpMkLst>
            <pc:docMk/>
            <pc:sldMk cId="0" sldId="256"/>
            <ac:grpSpMk id="28" creationId="{14489EBF-A385-5CF7-02EE-AC7AEDCB0837}"/>
          </ac:grpSpMkLst>
        </pc:grpChg>
        <pc:grpChg chg="add mod">
          <ac:chgData name="ARJAV JAIN" userId="0c0bf2fd-5996-4b26-8ea0-493cd03236ea" providerId="ADAL" clId="{030CDAA5-77CB-40F4-AC4B-F58BD616D113}" dt="2026-06-17T04:01:23.891" v="2723" actId="1035"/>
          <ac:grpSpMkLst>
            <pc:docMk/>
            <pc:sldMk cId="0" sldId="256"/>
            <ac:grpSpMk id="54" creationId="{68EB67E8-574F-2E52-6EB4-57E2F7C06B4A}"/>
          </ac:grpSpMkLst>
        </pc:grpChg>
        <pc:grpChg chg="mod topLvl">
          <ac:chgData name="ARJAV JAIN" userId="0c0bf2fd-5996-4b26-8ea0-493cd03236ea" providerId="ADAL" clId="{030CDAA5-77CB-40F4-AC4B-F58BD616D113}" dt="2026-06-17T04:35:58.530" v="2925" actId="165"/>
          <ac:grpSpMkLst>
            <pc:docMk/>
            <pc:sldMk cId="0" sldId="256"/>
            <ac:grpSpMk id="55" creationId="{CB4EFB45-72B3-19E0-5686-920A1AD96D0E}"/>
          </ac:grpSpMkLst>
        </pc:grpChg>
        <pc:graphicFrameChg chg="add mod">
          <ac:chgData name="ARJAV JAIN" userId="0c0bf2fd-5996-4b26-8ea0-493cd03236ea" providerId="ADAL" clId="{030CDAA5-77CB-40F4-AC4B-F58BD616D113}" dt="2026-06-17T03:46:18.616" v="2541" actId="12084"/>
          <ac:graphicFrameMkLst>
            <pc:docMk/>
            <pc:sldMk cId="0" sldId="256"/>
            <ac:graphicFrameMk id="15" creationId="{C192154C-0F20-EBDD-28C8-CE8F7621099E}"/>
          </ac:graphicFrameMkLst>
        </pc:graphicFrameChg>
        <pc:graphicFrameChg chg="add mod modGraphic">
          <ac:chgData name="ARJAV JAIN" userId="0c0bf2fd-5996-4b26-8ea0-493cd03236ea" providerId="ADAL" clId="{030CDAA5-77CB-40F4-AC4B-F58BD616D113}" dt="2026-06-17T04:01:23.891" v="2723" actId="1035"/>
          <ac:graphicFrameMkLst>
            <pc:docMk/>
            <pc:sldMk cId="0" sldId="256"/>
            <ac:graphicFrameMk id="58" creationId="{4A1E13FD-E194-53D5-6033-1E433BC3702B}"/>
          </ac:graphicFrameMkLst>
        </pc:graphicFrameChg>
        <pc:graphicFrameChg chg="mod">
          <ac:chgData name="ARJAV JAIN" userId="0c0bf2fd-5996-4b26-8ea0-493cd03236ea" providerId="ADAL" clId="{030CDAA5-77CB-40F4-AC4B-F58BD616D113}" dt="2026-06-17T04:59:16.756" v="3356" actId="207"/>
          <ac:graphicFrameMkLst>
            <pc:docMk/>
            <pc:sldMk cId="0" sldId="256"/>
            <ac:graphicFrameMk id="69" creationId="{70EF8513-7BD9-2D36-CD79-EA223626A5B8}"/>
          </ac:graphicFrameMkLst>
        </pc:graphicFrameChg>
        <pc:graphicFrameChg chg="add mod modGraphic">
          <ac:chgData name="ARJAV JAIN" userId="0c0bf2fd-5996-4b26-8ea0-493cd03236ea" providerId="ADAL" clId="{030CDAA5-77CB-40F4-AC4B-F58BD616D113}" dt="2026-06-17T04:32:51.697" v="2896" actId="1076"/>
          <ac:graphicFrameMkLst>
            <pc:docMk/>
            <pc:sldMk cId="0" sldId="256"/>
            <ac:graphicFrameMk id="85" creationId="{7775C492-C6FB-21FD-8E8E-E161664D0A51}"/>
          </ac:graphicFrameMkLst>
        </pc:graphicFrameChg>
        <pc:graphicFrameChg chg="add mod modGraphic">
          <ac:chgData name="ARJAV JAIN" userId="0c0bf2fd-5996-4b26-8ea0-493cd03236ea" providerId="ADAL" clId="{030CDAA5-77CB-40F4-AC4B-F58BD616D113}" dt="2026-06-17T04:43:01.899" v="3183" actId="2710"/>
          <ac:graphicFrameMkLst>
            <pc:docMk/>
            <pc:sldMk cId="0" sldId="256"/>
            <ac:graphicFrameMk id="90" creationId="{6CB29CCE-2741-BBE4-B22C-249B965FAA2F}"/>
          </ac:graphicFrameMkLst>
        </pc:graphicFrameChg>
        <pc:picChg chg="add mod">
          <ac:chgData name="ARJAV JAIN" userId="0c0bf2fd-5996-4b26-8ea0-493cd03236ea" providerId="ADAL" clId="{030CDAA5-77CB-40F4-AC4B-F58BD616D113}" dt="2026-06-17T03:39:37.197" v="2396" actId="1035"/>
          <ac:picMkLst>
            <pc:docMk/>
            <pc:sldMk cId="0" sldId="256"/>
            <ac:picMk id="2" creationId="{4F6FDAA4-FBC7-4334-D1EE-8F33C001F84F}"/>
          </ac:picMkLst>
        </pc:picChg>
        <pc:picChg chg="mod">
          <ac:chgData name="ARJAV JAIN" userId="0c0bf2fd-5996-4b26-8ea0-493cd03236ea" providerId="ADAL" clId="{030CDAA5-77CB-40F4-AC4B-F58BD616D113}" dt="2026-06-17T03:47:08.214" v="2552" actId="1076"/>
          <ac:picMkLst>
            <pc:docMk/>
            <pc:sldMk cId="0" sldId="256"/>
            <ac:picMk id="9" creationId="{EC645A05-3D67-5DC9-DE8D-5796C94FBB11}"/>
          </ac:picMkLst>
        </pc:picChg>
        <pc:picChg chg="add del mod">
          <ac:chgData name="ARJAV JAIN" userId="0c0bf2fd-5996-4b26-8ea0-493cd03236ea" providerId="ADAL" clId="{030CDAA5-77CB-40F4-AC4B-F58BD616D113}" dt="2026-06-17T03:44:56.584" v="2532" actId="478"/>
          <ac:picMkLst>
            <pc:docMk/>
            <pc:sldMk cId="0" sldId="256"/>
            <ac:picMk id="13" creationId="{D0BCD4FC-4D58-E22F-ADC8-3702ECAFF624}"/>
          </ac:picMkLst>
        </pc:picChg>
        <pc:picChg chg="add del mod">
          <ac:chgData name="ARJAV JAIN" userId="0c0bf2fd-5996-4b26-8ea0-493cd03236ea" providerId="ADAL" clId="{030CDAA5-77CB-40F4-AC4B-F58BD616D113}" dt="2026-06-17T03:46:51.499" v="2549" actId="1076"/>
          <ac:picMkLst>
            <pc:docMk/>
            <pc:sldMk cId="0" sldId="256"/>
            <ac:picMk id="14" creationId="{7F1DECC2-223B-AD5E-2EA4-B59827B3F11F}"/>
          </ac:picMkLst>
        </pc:picChg>
        <pc:picChg chg="add mod">
          <ac:chgData name="ARJAV JAIN" userId="0c0bf2fd-5996-4b26-8ea0-493cd03236ea" providerId="ADAL" clId="{030CDAA5-77CB-40F4-AC4B-F58BD616D113}" dt="2026-06-12T05:45:57.213" v="457" actId="164"/>
          <ac:picMkLst>
            <pc:docMk/>
            <pc:sldMk cId="0" sldId="256"/>
            <ac:picMk id="17" creationId="{B197FF6A-2A85-3057-0A92-606F1E912B50}"/>
          </ac:picMkLst>
        </pc:picChg>
        <pc:picChg chg="add mod">
          <ac:chgData name="ARJAV JAIN" userId="0c0bf2fd-5996-4b26-8ea0-493cd03236ea" providerId="ADAL" clId="{030CDAA5-77CB-40F4-AC4B-F58BD616D113}" dt="2026-06-12T05:45:57.213" v="457" actId="164"/>
          <ac:picMkLst>
            <pc:docMk/>
            <pc:sldMk cId="0" sldId="256"/>
            <ac:picMk id="19" creationId="{7A2D3F85-46E6-FA74-9435-48B7709DB212}"/>
          </ac:picMkLst>
        </pc:picChg>
        <pc:picChg chg="add mod">
          <ac:chgData name="ARJAV JAIN" userId="0c0bf2fd-5996-4b26-8ea0-493cd03236ea" providerId="ADAL" clId="{030CDAA5-77CB-40F4-AC4B-F58BD616D113}" dt="2026-06-12T05:45:57.213" v="457" actId="164"/>
          <ac:picMkLst>
            <pc:docMk/>
            <pc:sldMk cId="0" sldId="256"/>
            <ac:picMk id="31" creationId="{8719FEE4-5A1A-4C98-11D8-EDB1162A3C86}"/>
          </ac:picMkLst>
        </pc:picChg>
        <pc:picChg chg="add mod">
          <ac:chgData name="ARJAV JAIN" userId="0c0bf2fd-5996-4b26-8ea0-493cd03236ea" providerId="ADAL" clId="{030CDAA5-77CB-40F4-AC4B-F58BD616D113}" dt="2026-06-17T04:38:06.689" v="3022" actId="165"/>
          <ac:picMkLst>
            <pc:docMk/>
            <pc:sldMk cId="0" sldId="256"/>
            <ac:picMk id="37" creationId="{7119918F-5059-B75A-45F2-685E0CD6433C}"/>
          </ac:picMkLst>
        </pc:picChg>
        <pc:picChg chg="add mod">
          <ac:chgData name="ARJAV JAIN" userId="0c0bf2fd-5996-4b26-8ea0-493cd03236ea" providerId="ADAL" clId="{030CDAA5-77CB-40F4-AC4B-F58BD616D113}" dt="2026-06-12T05:45:57.213" v="457" actId="164"/>
          <ac:picMkLst>
            <pc:docMk/>
            <pc:sldMk cId="0" sldId="256"/>
            <ac:picMk id="39" creationId="{6397BEE2-A014-4DB1-9A95-7A63F9791AFA}"/>
          </ac:picMkLst>
        </pc:picChg>
        <pc:picChg chg="add mod">
          <ac:chgData name="ARJAV JAIN" userId="0c0bf2fd-5996-4b26-8ea0-493cd03236ea" providerId="ADAL" clId="{030CDAA5-77CB-40F4-AC4B-F58BD616D113}" dt="2026-06-17T04:38:06.689" v="3022" actId="165"/>
          <ac:picMkLst>
            <pc:docMk/>
            <pc:sldMk cId="0" sldId="256"/>
            <ac:picMk id="40" creationId="{4796B211-AD8F-2D05-3A83-4D4AE7B7B196}"/>
          </ac:picMkLst>
        </pc:picChg>
        <pc:picChg chg="add mod">
          <ac:chgData name="ARJAV JAIN" userId="0c0bf2fd-5996-4b26-8ea0-493cd03236ea" providerId="ADAL" clId="{030CDAA5-77CB-40F4-AC4B-F58BD616D113}" dt="2026-06-17T04:38:06.689" v="3022" actId="165"/>
          <ac:picMkLst>
            <pc:docMk/>
            <pc:sldMk cId="0" sldId="256"/>
            <ac:picMk id="42" creationId="{DDB433F4-71D2-72ED-69B3-89B9FEE8803B}"/>
          </ac:picMkLst>
        </pc:picChg>
        <pc:picChg chg="add mod modCrop">
          <ac:chgData name="ARJAV JAIN" userId="0c0bf2fd-5996-4b26-8ea0-493cd03236ea" providerId="ADAL" clId="{030CDAA5-77CB-40F4-AC4B-F58BD616D113}" dt="2026-06-12T05:45:57.213" v="457" actId="164"/>
          <ac:picMkLst>
            <pc:docMk/>
            <pc:sldMk cId="0" sldId="256"/>
            <ac:picMk id="45" creationId="{3CDCFD06-D27E-718C-9082-F19FE23E1CB6}"/>
          </ac:picMkLst>
        </pc:picChg>
        <pc:picChg chg="add mod topLvl">
          <ac:chgData name="ARJAV JAIN" userId="0c0bf2fd-5996-4b26-8ea0-493cd03236ea" providerId="ADAL" clId="{030CDAA5-77CB-40F4-AC4B-F58BD616D113}" dt="2026-06-17T04:38:06.689" v="3022" actId="165"/>
          <ac:picMkLst>
            <pc:docMk/>
            <pc:sldMk cId="0" sldId="256"/>
            <ac:picMk id="46" creationId="{DAB0AA49-2B54-9DC2-0F35-DBFDD687AFBA}"/>
          </ac:picMkLst>
        </pc:picChg>
        <pc:picChg chg="mod topLvl">
          <ac:chgData name="ARJAV JAIN" userId="0c0bf2fd-5996-4b26-8ea0-493cd03236ea" providerId="ADAL" clId="{030CDAA5-77CB-40F4-AC4B-F58BD616D113}" dt="2026-06-17T04:37:41.060" v="2942" actId="165"/>
          <ac:picMkLst>
            <pc:docMk/>
            <pc:sldMk cId="0" sldId="256"/>
            <ac:picMk id="48" creationId="{6783EA1F-D1F7-559A-D438-1C4516E3AD2B}"/>
          </ac:picMkLst>
        </pc:picChg>
        <pc:picChg chg="add mod modCrop">
          <ac:chgData name="ARJAV JAIN" userId="0c0bf2fd-5996-4b26-8ea0-493cd03236ea" providerId="ADAL" clId="{030CDAA5-77CB-40F4-AC4B-F58BD616D113}" dt="2026-06-12T05:45:57.213" v="457" actId="164"/>
          <ac:picMkLst>
            <pc:docMk/>
            <pc:sldMk cId="0" sldId="256"/>
            <ac:picMk id="53" creationId="{AA452133-6F2B-7525-92A2-3D4DECC120CA}"/>
          </ac:picMkLst>
        </pc:picChg>
        <pc:picChg chg="add mod">
          <ac:chgData name="ARJAV JAIN" userId="0c0bf2fd-5996-4b26-8ea0-493cd03236ea" providerId="ADAL" clId="{030CDAA5-77CB-40F4-AC4B-F58BD616D113}" dt="2026-06-17T04:38:06.689" v="3022" actId="165"/>
          <ac:picMkLst>
            <pc:docMk/>
            <pc:sldMk cId="0" sldId="256"/>
            <ac:picMk id="56" creationId="{FA72F873-3972-5F27-D405-9B27249A13D7}"/>
          </ac:picMkLst>
        </pc:picChg>
        <pc:picChg chg="mod topLvl">
          <ac:chgData name="ARJAV JAIN" userId="0c0bf2fd-5996-4b26-8ea0-493cd03236ea" providerId="ADAL" clId="{030CDAA5-77CB-40F4-AC4B-F58BD616D113}" dt="2026-06-12T05:45:57.213" v="457" actId="164"/>
          <ac:picMkLst>
            <pc:docMk/>
            <pc:sldMk cId="0" sldId="256"/>
            <ac:picMk id="71" creationId="{52AEA179-2919-8BAC-0BC6-D5ADDAF6244A}"/>
          </ac:picMkLst>
        </pc:picChg>
        <pc:picChg chg="mod">
          <ac:chgData name="ARJAV JAIN" userId="0c0bf2fd-5996-4b26-8ea0-493cd03236ea" providerId="ADAL" clId="{030CDAA5-77CB-40F4-AC4B-F58BD616D113}" dt="2026-06-17T04:01:23.258" v="2720" actId="1035"/>
          <ac:picMkLst>
            <pc:docMk/>
            <pc:sldMk cId="0" sldId="256"/>
            <ac:picMk id="81" creationId="{1E8DC0C2-F418-4B83-A885-2EB8E45ADD12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ARJAV JAIN" userId="0c0bf2fd-5996-4b26-8ea0-493cd03236ea" providerId="ADAL" clId="{030CDAA5-77CB-40F4-AC4B-F58BD616D113}" dt="2026-06-17T03:26:24.261" v="2239" actId="20577"/>
              <pc2:cmMkLst xmlns:pc2="http://schemas.microsoft.com/office/powerpoint/2019/9/main/command">
                <pc:docMk/>
                <pc:sldMk cId="0" sldId="256"/>
                <pc2:cmMk id="{289A4A93-E230-4CCD-BBA7-5113C6CA339F}"/>
              </pc2:cmMkLst>
            </pc226:cmChg>
            <pc226:cmChg xmlns:pc226="http://schemas.microsoft.com/office/powerpoint/2022/06/main/command" chg="mod">
              <pc226:chgData name="ARJAV JAIN" userId="0c0bf2fd-5996-4b26-8ea0-493cd03236ea" providerId="ADAL" clId="{030CDAA5-77CB-40F4-AC4B-F58BD616D113}" dt="2026-06-17T03:23:46.753" v="2192" actId="20577"/>
              <pc2:cmMkLst xmlns:pc2="http://schemas.microsoft.com/office/powerpoint/2019/9/main/command">
                <pc:docMk/>
                <pc:sldMk cId="0" sldId="256"/>
                <pc2:cmMk id="{8EFC14E2-11EC-4EE7-808E-87935FDB5C00}"/>
              </pc2:cmMkLst>
            </pc226:cmChg>
          </p:ext>
        </pc:extLst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png"/><Relationship Id="rId3" Type="http://schemas.openxmlformats.org/officeDocument/2006/relationships/image" Target="../media/image230.png"/><Relationship Id="rId7" Type="http://schemas.openxmlformats.org/officeDocument/2006/relationships/image" Target="../media/image270.png"/><Relationship Id="rId2" Type="http://schemas.openxmlformats.org/officeDocument/2006/relationships/image" Target="../media/image22.png"/><Relationship Id="rId1" Type="http://schemas.openxmlformats.org/officeDocument/2006/relationships/image" Target="../media/image210.png"/><Relationship Id="rId6" Type="http://schemas.openxmlformats.org/officeDocument/2006/relationships/image" Target="../media/image260.png"/><Relationship Id="rId5" Type="http://schemas.openxmlformats.org/officeDocument/2006/relationships/image" Target="../media/image250.png"/><Relationship Id="rId4" Type="http://schemas.openxmlformats.org/officeDocument/2006/relationships/image" Target="../media/image240.png"/><Relationship Id="rId9" Type="http://schemas.openxmlformats.org/officeDocument/2006/relationships/image" Target="../media/image2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9C5B4A-C69F-4497-BE73-2AC5705C2739}" type="doc">
      <dgm:prSet loTypeId="urn:microsoft.com/office/officeart/2005/8/layout/process2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9BC04C0-2AFD-428A-9056-0451E6E53292}">
      <dgm:prSet phldrT="[Text]" phldr="0" custT="1">
        <dgm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pPr>
            <a:buNone/>
          </a:pPr>
          <a:r>
            <a:rPr lang="en-US" sz="3600" dirty="0">
              <a:latin typeface="Times New Roman" panose="02020603050405020304" pitchFamily="18" charset="0"/>
              <a:cs typeface="Times New Roman" panose="02020603050405020304" pitchFamily="18" charset="0"/>
            </a:rPr>
            <a:t>Monitor T &amp; P history in end-gas region</a:t>
          </a:r>
          <a:br>
            <a:rPr lang="en-US" sz="36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3600" dirty="0">
              <a:latin typeface="Times New Roman" panose="02020603050405020304" pitchFamily="18" charset="0"/>
              <a:cs typeface="Times New Roman" panose="02020603050405020304" pitchFamily="18" charset="0"/>
            </a:rPr>
            <a:t>Phase 1: flame-dominated compression</a:t>
          </a:r>
        </a:p>
      </dgm:t>
    </dgm:pt>
    <dgm:pt modelId="{9F036474-1474-4F13-BAFD-40C94F0A8151}" type="parTrans" cxnId="{25E750E3-34A0-4A94-85F6-BD4293EFE45C}">
      <dgm:prSet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1CEC6EA-EDA1-419A-98E8-93FB5E5558BD}" type="sibTrans" cxnId="{25E750E3-34A0-4A94-85F6-BD4293EFE45C}">
      <dgm:prSet custT="1"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3CE9313-A2D4-4FB8-B29A-428A26D03B79}">
      <dgm:prSet phldrT="[Text]" custT="1">
        <dgm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pPr>
            <a:buNone/>
          </a:pPr>
          <a:r>
            <a:rPr lang="en-US" sz="3600">
              <a:latin typeface="Times New Roman" panose="02020603050405020304" pitchFamily="18" charset="0"/>
              <a:cs typeface="Times New Roman" panose="02020603050405020304" pitchFamily="18" charset="0"/>
            </a:rPr>
            <a:t>Detect ETD (or LWI = 1) timing</a:t>
          </a:r>
          <a:br>
            <a:rPr lang="en-US" sz="360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3600">
              <a:latin typeface="Times New Roman" panose="02020603050405020304" pitchFamily="18" charset="0"/>
              <a:cs typeface="Times New Roman" panose="02020603050405020304" pitchFamily="18" charset="0"/>
            </a:rPr>
            <a:t>Phase 1 </a:t>
          </a:r>
          <a:r>
            <a:rPr lang="en-US" sz="360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rPr>
            <a:t></a:t>
          </a:r>
          <a:r>
            <a:rPr lang="en-US" sz="3600">
              <a:latin typeface="Times New Roman" panose="02020603050405020304" pitchFamily="18" charset="0"/>
              <a:cs typeface="Times New Roman" panose="02020603050405020304" pitchFamily="18" charset="0"/>
            </a:rPr>
            <a:t> Phase 2 transition</a:t>
          </a:r>
        </a:p>
      </dgm:t>
    </dgm:pt>
    <dgm:pt modelId="{B35D3BC9-7A6B-4C7D-AB71-10FA3AC37A6C}" type="parTrans" cxnId="{70522B50-3045-43D2-A0FE-1C5F63B83FF8}">
      <dgm:prSet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DF51484-B653-41C9-86B9-BC8A3167F68B}" type="sibTrans" cxnId="{70522B50-3045-43D2-A0FE-1C5F63B83FF8}">
      <dgm:prSet custT="1"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3848B907-9B0A-4D7D-A701-0DF3D9F2E2AC}">
          <dgm:prSet phldrT="[Text]" custT="1">
            <dgm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dgm:style>
          </dgm:prSet>
          <dgm:spPr/>
          <dgm:t>
            <a:bodyPr/>
            <a:lstStyle/>
            <a:p>
              <a:pPr>
                <a:buNone/>
              </a:pPr>
              <a:r>
                <a:rPr lang="en-US" sz="3600">
                  <a:latin typeface="Times New Roman" panose="02020603050405020304" pitchFamily="18" charset="0"/>
                  <a:cs typeface="Times New Roman" panose="02020603050405020304" pitchFamily="18" charset="0"/>
                </a:rPr>
                <a:t>Compute </a:t>
              </a:r>
              <a14:m>
                <m:oMath xmlns:m="http://schemas.openxmlformats.org/officeDocument/2006/math">
                  <m:r>
                    <m:rPr>
                      <m:sty m:val="p"/>
                    </m:rPr>
                    <a:rPr lang="en-US" sz="3600" smtClean="0">
                      <a:solidFill>
                        <a:schemeClr val="bg1"/>
                      </a:solidFill>
                      <a:latin typeface="Cambria Math" panose="020405030504060302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m:t>ξ</m:t>
                  </m:r>
                </m:oMath>
              </a14:m>
              <a:r>
                <a:rPr lang="en-US" sz="3600">
                  <a:latin typeface="Times New Roman" panose="02020603050405020304" pitchFamily="18" charset="0"/>
                  <a:cs typeface="Times New Roman" panose="02020603050405020304" pitchFamily="18" charset="0"/>
                </a:rPr>
                <a:t> distribution in end-gas at ETD/LWI</a:t>
              </a:r>
              <a:br>
                <a:rPr lang="en-US" sz="360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sz="3600">
                  <a:latin typeface="Times New Roman" panose="02020603050405020304" pitchFamily="18" charset="0"/>
                  <a:cs typeface="Times New Roman" panose="02020603050405020304" pitchFamily="18" charset="0"/>
                </a:rPr>
                <a:t>PDF analysis: extract mode value</a:t>
              </a:r>
            </a:p>
          </dgm:t>
        </dgm:pt>
      </mc:Choice>
      <mc:Fallback xmlns="">
        <dgm:pt modelId="{3848B907-9B0A-4D7D-A701-0DF3D9F2E2AC}">
          <dgm:prSet phldrT="[Text]" custT="1">
            <dgm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dgm:style>
          </dgm:prSet>
          <dgm:spPr/>
          <dgm:t>
            <a:bodyPr/>
            <a:lstStyle/>
            <a:p>
              <a:pPr>
                <a:buNone/>
              </a:pPr>
              <a:r>
                <a:rPr lang="en-US" sz="3600">
                  <a:latin typeface="Times New Roman" panose="02020603050405020304" pitchFamily="18" charset="0"/>
                  <a:cs typeface="Times New Roman" panose="02020603050405020304" pitchFamily="18" charset="0"/>
                </a:rPr>
                <a:t>Compute </a:t>
              </a:r>
              <a:r>
                <a:rPr lang="en-US" sz="3600" i="0">
                  <a:solidFill>
                    <a:schemeClr val="bg1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ξ</a:t>
              </a:r>
              <a:r>
                <a:rPr lang="en-US" sz="3600">
                  <a:latin typeface="Times New Roman" panose="02020603050405020304" pitchFamily="18" charset="0"/>
                  <a:cs typeface="Times New Roman" panose="02020603050405020304" pitchFamily="18" charset="0"/>
                </a:rPr>
                <a:t> distribution in end-gas at ETD/LWI</a:t>
              </a:r>
              <a:br>
                <a:rPr lang="en-US" sz="360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sz="3600">
                  <a:latin typeface="Times New Roman" panose="02020603050405020304" pitchFamily="18" charset="0"/>
                  <a:cs typeface="Times New Roman" panose="02020603050405020304" pitchFamily="18" charset="0"/>
                </a:rPr>
                <a:t>PDF analysis: extract mode value</a:t>
              </a:r>
            </a:p>
          </dgm:t>
        </dgm:pt>
      </mc:Fallback>
    </mc:AlternateContent>
    <dgm:pt modelId="{71E9B580-2B66-4D36-B829-8C27AA95D46E}" type="parTrans" cxnId="{0013800F-82E7-4A79-9BD2-70D327F79CB5}">
      <dgm:prSet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E81D2F2-1E73-4E04-B72E-F894CDCFB44D}" type="sibTrans" cxnId="{0013800F-82E7-4A79-9BD2-70D327F79CB5}">
      <dgm:prSet custT="1"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mc:AlternateContent xmlns:mc="http://schemas.openxmlformats.org/markup-compatibility/2006">
      <mc:Choice xmlns:a14="http://schemas.microsoft.com/office/drawing/2010/main" Requires="a14">
        <dgm:pt modelId="{8AA4997F-6930-41C8-A60A-091BD31A95AB}">
          <dgm:prSet phldrT="[Text]" custT="1">
            <dgm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dgm:style>
          </dgm:prSet>
          <dgm:spPr>
            <a:solidFill>
              <a:schemeClr val="accent3">
                <a:lumMod val="75000"/>
              </a:schemeClr>
            </a:solidFill>
          </dgm:spPr>
          <dgm:t>
            <a:bodyPr/>
            <a:lstStyle/>
            <a:p>
              <a:pPr>
                <a:buNone/>
              </a:pPr>
              <a:r>
                <a:rPr lang="en-US" sz="3600">
                  <a:latin typeface="Times New Roman" panose="02020603050405020304" pitchFamily="18" charset="0"/>
                  <a:cs typeface="Times New Roman" panose="02020603050405020304" pitchFamily="18" charset="0"/>
                </a:rPr>
                <a:t>Mode </a:t>
              </a:r>
              <a14:m>
                <m:oMath xmlns:m="http://schemas.openxmlformats.org/officeDocument/2006/math">
                  <m:r>
                    <m:rPr>
                      <m:sty m:val="p"/>
                    </m:rPr>
                    <a:rPr lang="en-US" sz="3600" smtClean="0">
                      <a:solidFill>
                        <a:schemeClr val="bg1"/>
                      </a:solidFill>
                      <a:latin typeface="Cambria Math" panose="020405030504060302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m:t>ξ</m:t>
                  </m:r>
                </m:oMath>
              </a14:m>
              <a:r>
                <a:rPr lang="en-US" sz="3600">
                  <a:latin typeface="Times New Roman" panose="02020603050405020304" pitchFamily="18" charset="0"/>
                  <a:cs typeface="Times New Roman" panose="02020603050405020304" pitchFamily="18" charset="0"/>
                </a:rPr>
                <a:t> → predict AI wave mode &amp; speed</a:t>
              </a:r>
              <a:br>
                <a:rPr lang="en-US" sz="360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14:m>
                <m:oMath xmlns:m="http://schemas.openxmlformats.org/officeDocument/2006/math">
                  <m:r>
                    <m:rPr>
                      <m:sty m:val="p"/>
                    </m:rPr>
                    <a:rPr lang="en-US" sz="3600" smtClean="0">
                      <a:solidFill>
                        <a:schemeClr val="bg1"/>
                      </a:solidFill>
                      <a:latin typeface="Cambria Math" panose="020405030504060302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m:t>ξ</m:t>
                  </m:r>
                </m:oMath>
              </a14:m>
              <a:r>
                <a:rPr lang="en-US" sz="3600">
                  <a:latin typeface="Times New Roman" panose="02020603050405020304" pitchFamily="18" charset="0"/>
                  <a:cs typeface="Times New Roman" panose="02020603050405020304" pitchFamily="18" charset="0"/>
                </a:rPr>
                <a:t> &lt; 1: supersonic deflagration confirmed</a:t>
              </a:r>
            </a:p>
          </dgm:t>
        </dgm:pt>
      </mc:Choice>
      <mc:Fallback>
        <dgm:pt modelId="{8AA4997F-6930-41C8-A60A-091BD31A95AB}">
          <dgm:prSet phldrT="[Text]" custT="1">
            <dgm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dgm:style>
          </dgm:prSet>
          <dgm:spPr>
            <a:solidFill>
              <a:schemeClr val="accent3">
                <a:lumMod val="75000"/>
              </a:schemeClr>
            </a:solidFill>
          </dgm:spPr>
          <dgm:t>
            <a:bodyPr/>
            <a:lstStyle/>
            <a:p>
              <a:pPr>
                <a:buNone/>
              </a:pPr>
              <a:r>
                <a:rPr lang="en-US" sz="3600">
                  <a:latin typeface="Times New Roman" panose="02020603050405020304" pitchFamily="18" charset="0"/>
                  <a:cs typeface="Times New Roman" panose="02020603050405020304" pitchFamily="18" charset="0"/>
                </a:rPr>
                <a:t>Mode </a:t>
              </a:r>
              <a:r>
                <a:rPr lang="en-US" sz="3600" i="0">
                  <a:solidFill>
                    <a:schemeClr val="bg1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ξ</a:t>
              </a:r>
              <a:r>
                <a:rPr lang="en-US" sz="3600">
                  <a:latin typeface="Times New Roman" panose="02020603050405020304" pitchFamily="18" charset="0"/>
                  <a:cs typeface="Times New Roman" panose="02020603050405020304" pitchFamily="18" charset="0"/>
                </a:rPr>
                <a:t> → predict AI wave mode &amp; speed</a:t>
              </a:r>
              <a:br>
                <a:rPr lang="en-US" sz="360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sz="3600" i="0">
                  <a:solidFill>
                    <a:schemeClr val="bg1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ξ</a:t>
              </a:r>
              <a:r>
                <a:rPr lang="en-US" sz="3600">
                  <a:latin typeface="Times New Roman" panose="02020603050405020304" pitchFamily="18" charset="0"/>
                  <a:cs typeface="Times New Roman" panose="02020603050405020304" pitchFamily="18" charset="0"/>
                </a:rPr>
                <a:t> &lt; 1: supersonic deflagration confirmed</a:t>
              </a:r>
            </a:p>
          </dgm:t>
        </dgm:pt>
      </mc:Fallback>
    </mc:AlternateContent>
    <dgm:pt modelId="{C326E83B-E102-4CD3-B300-E4524D040018}" type="parTrans" cxnId="{FC9CD06A-6612-4EC2-A483-C01D9D9550A6}">
      <dgm:prSet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B217892-2A3C-4A44-B503-B6971782D264}" type="sibTrans" cxnId="{FC9CD06A-6612-4EC2-A483-C01D9D9550A6}">
      <dgm:prSet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9B0F446-852C-4841-83E2-BE881F03EB0F}" type="pres">
      <dgm:prSet presAssocID="{299C5B4A-C69F-4497-BE73-2AC5705C2739}" presName="linearFlow" presStyleCnt="0">
        <dgm:presLayoutVars>
          <dgm:resizeHandles val="exact"/>
        </dgm:presLayoutVars>
      </dgm:prSet>
      <dgm:spPr/>
    </dgm:pt>
    <dgm:pt modelId="{A0E08C04-25D2-4F88-82DE-C1DCA5D8FF5C}" type="pres">
      <dgm:prSet presAssocID="{F9BC04C0-2AFD-428A-9056-0451E6E53292}" presName="node" presStyleLbl="node1" presStyleIdx="0" presStyleCnt="4" custScaleX="339055">
        <dgm:presLayoutVars>
          <dgm:bulletEnabled val="1"/>
        </dgm:presLayoutVars>
      </dgm:prSet>
      <dgm:spPr/>
    </dgm:pt>
    <dgm:pt modelId="{12009DDA-3A44-4BE2-9A7C-6B442DBB1647}" type="pres">
      <dgm:prSet presAssocID="{91CEC6EA-EDA1-419A-98E8-93FB5E5558BD}" presName="sibTrans" presStyleLbl="sibTrans2D1" presStyleIdx="0" presStyleCnt="3"/>
      <dgm:spPr/>
    </dgm:pt>
    <dgm:pt modelId="{8AB58808-37BC-4B49-B7A9-86CFC92F0669}" type="pres">
      <dgm:prSet presAssocID="{91CEC6EA-EDA1-419A-98E8-93FB5E5558BD}" presName="connectorText" presStyleLbl="sibTrans2D1" presStyleIdx="0" presStyleCnt="3"/>
      <dgm:spPr/>
    </dgm:pt>
    <dgm:pt modelId="{AFAAF25C-CE06-4C9D-B35E-AA4E508183BC}" type="pres">
      <dgm:prSet presAssocID="{D3CE9313-A2D4-4FB8-B29A-428A26D03B79}" presName="node" presStyleLbl="node1" presStyleIdx="1" presStyleCnt="4" custScaleX="339055">
        <dgm:presLayoutVars>
          <dgm:bulletEnabled val="1"/>
        </dgm:presLayoutVars>
      </dgm:prSet>
      <dgm:spPr/>
    </dgm:pt>
    <dgm:pt modelId="{382F0C93-C0CF-4BB3-9602-1A8F56653CCC}" type="pres">
      <dgm:prSet presAssocID="{6DF51484-B653-41C9-86B9-BC8A3167F68B}" presName="sibTrans" presStyleLbl="sibTrans2D1" presStyleIdx="1" presStyleCnt="3"/>
      <dgm:spPr/>
    </dgm:pt>
    <dgm:pt modelId="{66F2BEB1-5693-4CCB-A38A-4DF3F159F602}" type="pres">
      <dgm:prSet presAssocID="{6DF51484-B653-41C9-86B9-BC8A3167F68B}" presName="connectorText" presStyleLbl="sibTrans2D1" presStyleIdx="1" presStyleCnt="3"/>
      <dgm:spPr/>
    </dgm:pt>
    <dgm:pt modelId="{4120A94B-504C-44B0-A15D-7E012325F47A}" type="pres">
      <dgm:prSet presAssocID="{3848B907-9B0A-4D7D-A701-0DF3D9F2E2AC}" presName="node" presStyleLbl="node1" presStyleIdx="2" presStyleCnt="4" custScaleX="339055">
        <dgm:presLayoutVars>
          <dgm:bulletEnabled val="1"/>
        </dgm:presLayoutVars>
      </dgm:prSet>
      <dgm:spPr/>
    </dgm:pt>
    <dgm:pt modelId="{C31B5FFA-4875-44A2-85D6-8FEF2904469D}" type="pres">
      <dgm:prSet presAssocID="{9E81D2F2-1E73-4E04-B72E-F894CDCFB44D}" presName="sibTrans" presStyleLbl="sibTrans2D1" presStyleIdx="2" presStyleCnt="3"/>
      <dgm:spPr/>
    </dgm:pt>
    <dgm:pt modelId="{DCCF1F9D-65ED-4DEC-8D83-E496C110C74B}" type="pres">
      <dgm:prSet presAssocID="{9E81D2F2-1E73-4E04-B72E-F894CDCFB44D}" presName="connectorText" presStyleLbl="sibTrans2D1" presStyleIdx="2" presStyleCnt="3"/>
      <dgm:spPr/>
    </dgm:pt>
    <dgm:pt modelId="{572C3185-5084-4233-8CFD-CAF4038F538F}" type="pres">
      <dgm:prSet presAssocID="{8AA4997F-6930-41C8-A60A-091BD31A95AB}" presName="node" presStyleLbl="node1" presStyleIdx="3" presStyleCnt="4" custScaleX="339055">
        <dgm:presLayoutVars>
          <dgm:bulletEnabled val="1"/>
        </dgm:presLayoutVars>
      </dgm:prSet>
      <dgm:spPr/>
    </dgm:pt>
  </dgm:ptLst>
  <dgm:cxnLst>
    <dgm:cxn modelId="{5B43050C-874E-47FE-857D-A125F085E639}" type="presOf" srcId="{299C5B4A-C69F-4497-BE73-2AC5705C2739}" destId="{49B0F446-852C-4841-83E2-BE881F03EB0F}" srcOrd="0" destOrd="0" presId="urn:microsoft.com/office/officeart/2005/8/layout/process2"/>
    <dgm:cxn modelId="{0013800F-82E7-4A79-9BD2-70D327F79CB5}" srcId="{299C5B4A-C69F-4497-BE73-2AC5705C2739}" destId="{3848B907-9B0A-4D7D-A701-0DF3D9F2E2AC}" srcOrd="2" destOrd="0" parTransId="{71E9B580-2B66-4D36-B829-8C27AA95D46E}" sibTransId="{9E81D2F2-1E73-4E04-B72E-F894CDCFB44D}"/>
    <dgm:cxn modelId="{A0E6901B-3329-4165-85B6-9F423C856D0C}" type="presOf" srcId="{3848B907-9B0A-4D7D-A701-0DF3D9F2E2AC}" destId="{4120A94B-504C-44B0-A15D-7E012325F47A}" srcOrd="0" destOrd="0" presId="urn:microsoft.com/office/officeart/2005/8/layout/process2"/>
    <dgm:cxn modelId="{0D923644-DFBE-4660-AB6F-83B1525B30B2}" type="presOf" srcId="{6DF51484-B653-41C9-86B9-BC8A3167F68B}" destId="{382F0C93-C0CF-4BB3-9602-1A8F56653CCC}" srcOrd="0" destOrd="0" presId="urn:microsoft.com/office/officeart/2005/8/layout/process2"/>
    <dgm:cxn modelId="{FC9CD06A-6612-4EC2-A483-C01D9D9550A6}" srcId="{299C5B4A-C69F-4497-BE73-2AC5705C2739}" destId="{8AA4997F-6930-41C8-A60A-091BD31A95AB}" srcOrd="3" destOrd="0" parTransId="{C326E83B-E102-4CD3-B300-E4524D040018}" sibTransId="{1B217892-2A3C-4A44-B503-B6971782D264}"/>
    <dgm:cxn modelId="{166FBA6F-BD51-4A51-B44C-08C9BE210DBB}" type="presOf" srcId="{9E81D2F2-1E73-4E04-B72E-F894CDCFB44D}" destId="{DCCF1F9D-65ED-4DEC-8D83-E496C110C74B}" srcOrd="1" destOrd="0" presId="urn:microsoft.com/office/officeart/2005/8/layout/process2"/>
    <dgm:cxn modelId="{70522B50-3045-43D2-A0FE-1C5F63B83FF8}" srcId="{299C5B4A-C69F-4497-BE73-2AC5705C2739}" destId="{D3CE9313-A2D4-4FB8-B29A-428A26D03B79}" srcOrd="1" destOrd="0" parTransId="{B35D3BC9-7A6B-4C7D-AB71-10FA3AC37A6C}" sibTransId="{6DF51484-B653-41C9-86B9-BC8A3167F68B}"/>
    <dgm:cxn modelId="{6463C47A-E337-4291-AF75-8DB2D7F5AF82}" type="presOf" srcId="{8AA4997F-6930-41C8-A60A-091BD31A95AB}" destId="{572C3185-5084-4233-8CFD-CAF4038F538F}" srcOrd="0" destOrd="0" presId="urn:microsoft.com/office/officeart/2005/8/layout/process2"/>
    <dgm:cxn modelId="{3B29338E-3C8E-48B3-809A-CF36CBB3956F}" type="presOf" srcId="{D3CE9313-A2D4-4FB8-B29A-428A26D03B79}" destId="{AFAAF25C-CE06-4C9D-B35E-AA4E508183BC}" srcOrd="0" destOrd="0" presId="urn:microsoft.com/office/officeart/2005/8/layout/process2"/>
    <dgm:cxn modelId="{3D4E0E99-8E32-429F-9332-6BB64276B627}" type="presOf" srcId="{91CEC6EA-EDA1-419A-98E8-93FB5E5558BD}" destId="{8AB58808-37BC-4B49-B7A9-86CFC92F0669}" srcOrd="1" destOrd="0" presId="urn:microsoft.com/office/officeart/2005/8/layout/process2"/>
    <dgm:cxn modelId="{6FACE79C-0732-47A3-8829-2114B45D0E69}" type="presOf" srcId="{9E81D2F2-1E73-4E04-B72E-F894CDCFB44D}" destId="{C31B5FFA-4875-44A2-85D6-8FEF2904469D}" srcOrd="0" destOrd="0" presId="urn:microsoft.com/office/officeart/2005/8/layout/process2"/>
    <dgm:cxn modelId="{50EF67C8-E1CB-468D-897A-849CDAE02E5C}" type="presOf" srcId="{F9BC04C0-2AFD-428A-9056-0451E6E53292}" destId="{A0E08C04-25D2-4F88-82DE-C1DCA5D8FF5C}" srcOrd="0" destOrd="0" presId="urn:microsoft.com/office/officeart/2005/8/layout/process2"/>
    <dgm:cxn modelId="{589881CF-0FDA-4C1E-A143-5A5DD4CCD368}" type="presOf" srcId="{91CEC6EA-EDA1-419A-98E8-93FB5E5558BD}" destId="{12009DDA-3A44-4BE2-9A7C-6B442DBB1647}" srcOrd="0" destOrd="0" presId="urn:microsoft.com/office/officeart/2005/8/layout/process2"/>
    <dgm:cxn modelId="{25E750E3-34A0-4A94-85F6-BD4293EFE45C}" srcId="{299C5B4A-C69F-4497-BE73-2AC5705C2739}" destId="{F9BC04C0-2AFD-428A-9056-0451E6E53292}" srcOrd="0" destOrd="0" parTransId="{9F036474-1474-4F13-BAFD-40C94F0A8151}" sibTransId="{91CEC6EA-EDA1-419A-98E8-93FB5E5558BD}"/>
    <dgm:cxn modelId="{AA6C97EA-29E3-451F-AA1B-E17FA6ED274D}" type="presOf" srcId="{6DF51484-B653-41C9-86B9-BC8A3167F68B}" destId="{66F2BEB1-5693-4CCB-A38A-4DF3F159F602}" srcOrd="1" destOrd="0" presId="urn:microsoft.com/office/officeart/2005/8/layout/process2"/>
    <dgm:cxn modelId="{79731382-C7CA-426F-A45D-ACE879BBC9E0}" type="presParOf" srcId="{49B0F446-852C-4841-83E2-BE881F03EB0F}" destId="{A0E08C04-25D2-4F88-82DE-C1DCA5D8FF5C}" srcOrd="0" destOrd="0" presId="urn:microsoft.com/office/officeart/2005/8/layout/process2"/>
    <dgm:cxn modelId="{735718F1-DC19-48F0-897D-C02E8DE18303}" type="presParOf" srcId="{49B0F446-852C-4841-83E2-BE881F03EB0F}" destId="{12009DDA-3A44-4BE2-9A7C-6B442DBB1647}" srcOrd="1" destOrd="0" presId="urn:microsoft.com/office/officeart/2005/8/layout/process2"/>
    <dgm:cxn modelId="{659A1D12-FB19-4EFC-BFEE-95F3C32B0892}" type="presParOf" srcId="{12009DDA-3A44-4BE2-9A7C-6B442DBB1647}" destId="{8AB58808-37BC-4B49-B7A9-86CFC92F0669}" srcOrd="0" destOrd="0" presId="urn:microsoft.com/office/officeart/2005/8/layout/process2"/>
    <dgm:cxn modelId="{9B339C68-74C1-4933-B761-73F39659E245}" type="presParOf" srcId="{49B0F446-852C-4841-83E2-BE881F03EB0F}" destId="{AFAAF25C-CE06-4C9D-B35E-AA4E508183BC}" srcOrd="2" destOrd="0" presId="urn:microsoft.com/office/officeart/2005/8/layout/process2"/>
    <dgm:cxn modelId="{9D18FB4D-B3D3-41E2-BB2E-9CAC597CBE1A}" type="presParOf" srcId="{49B0F446-852C-4841-83E2-BE881F03EB0F}" destId="{382F0C93-C0CF-4BB3-9602-1A8F56653CCC}" srcOrd="3" destOrd="0" presId="urn:microsoft.com/office/officeart/2005/8/layout/process2"/>
    <dgm:cxn modelId="{BE01CD11-FF7F-42E5-B762-D7880F08E708}" type="presParOf" srcId="{382F0C93-C0CF-4BB3-9602-1A8F56653CCC}" destId="{66F2BEB1-5693-4CCB-A38A-4DF3F159F602}" srcOrd="0" destOrd="0" presId="urn:microsoft.com/office/officeart/2005/8/layout/process2"/>
    <dgm:cxn modelId="{362652E8-3CBB-40D8-BD8E-E35C01492B18}" type="presParOf" srcId="{49B0F446-852C-4841-83E2-BE881F03EB0F}" destId="{4120A94B-504C-44B0-A15D-7E012325F47A}" srcOrd="4" destOrd="0" presId="urn:microsoft.com/office/officeart/2005/8/layout/process2"/>
    <dgm:cxn modelId="{631F5B1B-48BE-41CE-848D-16114E0DBBC6}" type="presParOf" srcId="{49B0F446-852C-4841-83E2-BE881F03EB0F}" destId="{C31B5FFA-4875-44A2-85D6-8FEF2904469D}" srcOrd="5" destOrd="0" presId="urn:microsoft.com/office/officeart/2005/8/layout/process2"/>
    <dgm:cxn modelId="{4FC169F4-08A6-480B-865B-0FD2C8E648F4}" type="presParOf" srcId="{C31B5FFA-4875-44A2-85D6-8FEF2904469D}" destId="{DCCF1F9D-65ED-4DEC-8D83-E496C110C74B}" srcOrd="0" destOrd="0" presId="urn:microsoft.com/office/officeart/2005/8/layout/process2"/>
    <dgm:cxn modelId="{4359B486-7486-4E83-B23D-626CCE80484B}" type="presParOf" srcId="{49B0F446-852C-4841-83E2-BE881F03EB0F}" destId="{572C3185-5084-4233-8CFD-CAF4038F538F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99C5B4A-C69F-4497-BE73-2AC5705C2739}" type="doc">
      <dgm:prSet loTypeId="urn:microsoft.com/office/officeart/2005/8/layout/process2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9BC04C0-2AFD-428A-9056-0451E6E53292}">
      <dgm:prSet phldrT="[Text]" phldr="0" custT="1">
        <dgm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pPr>
            <a:buNone/>
          </a:pPr>
          <a:r>
            <a:rPr lang="en-US" sz="3600" dirty="0">
              <a:latin typeface="Times New Roman" panose="02020603050405020304" pitchFamily="18" charset="0"/>
              <a:cs typeface="Times New Roman" panose="02020603050405020304" pitchFamily="18" charset="0"/>
            </a:rPr>
            <a:t>Monitor T &amp; P history in end-gas region</a:t>
          </a:r>
          <a:br>
            <a:rPr lang="en-US" sz="36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3600" dirty="0">
              <a:latin typeface="Times New Roman" panose="02020603050405020304" pitchFamily="18" charset="0"/>
              <a:cs typeface="Times New Roman" panose="02020603050405020304" pitchFamily="18" charset="0"/>
            </a:rPr>
            <a:t>Phase 1: flame-dominated compression</a:t>
          </a:r>
        </a:p>
      </dgm:t>
    </dgm:pt>
    <dgm:pt modelId="{9F036474-1474-4F13-BAFD-40C94F0A8151}" type="parTrans" cxnId="{25E750E3-34A0-4A94-85F6-BD4293EFE45C}">
      <dgm:prSet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1CEC6EA-EDA1-419A-98E8-93FB5E5558BD}" type="sibTrans" cxnId="{25E750E3-34A0-4A94-85F6-BD4293EFE45C}">
      <dgm:prSet custT="1"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3CE9313-A2D4-4FB8-B29A-428A26D03B79}">
      <dgm:prSet phldrT="[Text]" custT="1">
        <dgm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pPr>
            <a:buNone/>
          </a:pPr>
          <a:r>
            <a:rPr lang="en-US" sz="3600">
              <a:latin typeface="Times New Roman" panose="02020603050405020304" pitchFamily="18" charset="0"/>
              <a:cs typeface="Times New Roman" panose="02020603050405020304" pitchFamily="18" charset="0"/>
            </a:rPr>
            <a:t>Detect ETD (or LWI = 1) timing</a:t>
          </a:r>
          <a:br>
            <a:rPr lang="en-US" sz="360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3600">
              <a:latin typeface="Times New Roman" panose="02020603050405020304" pitchFamily="18" charset="0"/>
              <a:cs typeface="Times New Roman" panose="02020603050405020304" pitchFamily="18" charset="0"/>
            </a:rPr>
            <a:t>Phase 1 </a:t>
          </a:r>
          <a:r>
            <a:rPr lang="en-US" sz="360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rPr>
            <a:t></a:t>
          </a:r>
          <a:r>
            <a:rPr lang="en-US" sz="3600">
              <a:latin typeface="Times New Roman" panose="02020603050405020304" pitchFamily="18" charset="0"/>
              <a:cs typeface="Times New Roman" panose="02020603050405020304" pitchFamily="18" charset="0"/>
            </a:rPr>
            <a:t> Phase 2 transition</a:t>
          </a:r>
        </a:p>
      </dgm:t>
    </dgm:pt>
    <dgm:pt modelId="{B35D3BC9-7A6B-4C7D-AB71-10FA3AC37A6C}" type="parTrans" cxnId="{70522B50-3045-43D2-A0FE-1C5F63B83FF8}">
      <dgm:prSet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DF51484-B653-41C9-86B9-BC8A3167F68B}" type="sibTrans" cxnId="{70522B50-3045-43D2-A0FE-1C5F63B83FF8}">
      <dgm:prSet custT="1"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848B907-9B0A-4D7D-A701-0DF3D9F2E2AC}">
      <dgm:prSet phldrT="[Text]" custT="1">
        <dgm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dgm:style>
      </dgm:prSet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71E9B580-2B66-4D36-B829-8C27AA95D46E}" type="parTrans" cxnId="{0013800F-82E7-4A79-9BD2-70D327F79CB5}">
      <dgm:prSet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E81D2F2-1E73-4E04-B72E-F894CDCFB44D}" type="sibTrans" cxnId="{0013800F-82E7-4A79-9BD2-70D327F79CB5}">
      <dgm:prSet custT="1"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AA4997F-6930-41C8-A60A-091BD31A95AB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>
        <a:blipFill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C326E83B-E102-4CD3-B300-E4524D040018}" type="parTrans" cxnId="{FC9CD06A-6612-4EC2-A483-C01D9D9550A6}">
      <dgm:prSet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B217892-2A3C-4A44-B503-B6971782D264}" type="sibTrans" cxnId="{FC9CD06A-6612-4EC2-A483-C01D9D9550A6}">
      <dgm:prSet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9B0F446-852C-4841-83E2-BE881F03EB0F}" type="pres">
      <dgm:prSet presAssocID="{299C5B4A-C69F-4497-BE73-2AC5705C2739}" presName="linearFlow" presStyleCnt="0">
        <dgm:presLayoutVars>
          <dgm:resizeHandles val="exact"/>
        </dgm:presLayoutVars>
      </dgm:prSet>
      <dgm:spPr/>
    </dgm:pt>
    <dgm:pt modelId="{A0E08C04-25D2-4F88-82DE-C1DCA5D8FF5C}" type="pres">
      <dgm:prSet presAssocID="{F9BC04C0-2AFD-428A-9056-0451E6E53292}" presName="node" presStyleLbl="node1" presStyleIdx="0" presStyleCnt="4" custScaleX="339055">
        <dgm:presLayoutVars>
          <dgm:bulletEnabled val="1"/>
        </dgm:presLayoutVars>
      </dgm:prSet>
      <dgm:spPr/>
    </dgm:pt>
    <dgm:pt modelId="{12009DDA-3A44-4BE2-9A7C-6B442DBB1647}" type="pres">
      <dgm:prSet presAssocID="{91CEC6EA-EDA1-419A-98E8-93FB5E5558BD}" presName="sibTrans" presStyleLbl="sibTrans2D1" presStyleIdx="0" presStyleCnt="3"/>
      <dgm:spPr/>
    </dgm:pt>
    <dgm:pt modelId="{8AB58808-37BC-4B49-B7A9-86CFC92F0669}" type="pres">
      <dgm:prSet presAssocID="{91CEC6EA-EDA1-419A-98E8-93FB5E5558BD}" presName="connectorText" presStyleLbl="sibTrans2D1" presStyleIdx="0" presStyleCnt="3"/>
      <dgm:spPr/>
    </dgm:pt>
    <dgm:pt modelId="{AFAAF25C-CE06-4C9D-B35E-AA4E508183BC}" type="pres">
      <dgm:prSet presAssocID="{D3CE9313-A2D4-4FB8-B29A-428A26D03B79}" presName="node" presStyleLbl="node1" presStyleIdx="1" presStyleCnt="4" custScaleX="339055">
        <dgm:presLayoutVars>
          <dgm:bulletEnabled val="1"/>
        </dgm:presLayoutVars>
      </dgm:prSet>
      <dgm:spPr/>
    </dgm:pt>
    <dgm:pt modelId="{382F0C93-C0CF-4BB3-9602-1A8F56653CCC}" type="pres">
      <dgm:prSet presAssocID="{6DF51484-B653-41C9-86B9-BC8A3167F68B}" presName="sibTrans" presStyleLbl="sibTrans2D1" presStyleIdx="1" presStyleCnt="3"/>
      <dgm:spPr/>
    </dgm:pt>
    <dgm:pt modelId="{66F2BEB1-5693-4CCB-A38A-4DF3F159F602}" type="pres">
      <dgm:prSet presAssocID="{6DF51484-B653-41C9-86B9-BC8A3167F68B}" presName="connectorText" presStyleLbl="sibTrans2D1" presStyleIdx="1" presStyleCnt="3"/>
      <dgm:spPr/>
    </dgm:pt>
    <dgm:pt modelId="{4120A94B-504C-44B0-A15D-7E012325F47A}" type="pres">
      <dgm:prSet presAssocID="{3848B907-9B0A-4D7D-A701-0DF3D9F2E2AC}" presName="node" presStyleLbl="node1" presStyleIdx="2" presStyleCnt="4" custScaleX="339055">
        <dgm:presLayoutVars>
          <dgm:bulletEnabled val="1"/>
        </dgm:presLayoutVars>
      </dgm:prSet>
      <dgm:spPr/>
    </dgm:pt>
    <dgm:pt modelId="{C31B5FFA-4875-44A2-85D6-8FEF2904469D}" type="pres">
      <dgm:prSet presAssocID="{9E81D2F2-1E73-4E04-B72E-F894CDCFB44D}" presName="sibTrans" presStyleLbl="sibTrans2D1" presStyleIdx="2" presStyleCnt="3"/>
      <dgm:spPr/>
    </dgm:pt>
    <dgm:pt modelId="{DCCF1F9D-65ED-4DEC-8D83-E496C110C74B}" type="pres">
      <dgm:prSet presAssocID="{9E81D2F2-1E73-4E04-B72E-F894CDCFB44D}" presName="connectorText" presStyleLbl="sibTrans2D1" presStyleIdx="2" presStyleCnt="3"/>
      <dgm:spPr/>
    </dgm:pt>
    <dgm:pt modelId="{572C3185-5084-4233-8CFD-CAF4038F538F}" type="pres">
      <dgm:prSet presAssocID="{8AA4997F-6930-41C8-A60A-091BD31A95AB}" presName="node" presStyleLbl="node1" presStyleIdx="3" presStyleCnt="4" custScaleX="339055">
        <dgm:presLayoutVars>
          <dgm:bulletEnabled val="1"/>
        </dgm:presLayoutVars>
      </dgm:prSet>
      <dgm:spPr/>
    </dgm:pt>
  </dgm:ptLst>
  <dgm:cxnLst>
    <dgm:cxn modelId="{5B43050C-874E-47FE-857D-A125F085E639}" type="presOf" srcId="{299C5B4A-C69F-4497-BE73-2AC5705C2739}" destId="{49B0F446-852C-4841-83E2-BE881F03EB0F}" srcOrd="0" destOrd="0" presId="urn:microsoft.com/office/officeart/2005/8/layout/process2"/>
    <dgm:cxn modelId="{0013800F-82E7-4A79-9BD2-70D327F79CB5}" srcId="{299C5B4A-C69F-4497-BE73-2AC5705C2739}" destId="{3848B907-9B0A-4D7D-A701-0DF3D9F2E2AC}" srcOrd="2" destOrd="0" parTransId="{71E9B580-2B66-4D36-B829-8C27AA95D46E}" sibTransId="{9E81D2F2-1E73-4E04-B72E-F894CDCFB44D}"/>
    <dgm:cxn modelId="{A0E6901B-3329-4165-85B6-9F423C856D0C}" type="presOf" srcId="{3848B907-9B0A-4D7D-A701-0DF3D9F2E2AC}" destId="{4120A94B-504C-44B0-A15D-7E012325F47A}" srcOrd="0" destOrd="0" presId="urn:microsoft.com/office/officeart/2005/8/layout/process2"/>
    <dgm:cxn modelId="{0D923644-DFBE-4660-AB6F-83B1525B30B2}" type="presOf" srcId="{6DF51484-B653-41C9-86B9-BC8A3167F68B}" destId="{382F0C93-C0CF-4BB3-9602-1A8F56653CCC}" srcOrd="0" destOrd="0" presId="urn:microsoft.com/office/officeart/2005/8/layout/process2"/>
    <dgm:cxn modelId="{FC9CD06A-6612-4EC2-A483-C01D9D9550A6}" srcId="{299C5B4A-C69F-4497-BE73-2AC5705C2739}" destId="{8AA4997F-6930-41C8-A60A-091BD31A95AB}" srcOrd="3" destOrd="0" parTransId="{C326E83B-E102-4CD3-B300-E4524D040018}" sibTransId="{1B217892-2A3C-4A44-B503-B6971782D264}"/>
    <dgm:cxn modelId="{166FBA6F-BD51-4A51-B44C-08C9BE210DBB}" type="presOf" srcId="{9E81D2F2-1E73-4E04-B72E-F894CDCFB44D}" destId="{DCCF1F9D-65ED-4DEC-8D83-E496C110C74B}" srcOrd="1" destOrd="0" presId="urn:microsoft.com/office/officeart/2005/8/layout/process2"/>
    <dgm:cxn modelId="{70522B50-3045-43D2-A0FE-1C5F63B83FF8}" srcId="{299C5B4A-C69F-4497-BE73-2AC5705C2739}" destId="{D3CE9313-A2D4-4FB8-B29A-428A26D03B79}" srcOrd="1" destOrd="0" parTransId="{B35D3BC9-7A6B-4C7D-AB71-10FA3AC37A6C}" sibTransId="{6DF51484-B653-41C9-86B9-BC8A3167F68B}"/>
    <dgm:cxn modelId="{6463C47A-E337-4291-AF75-8DB2D7F5AF82}" type="presOf" srcId="{8AA4997F-6930-41C8-A60A-091BD31A95AB}" destId="{572C3185-5084-4233-8CFD-CAF4038F538F}" srcOrd="0" destOrd="0" presId="urn:microsoft.com/office/officeart/2005/8/layout/process2"/>
    <dgm:cxn modelId="{3B29338E-3C8E-48B3-809A-CF36CBB3956F}" type="presOf" srcId="{D3CE9313-A2D4-4FB8-B29A-428A26D03B79}" destId="{AFAAF25C-CE06-4C9D-B35E-AA4E508183BC}" srcOrd="0" destOrd="0" presId="urn:microsoft.com/office/officeart/2005/8/layout/process2"/>
    <dgm:cxn modelId="{3D4E0E99-8E32-429F-9332-6BB64276B627}" type="presOf" srcId="{91CEC6EA-EDA1-419A-98E8-93FB5E5558BD}" destId="{8AB58808-37BC-4B49-B7A9-86CFC92F0669}" srcOrd="1" destOrd="0" presId="urn:microsoft.com/office/officeart/2005/8/layout/process2"/>
    <dgm:cxn modelId="{6FACE79C-0732-47A3-8829-2114B45D0E69}" type="presOf" srcId="{9E81D2F2-1E73-4E04-B72E-F894CDCFB44D}" destId="{C31B5FFA-4875-44A2-85D6-8FEF2904469D}" srcOrd="0" destOrd="0" presId="urn:microsoft.com/office/officeart/2005/8/layout/process2"/>
    <dgm:cxn modelId="{50EF67C8-E1CB-468D-897A-849CDAE02E5C}" type="presOf" srcId="{F9BC04C0-2AFD-428A-9056-0451E6E53292}" destId="{A0E08C04-25D2-4F88-82DE-C1DCA5D8FF5C}" srcOrd="0" destOrd="0" presId="urn:microsoft.com/office/officeart/2005/8/layout/process2"/>
    <dgm:cxn modelId="{589881CF-0FDA-4C1E-A143-5A5DD4CCD368}" type="presOf" srcId="{91CEC6EA-EDA1-419A-98E8-93FB5E5558BD}" destId="{12009DDA-3A44-4BE2-9A7C-6B442DBB1647}" srcOrd="0" destOrd="0" presId="urn:microsoft.com/office/officeart/2005/8/layout/process2"/>
    <dgm:cxn modelId="{25E750E3-34A0-4A94-85F6-BD4293EFE45C}" srcId="{299C5B4A-C69F-4497-BE73-2AC5705C2739}" destId="{F9BC04C0-2AFD-428A-9056-0451E6E53292}" srcOrd="0" destOrd="0" parTransId="{9F036474-1474-4F13-BAFD-40C94F0A8151}" sibTransId="{91CEC6EA-EDA1-419A-98E8-93FB5E5558BD}"/>
    <dgm:cxn modelId="{AA6C97EA-29E3-451F-AA1B-E17FA6ED274D}" type="presOf" srcId="{6DF51484-B653-41C9-86B9-BC8A3167F68B}" destId="{66F2BEB1-5693-4CCB-A38A-4DF3F159F602}" srcOrd="1" destOrd="0" presId="urn:microsoft.com/office/officeart/2005/8/layout/process2"/>
    <dgm:cxn modelId="{79731382-C7CA-426F-A45D-ACE879BBC9E0}" type="presParOf" srcId="{49B0F446-852C-4841-83E2-BE881F03EB0F}" destId="{A0E08C04-25D2-4F88-82DE-C1DCA5D8FF5C}" srcOrd="0" destOrd="0" presId="urn:microsoft.com/office/officeart/2005/8/layout/process2"/>
    <dgm:cxn modelId="{735718F1-DC19-48F0-897D-C02E8DE18303}" type="presParOf" srcId="{49B0F446-852C-4841-83E2-BE881F03EB0F}" destId="{12009DDA-3A44-4BE2-9A7C-6B442DBB1647}" srcOrd="1" destOrd="0" presId="urn:microsoft.com/office/officeart/2005/8/layout/process2"/>
    <dgm:cxn modelId="{659A1D12-FB19-4EFC-BFEE-95F3C32B0892}" type="presParOf" srcId="{12009DDA-3A44-4BE2-9A7C-6B442DBB1647}" destId="{8AB58808-37BC-4B49-B7A9-86CFC92F0669}" srcOrd="0" destOrd="0" presId="urn:microsoft.com/office/officeart/2005/8/layout/process2"/>
    <dgm:cxn modelId="{9B339C68-74C1-4933-B761-73F39659E245}" type="presParOf" srcId="{49B0F446-852C-4841-83E2-BE881F03EB0F}" destId="{AFAAF25C-CE06-4C9D-B35E-AA4E508183BC}" srcOrd="2" destOrd="0" presId="urn:microsoft.com/office/officeart/2005/8/layout/process2"/>
    <dgm:cxn modelId="{9D18FB4D-B3D3-41E2-BB2E-9CAC597CBE1A}" type="presParOf" srcId="{49B0F446-852C-4841-83E2-BE881F03EB0F}" destId="{382F0C93-C0CF-4BB3-9602-1A8F56653CCC}" srcOrd="3" destOrd="0" presId="urn:microsoft.com/office/officeart/2005/8/layout/process2"/>
    <dgm:cxn modelId="{BE01CD11-FF7F-42E5-B762-D7880F08E708}" type="presParOf" srcId="{382F0C93-C0CF-4BB3-9602-1A8F56653CCC}" destId="{66F2BEB1-5693-4CCB-A38A-4DF3F159F602}" srcOrd="0" destOrd="0" presId="urn:microsoft.com/office/officeart/2005/8/layout/process2"/>
    <dgm:cxn modelId="{362652E8-3CBB-40D8-BD8E-E35C01492B18}" type="presParOf" srcId="{49B0F446-852C-4841-83E2-BE881F03EB0F}" destId="{4120A94B-504C-44B0-A15D-7E012325F47A}" srcOrd="4" destOrd="0" presId="urn:microsoft.com/office/officeart/2005/8/layout/process2"/>
    <dgm:cxn modelId="{631F5B1B-48BE-41CE-848D-16114E0DBBC6}" type="presParOf" srcId="{49B0F446-852C-4841-83E2-BE881F03EB0F}" destId="{C31B5FFA-4875-44A2-85D6-8FEF2904469D}" srcOrd="5" destOrd="0" presId="urn:microsoft.com/office/officeart/2005/8/layout/process2"/>
    <dgm:cxn modelId="{4FC169F4-08A6-480B-865B-0FD2C8E648F4}" type="presParOf" srcId="{C31B5FFA-4875-44A2-85D6-8FEF2904469D}" destId="{DCCF1F9D-65ED-4DEC-8D83-E496C110C74B}" srcOrd="0" destOrd="0" presId="urn:microsoft.com/office/officeart/2005/8/layout/process2"/>
    <dgm:cxn modelId="{4359B486-7486-4E83-B23D-626CCE80484B}" type="presParOf" srcId="{49B0F446-852C-4841-83E2-BE881F03EB0F}" destId="{572C3185-5084-4233-8CFD-CAF4038F538F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30D2980-3091-4ED3-ABDB-0356495A7624}" type="doc">
      <dgm:prSet loTypeId="urn:microsoft.com/office/officeart/2005/8/layout/hierarchy2" loCatId="hierarchy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F3261B6D-D23A-4014-B3EF-9B9BB88B736E}">
          <dgm:prSet phldrT="[Text]" phldr="0" custT="1"/>
          <dgm:spPr/>
          <dgm:t>
            <a:bodyPr/>
            <a:lstStyle/>
            <a:p>
              <a:pPr>
                <a:lnSpc>
                  <a:spcPct val="150000"/>
                </a:lnSpc>
              </a:pPr>
              <a:r>
                <a:rPr lang="en-US" sz="2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Zel’dovich’s</a:t>
              </a:r>
              <a:r>
                <a: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Spontaneous Ignition Front Speed</a:t>
              </a:r>
            </a:p>
            <a:p>
              <a:pPr>
                <a:lnSpc>
                  <a:spcPct val="90000"/>
                </a:lnSpc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𝑠𝑝</m:t>
                        </m:r>
                      </m:sub>
                    </m:sSub>
                    <m:r>
                      <a:rPr lang="en-US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∇</m:t>
                            </m:r>
                            <m:sSub>
                              <m:sSubPr>
                                <m:ctrlPr>
                                  <a:rPr lang="en-US" sz="2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𝑖𝑔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</m:oMath>
                </m:oMathPara>
              </a14:m>
              <a:endParaRPr lang="en-US" sz="2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Choice>
      <mc:Fallback xmlns="">
        <dgm:pt modelId="{F3261B6D-D23A-4014-B3EF-9B9BB88B736E}">
          <dgm:prSet phldrT="[Text]" phldr="0" custT="1"/>
          <dgm:spPr/>
          <dgm:t>
            <a:bodyPr/>
            <a:lstStyle/>
            <a:p>
              <a:pPr>
                <a:lnSpc>
                  <a:spcPct val="150000"/>
                </a:lnSpc>
              </a:pPr>
              <a:r>
                <a:rPr lang="en-US" sz="2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Zel’dovich’s</a:t>
              </a:r>
              <a:r>
                <a: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Spontaneous Ignition Front Speed</a:t>
              </a:r>
            </a:p>
            <a:p>
              <a:pPr>
                <a:lnSpc>
                  <a:spcPct val="90000"/>
                </a:lnSpc>
              </a:pPr>
              <a:r>
                <a:rPr lang="en-US" sz="2600" b="0" i="0">
                  <a:latin typeface="Cambria Math" panose="02040503050406030204" pitchFamily="18" charset="0"/>
                  <a:cs typeface="Times New Roman" panose="02020603050405020304" pitchFamily="18" charset="0"/>
                </a:rPr>
                <a:t>𝑆_𝑠𝑝=|</a:t>
              </a:r>
              <a:r>
                <a:rPr lang="en-US" sz="2600" b="0" i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∇𝜏_𝑖𝑔 |^(</a:t>
              </a:r>
              <a:r>
                <a:rPr lang="en-US" sz="2600" b="0" i="0">
                  <a:latin typeface="Cambria Math" panose="02040503050406030204" pitchFamily="18" charset="0"/>
                  <a:cs typeface="Times New Roman" panose="02020603050405020304" pitchFamily="18" charset="0"/>
                </a:rPr>
                <a:t>−1)</a:t>
              </a:r>
              <a:endParaRPr lang="en-US" sz="2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Fallback>
    </mc:AlternateContent>
    <dgm:pt modelId="{41FD682C-6A2D-4838-A669-3C0BDF316E12}" type="parTrans" cxnId="{549E8F23-A8E5-4259-B8BE-E0C215693A15}">
      <dgm:prSet/>
      <dgm:spPr/>
      <dgm:t>
        <a:bodyPr/>
        <a:lstStyle/>
        <a:p>
          <a:endParaRPr lang="en-US" sz="2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280F35D-E2D5-41E5-8AE9-B514812A01D6}" type="sibTrans" cxnId="{549E8F23-A8E5-4259-B8BE-E0C215693A15}">
      <dgm:prSet/>
      <dgm:spPr/>
      <dgm:t>
        <a:bodyPr/>
        <a:lstStyle/>
        <a:p>
          <a:endParaRPr lang="en-US" sz="2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E2122623-3A9B-4A09-B5A2-2F06C3A18187}">
          <dgm:prSet phldrT="[Text]" custT="1">
            <dgm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dgm:style>
          </dgm:prSet>
          <dgm:spPr/>
          <dgm:t>
            <a:bodyPr/>
            <a:lstStyle/>
            <a:p>
              <a:pPr>
                <a:lnSpc>
                  <a:spcPct val="100000"/>
                </a:lnSpc>
              </a:pPr>
              <a:r>
                <a:rPr lang="en-US" sz="26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Normalized Temperature Gradient</a:t>
              </a:r>
            </a:p>
            <a:p>
              <a:pPr>
                <a:lnSpc>
                  <a:spcPct val="90000"/>
                </a:lnSpc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US" sz="2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𝜉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num>
                      <m:den>
                        <m:sSub>
                          <m:sSub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𝑠𝑝</m:t>
                            </m:r>
                          </m:sub>
                        </m:sSub>
                      </m:den>
                    </m:f>
                  </m:oMath>
                </m:oMathPara>
              </a14:m>
              <a:endParaRPr lang="en-US" sz="2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Choice>
      <mc:Fallback xmlns="">
        <dgm:pt modelId="{E2122623-3A9B-4A09-B5A2-2F06C3A18187}">
          <dgm:prSet phldrT="[Text]" custT="1">
            <dgm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dgm:style>
          </dgm:prSet>
          <dgm:spPr/>
          <dgm:t>
            <a:bodyPr/>
            <a:lstStyle/>
            <a:p>
              <a:pPr>
                <a:lnSpc>
                  <a:spcPct val="100000"/>
                </a:lnSpc>
              </a:pPr>
              <a:r>
                <a:rPr lang="en-US" sz="26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Normalized Temperature Gradient</a:t>
              </a:r>
            </a:p>
            <a:p>
              <a:pPr>
                <a:lnSpc>
                  <a:spcPct val="90000"/>
                </a:lnSpc>
              </a:pPr>
              <a:r>
                <a:rPr lang="en-US" sz="2600" i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𝜉</a:t>
              </a:r>
              <a:r>
                <a:rPr lang="en-US" sz="2600" b="0" i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=𝑎/𝑆_𝑠𝑝 </a:t>
              </a:r>
              <a:endParaRPr lang="en-US" sz="2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Fallback>
    </mc:AlternateContent>
    <dgm:pt modelId="{6BC4AE71-DAAC-4F7A-97BD-8E5096B9753C}" type="parTrans" cxnId="{0DF4156F-2FCE-4392-903C-04D0B25C48C6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ln w="38100" cap="flat" cmpd="sng" algn="ctr">
          <a:solidFill>
            <a:schemeClr val="dk1"/>
          </a:solidFill>
          <a:prstDash val="solid"/>
          <a:round/>
          <a:headEnd type="none" w="med" len="med"/>
          <a:tailEnd type="arrow" w="med" len="med"/>
        </a:ln>
      </dgm:spPr>
      <dgm:t>
        <a:bodyPr/>
        <a:lstStyle/>
        <a:p>
          <a:endParaRPr lang="en-US" sz="2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5561B4D-0088-4860-BE18-F26157927256}" type="sibTrans" cxnId="{0DF4156F-2FCE-4392-903C-04D0B25C48C6}">
      <dgm:prSet/>
      <dgm:spPr/>
      <dgm:t>
        <a:bodyPr/>
        <a:lstStyle/>
        <a:p>
          <a:endParaRPr lang="en-US" sz="2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B2FB55BD-0BB5-4C5B-9C2D-5A293AC764B6}">
          <dgm:prSet phldrT="[Text]" custT="1">
            <dgm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dgm:style>
          </dgm:prSet>
          <dgm:spPr/>
          <dgm:t>
            <a:bodyPr/>
            <a:lstStyle/>
            <a:p>
              <a14:m>
                <m:oMath xmlns:m="http://schemas.openxmlformats.org/officeDocument/2006/math">
                  <m:r>
                    <a:rPr lang="en-US" sz="2600" i="1" smtClean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𝜉</m:t>
                  </m:r>
                  <m:r>
                    <a:rPr lang="en-US" sz="2600" b="0" i="1" smtClean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=0</m:t>
                  </m:r>
                </m:oMath>
              </a14:m>
              <a:r>
                <a:rPr lang="en-US" sz="2600">
                  <a:latin typeface="Times New Roman" panose="02020603050405020304" pitchFamily="18" charset="0"/>
                  <a:cs typeface="Times New Roman" panose="02020603050405020304" pitchFamily="18" charset="0"/>
                </a:rPr>
                <a:t> : Homogenous ignition</a:t>
              </a:r>
            </a:p>
          </dgm:t>
        </dgm:pt>
      </mc:Choice>
      <mc:Fallback xmlns="">
        <dgm:pt modelId="{B2FB55BD-0BB5-4C5B-9C2D-5A293AC764B6}">
          <dgm:prSet phldrT="[Text]" custT="1">
            <dgm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dgm:style>
          </dgm:prSet>
          <dgm:spPr/>
          <dgm:t>
            <a:bodyPr/>
            <a:lstStyle/>
            <a:p>
              <a:r>
                <a:rPr lang="en-US" sz="2600" i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𝜉</a:t>
              </a:r>
              <a:r>
                <a:rPr lang="en-US" sz="2600" b="0" i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=0</a:t>
              </a:r>
              <a:r>
                <a:rPr lang="en-US" sz="2600">
                  <a:latin typeface="Times New Roman" panose="02020603050405020304" pitchFamily="18" charset="0"/>
                  <a:cs typeface="Times New Roman" panose="02020603050405020304" pitchFamily="18" charset="0"/>
                </a:rPr>
                <a:t> : Homogenous ignition</a:t>
              </a:r>
            </a:p>
          </dgm:t>
        </dgm:pt>
      </mc:Fallback>
    </mc:AlternateContent>
    <dgm:pt modelId="{848F8FFF-629E-4FAB-86EA-E714A0F06DFD}" type="parTrans" cxnId="{2D099100-1F82-48F2-80B7-8359F46F147F}">
      <dgm:prSet custT="1"/>
      <dgm:spPr>
        <a:ln w="38100"/>
      </dgm:spPr>
      <dgm:t>
        <a:bodyPr/>
        <a:lstStyle/>
        <a:p>
          <a:endParaRPr lang="en-US" sz="2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74EC3F0-33C5-4E71-98C5-EAD0823AA6AD}" type="sibTrans" cxnId="{2D099100-1F82-48F2-80B7-8359F46F147F}">
      <dgm:prSet/>
      <dgm:spPr/>
      <dgm:t>
        <a:bodyPr/>
        <a:lstStyle/>
        <a:p>
          <a:endParaRPr lang="en-US" sz="2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B24A7712-B62E-4D0D-B6A6-43DACB912046}">
          <dgm:prSet phldrT="[Text]" phldr="0" custT="1">
            <dgm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dgm:style>
          </dgm:prSet>
          <dgm:spPr/>
          <dgm:t>
            <a:bodyPr/>
            <a:lstStyle/>
            <a:p>
              <a14:m>
                <m:oMath xmlns:m="http://schemas.openxmlformats.org/officeDocument/2006/math">
                  <m:r>
                    <a:rPr lang="en-US" sz="2600" i="1" smtClean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𝜉</m:t>
                  </m:r>
                  <m:r>
                    <a:rPr lang="en-US" sz="2600" b="0" i="1" smtClean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&lt;1</m:t>
                  </m:r>
                </m:oMath>
              </a14:m>
              <a:r>
                <a:rPr lang="en-US" sz="2600">
                  <a:latin typeface="Times New Roman" panose="02020603050405020304" pitchFamily="18" charset="0"/>
                  <a:cs typeface="Times New Roman" panose="02020603050405020304" pitchFamily="18" charset="0"/>
                </a:rPr>
                <a:t> : Supersonic Deflagration</a:t>
              </a:r>
            </a:p>
          </dgm:t>
        </dgm:pt>
      </mc:Choice>
      <mc:Fallback xmlns="">
        <dgm:pt modelId="{B24A7712-B62E-4D0D-B6A6-43DACB912046}">
          <dgm:prSet phldrT="[Text]" phldr="0" custT="1">
            <dgm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dgm:style>
          </dgm:prSet>
          <dgm:spPr/>
          <dgm:t>
            <a:bodyPr/>
            <a:lstStyle/>
            <a:p>
              <a:r>
                <a:rPr lang="en-US" sz="2600" i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𝜉</a:t>
              </a:r>
              <a:r>
                <a:rPr lang="en-US" sz="2600" b="0" i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&lt;1</a:t>
              </a:r>
              <a:r>
                <a:rPr lang="en-US" sz="2600">
                  <a:latin typeface="Times New Roman" panose="02020603050405020304" pitchFamily="18" charset="0"/>
                  <a:cs typeface="Times New Roman" panose="02020603050405020304" pitchFamily="18" charset="0"/>
                </a:rPr>
                <a:t> : Supersonic Deflagration</a:t>
              </a:r>
            </a:p>
          </dgm:t>
        </dgm:pt>
      </mc:Fallback>
    </mc:AlternateContent>
    <dgm:pt modelId="{371A74DB-E4D6-4C92-9B8D-41D6BC3CCC3A}" type="parTrans" cxnId="{11BEB3FE-0859-4795-A548-DEB7FE2F2691}">
      <dgm:prSet custT="1"/>
      <dgm:spPr>
        <a:ln w="38100"/>
      </dgm:spPr>
      <dgm:t>
        <a:bodyPr/>
        <a:lstStyle/>
        <a:p>
          <a:endParaRPr lang="en-US" sz="2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577CEA2-A2CD-4E91-854A-A6A644DBFEA5}" type="sibTrans" cxnId="{11BEB3FE-0859-4795-A548-DEB7FE2F2691}">
      <dgm:prSet/>
      <dgm:spPr/>
      <dgm:t>
        <a:bodyPr/>
        <a:lstStyle/>
        <a:p>
          <a:endParaRPr lang="en-US" sz="2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7D0CE39E-12EC-4BFF-9E60-86B05D5ED317}">
          <dgm:prSet phldrT="[Text]" phldr="0" custT="1">
            <dgm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dgm:style>
          </dgm:prSet>
          <dgm:spPr/>
          <dgm:t>
            <a:bodyPr/>
            <a:lstStyle/>
            <a:p>
              <a:pPr>
                <a:lnSpc>
                  <a:spcPct val="100000"/>
                </a:lnSpc>
              </a:pPr>
              <a:r>
                <a:rPr lang="en-US" sz="2600" b="0" i="1" dirty="0">
                  <a:latin typeface="Cambria Math" panose="02040503050406030204" pitchFamily="18" charset="0"/>
                  <a:cs typeface="Times New Roman" panose="02020603050405020304" pitchFamily="18" charset="0"/>
                </a:rPr>
                <a:t>Sankaran Number</a:t>
              </a:r>
            </a:p>
            <a:p>
              <a:pPr>
                <a:lnSpc>
                  <a:spcPct val="90000"/>
                </a:lnSpc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𝑆𝑎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f>
                      <m:fPr>
                        <m:ctrlP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𝑠𝑝</m:t>
                            </m:r>
                          </m:sub>
                        </m:sSub>
                      </m:den>
                    </m:f>
                  </m:oMath>
                </m:oMathPara>
              </a14:m>
              <a:endParaRPr lang="en-US" sz="2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Choice>
      <mc:Fallback xmlns="">
        <dgm:pt modelId="{7D0CE39E-12EC-4BFF-9E60-86B05D5ED317}">
          <dgm:prSet phldrT="[Text]" phldr="0" custT="1">
            <dgm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dgm:style>
          </dgm:prSet>
          <dgm:spPr/>
          <dgm:t>
            <a:bodyPr/>
            <a:lstStyle/>
            <a:p>
              <a:pPr>
                <a:lnSpc>
                  <a:spcPct val="100000"/>
                </a:lnSpc>
              </a:pPr>
              <a:r>
                <a:rPr lang="en-US" sz="2600" b="0" i="1" dirty="0">
                  <a:latin typeface="Cambria Math" panose="02040503050406030204" pitchFamily="18" charset="0"/>
                  <a:cs typeface="Times New Roman" panose="02020603050405020304" pitchFamily="18" charset="0"/>
                </a:rPr>
                <a:t>Sankaran Number</a:t>
              </a:r>
            </a:p>
            <a:p>
              <a:pPr>
                <a:lnSpc>
                  <a:spcPct val="90000"/>
                </a:lnSpc>
              </a:pPr>
              <a:r>
                <a:rPr lang="en-US" sz="2600" b="0" i="0">
                  <a:latin typeface="Cambria Math" panose="02040503050406030204" pitchFamily="18" charset="0"/>
                  <a:cs typeface="Times New Roman" panose="02020603050405020304" pitchFamily="18" charset="0"/>
                </a:rPr>
                <a:t>𝑆𝑎=</a:t>
              </a:r>
              <a:r>
                <a:rPr lang="en-US" sz="2600" b="0" i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𝛽 𝑆_𝐿/𝑆_𝑠𝑝 </a:t>
              </a:r>
              <a:endParaRPr lang="en-US" sz="2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Fallback>
    </mc:AlternateContent>
    <dgm:pt modelId="{3C8075D6-BB92-497D-B283-4EC7877B20AB}" type="parTrans" cxnId="{C3E1A3B5-BF1C-449A-9750-8605196CB473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ln w="38100" cap="flat" cmpd="sng" algn="ctr">
          <a:solidFill>
            <a:schemeClr val="dk1"/>
          </a:solidFill>
          <a:prstDash val="solid"/>
          <a:round/>
          <a:headEnd type="none" w="med" len="med"/>
          <a:tailEnd type="arrow" w="med" len="med"/>
        </a:ln>
      </dgm:spPr>
      <dgm:t>
        <a:bodyPr/>
        <a:lstStyle/>
        <a:p>
          <a:endParaRPr lang="en-US" sz="2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6ED1239-C341-409A-944C-56833E4C290F}" type="sibTrans" cxnId="{C3E1A3B5-BF1C-449A-9750-8605196CB473}">
      <dgm:prSet/>
      <dgm:spPr/>
      <dgm:t>
        <a:bodyPr/>
        <a:lstStyle/>
        <a:p>
          <a:endParaRPr lang="en-US" sz="2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1F72A675-A0F5-4D43-AC3D-338092A6FA80}">
          <dgm:prSet phldrT="[Text]" phldr="0" custT="1">
            <dgm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dgm:style>
          </dgm:prSet>
          <dgm:spPr/>
          <dgm:t>
            <a:bodyPr/>
            <a:lstStyle/>
            <a:p>
              <a14:m>
                <m:oMath xmlns:m="http://schemas.openxmlformats.org/officeDocument/2006/math">
                  <m:r>
                    <a:rPr lang="en-US" sz="2600" b="0" i="1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𝑆𝑎</m:t>
                  </m:r>
                  <m:r>
                    <a:rPr lang="en-US" sz="2600" b="0" i="1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&lt;1</m:t>
                  </m:r>
                </m:oMath>
              </a14:m>
              <a:r>
                <a:rPr lang="en-US" sz="2600">
                  <a:latin typeface="Times New Roman" panose="02020603050405020304" pitchFamily="18" charset="0"/>
                  <a:cs typeface="Times New Roman" panose="02020603050405020304" pitchFamily="18" charset="0"/>
                </a:rPr>
                <a:t> : Strong ignition</a:t>
              </a:r>
            </a:p>
          </dgm:t>
        </dgm:pt>
      </mc:Choice>
      <mc:Fallback xmlns="">
        <dgm:pt modelId="{1F72A675-A0F5-4D43-AC3D-338092A6FA80}">
          <dgm:prSet phldrT="[Text]" phldr="0" custT="1">
            <dgm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dgm:style>
          </dgm:prSet>
          <dgm:spPr/>
          <dgm:t>
            <a:bodyPr/>
            <a:lstStyle/>
            <a:p>
              <a:r>
                <a:rPr lang="en-US" sz="2600" b="0" i="0">
                  <a:latin typeface="Cambria Math" panose="02040503050406030204" pitchFamily="18" charset="0"/>
                  <a:cs typeface="Times New Roman" panose="02020603050405020304" pitchFamily="18" charset="0"/>
                </a:rPr>
                <a:t>𝑆𝑎&lt;1</a:t>
              </a:r>
              <a:r>
                <a:rPr lang="en-US" sz="2600">
                  <a:latin typeface="Times New Roman" panose="02020603050405020304" pitchFamily="18" charset="0"/>
                  <a:cs typeface="Times New Roman" panose="02020603050405020304" pitchFamily="18" charset="0"/>
                </a:rPr>
                <a:t> : Strong ignition</a:t>
              </a:r>
            </a:p>
          </dgm:t>
        </dgm:pt>
      </mc:Fallback>
    </mc:AlternateContent>
    <dgm:pt modelId="{D94E5A02-6F1E-423B-8D31-FD0C2597037E}" type="parTrans" cxnId="{94C62842-924C-458A-8219-80EB0EFD81F3}">
      <dgm:prSet custT="1"/>
      <dgm:spPr>
        <a:ln w="38100"/>
      </dgm:spPr>
      <dgm:t>
        <a:bodyPr/>
        <a:lstStyle/>
        <a:p>
          <a:endParaRPr lang="en-US" sz="2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AE8C596-9700-4359-8A0E-5D4C8BF20BFB}" type="sibTrans" cxnId="{94C62842-924C-458A-8219-80EB0EFD81F3}">
      <dgm:prSet/>
      <dgm:spPr/>
      <dgm:t>
        <a:bodyPr/>
        <a:lstStyle/>
        <a:p>
          <a:endParaRPr lang="en-US" sz="2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C4F79F06-8EB1-447D-BDC7-71106C5DE317}">
          <dgm:prSet phldrT="[Text]" phldr="0" custT="1">
            <dgm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dgm:style>
          </dgm:prSet>
          <dgm:spPr/>
          <dgm:t>
            <a:bodyPr/>
            <a:lstStyle/>
            <a:p>
              <a14:m>
                <m:oMath xmlns:m="http://schemas.openxmlformats.org/officeDocument/2006/math">
                  <m:r>
                    <a:rPr lang="en-US" sz="2600" b="0" i="1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𝑆𝑎</m:t>
                  </m:r>
                  <m:r>
                    <a:rPr lang="en-US" sz="2600" b="0" i="1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&gt;1</m:t>
                  </m:r>
                </m:oMath>
              </a14:m>
              <a:r>
                <a:rPr lang="en-US" sz="2600">
                  <a:latin typeface="Times New Roman" panose="02020603050405020304" pitchFamily="18" charset="0"/>
                  <a:cs typeface="Times New Roman" panose="02020603050405020304" pitchFamily="18" charset="0"/>
                </a:rPr>
                <a:t> : Weak ignition/Deflagration</a:t>
              </a:r>
            </a:p>
          </dgm:t>
        </dgm:pt>
      </mc:Choice>
      <mc:Fallback xmlns="">
        <dgm:pt modelId="{C4F79F06-8EB1-447D-BDC7-71106C5DE317}">
          <dgm:prSet phldrT="[Text]" phldr="0" custT="1">
            <dgm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dgm:style>
          </dgm:prSet>
          <dgm:spPr/>
          <dgm:t>
            <a:bodyPr/>
            <a:lstStyle/>
            <a:p>
              <a:r>
                <a:rPr lang="en-US" sz="2600" b="0" i="0">
                  <a:latin typeface="Cambria Math" panose="02040503050406030204" pitchFamily="18" charset="0"/>
                  <a:cs typeface="Times New Roman" panose="02020603050405020304" pitchFamily="18" charset="0"/>
                </a:rPr>
                <a:t>𝑆𝑎&gt;1</a:t>
              </a:r>
              <a:r>
                <a:rPr lang="en-US" sz="2600">
                  <a:latin typeface="Times New Roman" panose="02020603050405020304" pitchFamily="18" charset="0"/>
                  <a:cs typeface="Times New Roman" panose="02020603050405020304" pitchFamily="18" charset="0"/>
                </a:rPr>
                <a:t> : Weak ignition/Deflagration</a:t>
              </a:r>
            </a:p>
          </dgm:t>
        </dgm:pt>
      </mc:Fallback>
    </mc:AlternateContent>
    <dgm:pt modelId="{6712AFD4-200E-4884-B098-F6686EA9C0EC}" type="parTrans" cxnId="{D338380F-B64B-4F07-BF68-25AB4EC573EE}">
      <dgm:prSet custT="1"/>
      <dgm:spPr>
        <a:ln w="38100"/>
      </dgm:spPr>
      <dgm:t>
        <a:bodyPr/>
        <a:lstStyle/>
        <a:p>
          <a:endParaRPr lang="en-US" sz="2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61EEC67-E211-40E0-A281-7D77216F8514}" type="sibTrans" cxnId="{D338380F-B64B-4F07-BF68-25AB4EC573EE}">
      <dgm:prSet/>
      <dgm:spPr/>
      <dgm:t>
        <a:bodyPr/>
        <a:lstStyle/>
        <a:p>
          <a:endParaRPr lang="en-US" sz="2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D4461D25-2928-435B-B2E1-B804A7726E89}">
          <dgm:prSet phldrT="[Text]" phldr="0" custT="1">
            <dgm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dgm:style>
          </dgm:prSet>
          <dgm:spPr/>
          <dgm:t>
            <a:bodyPr/>
            <a:lstStyle/>
            <a:p>
              <a14:m>
                <m:oMath xmlns:m="http://schemas.openxmlformats.org/officeDocument/2006/math">
                  <m:r>
                    <a:rPr lang="en-US" sz="2600" i="1" smtClean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𝜉</m:t>
                  </m:r>
                  <m:r>
                    <a:rPr lang="en-US" sz="2600" b="0" i="1" smtClean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≈</m:t>
                  </m:r>
                  <m:r>
                    <a:rPr lang="en-US" sz="2600" b="0" i="1" smtClean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𝑂</m:t>
                  </m:r>
                  <m:r>
                    <a:rPr lang="en-US" sz="2600" b="0" i="1" smtClean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(1−10)</m:t>
                  </m:r>
                </m:oMath>
              </a14:m>
              <a:r>
                <a:rPr lang="en-US" sz="2600">
                  <a:latin typeface="Times New Roman" panose="02020603050405020304" pitchFamily="18" charset="0"/>
                  <a:cs typeface="Times New Roman" panose="02020603050405020304" pitchFamily="18" charset="0"/>
                </a:rPr>
                <a:t> : Detonation</a:t>
              </a:r>
            </a:p>
          </dgm:t>
        </dgm:pt>
      </mc:Choice>
      <mc:Fallback xmlns="">
        <dgm:pt modelId="{D4461D25-2928-435B-B2E1-B804A7726E89}">
          <dgm:prSet phldrT="[Text]" phldr="0" custT="1">
            <dgm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dgm:style>
          </dgm:prSet>
          <dgm:spPr/>
          <dgm:t>
            <a:bodyPr/>
            <a:lstStyle/>
            <a:p>
              <a:r>
                <a:rPr lang="en-US" sz="2600" i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𝜉</a:t>
              </a:r>
              <a:r>
                <a:rPr lang="en-US" sz="2600" b="0" i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≈𝑂(1−10)</a:t>
              </a:r>
              <a:r>
                <a:rPr lang="en-US" sz="2600">
                  <a:latin typeface="Times New Roman" panose="02020603050405020304" pitchFamily="18" charset="0"/>
                  <a:cs typeface="Times New Roman" panose="02020603050405020304" pitchFamily="18" charset="0"/>
                </a:rPr>
                <a:t> : Detonation</a:t>
              </a:r>
            </a:p>
          </dgm:t>
        </dgm:pt>
      </mc:Fallback>
    </mc:AlternateContent>
    <dgm:pt modelId="{E065FB1B-32C3-4909-BD2F-F764E5CA855B}" type="parTrans" cxnId="{26F80E1D-1F60-4EAB-99BB-4C40FD3C6E5E}">
      <dgm:prSet/>
      <dgm:spPr>
        <a:ln w="38100"/>
      </dgm:spPr>
      <dgm:t>
        <a:bodyPr/>
        <a:lstStyle/>
        <a:p>
          <a:endParaRPr lang="en-US"/>
        </a:p>
      </dgm:t>
    </dgm:pt>
    <dgm:pt modelId="{9767517B-F858-47B0-B59B-20838E7B85C1}" type="sibTrans" cxnId="{26F80E1D-1F60-4EAB-99BB-4C40FD3C6E5E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69A4D01A-8CEC-4BE7-8AC1-ACC75A7FA70F}">
          <dgm:prSet phldrT="[Text]" phldr="0" custT="1">
            <dgm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dgm:style>
          </dgm:prSet>
          <dgm:spPr/>
          <dgm:t>
            <a:bodyPr/>
            <a:lstStyle/>
            <a:p>
              <a14:m>
                <m:oMath xmlns:m="http://schemas.openxmlformats.org/officeDocument/2006/math">
                  <m:r>
                    <a:rPr lang="en-US" sz="2600" i="1" smtClean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𝜉</m:t>
                  </m:r>
                  <m:r>
                    <a:rPr lang="en-US" sz="2600" b="0" i="1" smtClean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≈</m:t>
                  </m:r>
                  <m:r>
                    <a:rPr lang="en-US" sz="2600" b="0" i="1" smtClean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𝑂</m:t>
                  </m:r>
                  <m:r>
                    <a:rPr lang="en-US" sz="2600" b="0" i="1" smtClean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(100)</m:t>
                  </m:r>
                </m:oMath>
              </a14:m>
              <a:r>
                <a:rPr lang="en-US" sz="2600">
                  <a:latin typeface="Times New Roman" panose="02020603050405020304" pitchFamily="18" charset="0"/>
                  <a:cs typeface="Times New Roman" panose="02020603050405020304" pitchFamily="18" charset="0"/>
                </a:rPr>
                <a:t> : Deflagration</a:t>
              </a:r>
            </a:p>
          </dgm:t>
        </dgm:pt>
      </mc:Choice>
      <mc:Fallback xmlns="">
        <dgm:pt modelId="{69A4D01A-8CEC-4BE7-8AC1-ACC75A7FA70F}">
          <dgm:prSet phldrT="[Text]" phldr="0" custT="1">
            <dgm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dgm:style>
          </dgm:prSet>
          <dgm:spPr/>
          <dgm:t>
            <a:bodyPr/>
            <a:lstStyle/>
            <a:p>
              <a:r>
                <a:rPr lang="en-US" sz="2600" i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𝜉</a:t>
              </a:r>
              <a:r>
                <a:rPr lang="en-US" sz="2600" b="0" i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≈𝑂(100)</a:t>
              </a:r>
              <a:r>
                <a:rPr lang="en-US" sz="2600">
                  <a:latin typeface="Times New Roman" panose="02020603050405020304" pitchFamily="18" charset="0"/>
                  <a:cs typeface="Times New Roman" panose="02020603050405020304" pitchFamily="18" charset="0"/>
                </a:rPr>
                <a:t> : Deflagration</a:t>
              </a:r>
            </a:p>
          </dgm:t>
        </dgm:pt>
      </mc:Fallback>
    </mc:AlternateContent>
    <dgm:pt modelId="{47EDDC8F-7B8F-4648-BA53-210388CA2690}" type="parTrans" cxnId="{139C89AE-FB34-412A-BE77-8378B0324491}">
      <dgm:prSet/>
      <dgm:spPr>
        <a:ln w="38100"/>
      </dgm:spPr>
      <dgm:t>
        <a:bodyPr/>
        <a:lstStyle/>
        <a:p>
          <a:endParaRPr lang="en-US"/>
        </a:p>
      </dgm:t>
    </dgm:pt>
    <dgm:pt modelId="{0D04B328-B53E-4BBB-B5C6-4DB44EDB9D5A}" type="sibTrans" cxnId="{139C89AE-FB34-412A-BE77-8378B0324491}">
      <dgm:prSet/>
      <dgm:spPr/>
      <dgm:t>
        <a:bodyPr/>
        <a:lstStyle/>
        <a:p>
          <a:endParaRPr lang="en-US"/>
        </a:p>
      </dgm:t>
    </dgm:pt>
    <dgm:pt modelId="{B0CBF4AA-A6BF-48F4-A829-591D8A7F67C9}" type="pres">
      <dgm:prSet presAssocID="{930D2980-3091-4ED3-ABDB-0356495A7624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32D21451-3806-440D-96D6-4048FD3A1D4A}" type="pres">
      <dgm:prSet presAssocID="{F3261B6D-D23A-4014-B3EF-9B9BB88B736E}" presName="root1" presStyleCnt="0"/>
      <dgm:spPr/>
    </dgm:pt>
    <dgm:pt modelId="{85F3DB01-75FA-48C5-8034-6ECC04D12F25}" type="pres">
      <dgm:prSet presAssocID="{F3261B6D-D23A-4014-B3EF-9B9BB88B736E}" presName="LevelOneTextNode" presStyleLbl="node0" presStyleIdx="0" presStyleCnt="1" custScaleX="295488" custScaleY="339273">
        <dgm:presLayoutVars>
          <dgm:chPref val="3"/>
        </dgm:presLayoutVars>
      </dgm:prSet>
      <dgm:spPr/>
    </dgm:pt>
    <dgm:pt modelId="{8AF5B6BA-545F-48ED-A459-D541FCBF2058}" type="pres">
      <dgm:prSet presAssocID="{F3261B6D-D23A-4014-B3EF-9B9BB88B736E}" presName="level2hierChild" presStyleCnt="0"/>
      <dgm:spPr/>
    </dgm:pt>
    <dgm:pt modelId="{0C98AE46-6E8C-40C3-B474-FC30B6589BE5}" type="pres">
      <dgm:prSet presAssocID="{6BC4AE71-DAAC-4F7A-97BD-8E5096B9753C}" presName="conn2-1" presStyleLbl="parChTrans1D2" presStyleIdx="0" presStyleCnt="2"/>
      <dgm:spPr/>
    </dgm:pt>
    <dgm:pt modelId="{43F25AEC-04E1-4AEE-94C8-60EC9F07E409}" type="pres">
      <dgm:prSet presAssocID="{6BC4AE71-DAAC-4F7A-97BD-8E5096B9753C}" presName="connTx" presStyleLbl="parChTrans1D2" presStyleIdx="0" presStyleCnt="2"/>
      <dgm:spPr/>
    </dgm:pt>
    <dgm:pt modelId="{DAC44BA7-4CA7-4965-9A12-D0F3AAF85782}" type="pres">
      <dgm:prSet presAssocID="{E2122623-3A9B-4A09-B5A2-2F06C3A18187}" presName="root2" presStyleCnt="0"/>
      <dgm:spPr/>
    </dgm:pt>
    <dgm:pt modelId="{EB613515-5DDF-47D3-A9D1-5F8F9BAEE03D}" type="pres">
      <dgm:prSet presAssocID="{E2122623-3A9B-4A09-B5A2-2F06C3A18187}" presName="LevelTwoTextNode" presStyleLbl="node2" presStyleIdx="0" presStyleCnt="2" custScaleX="287276" custScaleY="322696">
        <dgm:presLayoutVars>
          <dgm:chPref val="3"/>
        </dgm:presLayoutVars>
      </dgm:prSet>
      <dgm:spPr/>
    </dgm:pt>
    <dgm:pt modelId="{6C0761F4-6FA6-4217-8431-3206C2CAE008}" type="pres">
      <dgm:prSet presAssocID="{E2122623-3A9B-4A09-B5A2-2F06C3A18187}" presName="level3hierChild" presStyleCnt="0"/>
      <dgm:spPr/>
    </dgm:pt>
    <dgm:pt modelId="{E0876CAF-7E81-4FA5-8D64-6F34EE283A0F}" type="pres">
      <dgm:prSet presAssocID="{848F8FFF-629E-4FAB-86EA-E714A0F06DFD}" presName="conn2-1" presStyleLbl="parChTrans1D3" presStyleIdx="0" presStyleCnt="6"/>
      <dgm:spPr/>
    </dgm:pt>
    <dgm:pt modelId="{F126FF73-5D76-459D-AD89-887282643450}" type="pres">
      <dgm:prSet presAssocID="{848F8FFF-629E-4FAB-86EA-E714A0F06DFD}" presName="connTx" presStyleLbl="parChTrans1D3" presStyleIdx="0" presStyleCnt="6"/>
      <dgm:spPr/>
    </dgm:pt>
    <dgm:pt modelId="{3ABEB46D-AAE9-471C-BDBC-FDA92FC3B339}" type="pres">
      <dgm:prSet presAssocID="{B2FB55BD-0BB5-4C5B-9C2D-5A293AC764B6}" presName="root2" presStyleCnt="0"/>
      <dgm:spPr/>
    </dgm:pt>
    <dgm:pt modelId="{2768F7FB-ED4E-41D4-ACD9-7C4902AF4656}" type="pres">
      <dgm:prSet presAssocID="{B2FB55BD-0BB5-4C5B-9C2D-5A293AC764B6}" presName="LevelTwoTextNode" presStyleLbl="node3" presStyleIdx="0" presStyleCnt="6" custScaleX="419848" custLinFactNeighborY="23984">
        <dgm:presLayoutVars>
          <dgm:chPref val="3"/>
        </dgm:presLayoutVars>
      </dgm:prSet>
      <dgm:spPr/>
    </dgm:pt>
    <dgm:pt modelId="{CC027321-35A4-405D-860E-F7EFBD4E3C8F}" type="pres">
      <dgm:prSet presAssocID="{B2FB55BD-0BB5-4C5B-9C2D-5A293AC764B6}" presName="level3hierChild" presStyleCnt="0"/>
      <dgm:spPr/>
    </dgm:pt>
    <dgm:pt modelId="{9B5A5A91-2D1A-4F94-9114-DF630AF74EC3}" type="pres">
      <dgm:prSet presAssocID="{371A74DB-E4D6-4C92-9B8D-41D6BC3CCC3A}" presName="conn2-1" presStyleLbl="parChTrans1D3" presStyleIdx="1" presStyleCnt="6"/>
      <dgm:spPr/>
    </dgm:pt>
    <dgm:pt modelId="{075024A1-E04A-4C83-8029-EA29FC431666}" type="pres">
      <dgm:prSet presAssocID="{371A74DB-E4D6-4C92-9B8D-41D6BC3CCC3A}" presName="connTx" presStyleLbl="parChTrans1D3" presStyleIdx="1" presStyleCnt="6"/>
      <dgm:spPr/>
    </dgm:pt>
    <dgm:pt modelId="{52D7BDA7-5AD5-4C29-91D9-918BFE4AAD05}" type="pres">
      <dgm:prSet presAssocID="{B24A7712-B62E-4D0D-B6A6-43DACB912046}" presName="root2" presStyleCnt="0"/>
      <dgm:spPr/>
    </dgm:pt>
    <dgm:pt modelId="{5C49069A-0587-4FBA-8E14-DED7063C0573}" type="pres">
      <dgm:prSet presAssocID="{B24A7712-B62E-4D0D-B6A6-43DACB912046}" presName="LevelTwoTextNode" presStyleLbl="node3" presStyleIdx="1" presStyleCnt="6" custScaleX="419848" custLinFactNeighborY="23984">
        <dgm:presLayoutVars>
          <dgm:chPref val="3"/>
        </dgm:presLayoutVars>
      </dgm:prSet>
      <dgm:spPr/>
    </dgm:pt>
    <dgm:pt modelId="{49249A6E-D3F8-4E4E-A7DA-03A7540C9C09}" type="pres">
      <dgm:prSet presAssocID="{B24A7712-B62E-4D0D-B6A6-43DACB912046}" presName="level3hierChild" presStyleCnt="0"/>
      <dgm:spPr/>
    </dgm:pt>
    <dgm:pt modelId="{617BE5CF-4B6F-493A-9EDF-462CAA7605D8}" type="pres">
      <dgm:prSet presAssocID="{E065FB1B-32C3-4909-BD2F-F764E5CA855B}" presName="conn2-1" presStyleLbl="parChTrans1D3" presStyleIdx="2" presStyleCnt="6"/>
      <dgm:spPr/>
    </dgm:pt>
    <dgm:pt modelId="{FD350969-46C5-4EAB-A128-FA336524AB39}" type="pres">
      <dgm:prSet presAssocID="{E065FB1B-32C3-4909-BD2F-F764E5CA855B}" presName="connTx" presStyleLbl="parChTrans1D3" presStyleIdx="2" presStyleCnt="6"/>
      <dgm:spPr/>
    </dgm:pt>
    <dgm:pt modelId="{A8E3EC98-4B9C-403A-A594-C6648603A422}" type="pres">
      <dgm:prSet presAssocID="{D4461D25-2928-435B-B2E1-B804A7726E89}" presName="root2" presStyleCnt="0"/>
      <dgm:spPr/>
    </dgm:pt>
    <dgm:pt modelId="{6BE1A7E0-FB0B-4A2F-96E3-A14958841E39}" type="pres">
      <dgm:prSet presAssocID="{D4461D25-2928-435B-B2E1-B804A7726E89}" presName="LevelTwoTextNode" presStyleLbl="node3" presStyleIdx="2" presStyleCnt="6" custScaleX="419848" custLinFactNeighborY="23984">
        <dgm:presLayoutVars>
          <dgm:chPref val="3"/>
        </dgm:presLayoutVars>
      </dgm:prSet>
      <dgm:spPr/>
    </dgm:pt>
    <dgm:pt modelId="{03B8787F-B963-4713-B449-29755E5A532D}" type="pres">
      <dgm:prSet presAssocID="{D4461D25-2928-435B-B2E1-B804A7726E89}" presName="level3hierChild" presStyleCnt="0"/>
      <dgm:spPr/>
    </dgm:pt>
    <dgm:pt modelId="{17AAF235-FC04-4A3A-89C0-553429A7A129}" type="pres">
      <dgm:prSet presAssocID="{47EDDC8F-7B8F-4648-BA53-210388CA2690}" presName="conn2-1" presStyleLbl="parChTrans1D3" presStyleIdx="3" presStyleCnt="6"/>
      <dgm:spPr/>
    </dgm:pt>
    <dgm:pt modelId="{5A011500-CA48-433B-A109-10332294B499}" type="pres">
      <dgm:prSet presAssocID="{47EDDC8F-7B8F-4648-BA53-210388CA2690}" presName="connTx" presStyleLbl="parChTrans1D3" presStyleIdx="3" presStyleCnt="6"/>
      <dgm:spPr/>
    </dgm:pt>
    <dgm:pt modelId="{4BB9708B-2415-421C-B8E4-401886D0EBBD}" type="pres">
      <dgm:prSet presAssocID="{69A4D01A-8CEC-4BE7-8AC1-ACC75A7FA70F}" presName="root2" presStyleCnt="0"/>
      <dgm:spPr/>
    </dgm:pt>
    <dgm:pt modelId="{6C607E77-E0AD-4DF6-A5D8-55FF31906E6C}" type="pres">
      <dgm:prSet presAssocID="{69A4D01A-8CEC-4BE7-8AC1-ACC75A7FA70F}" presName="LevelTwoTextNode" presStyleLbl="node3" presStyleIdx="3" presStyleCnt="6" custScaleX="419848" custLinFactNeighborY="23984">
        <dgm:presLayoutVars>
          <dgm:chPref val="3"/>
        </dgm:presLayoutVars>
      </dgm:prSet>
      <dgm:spPr/>
    </dgm:pt>
    <dgm:pt modelId="{950B9015-30AA-4159-ADD8-29B6F4C6AA70}" type="pres">
      <dgm:prSet presAssocID="{69A4D01A-8CEC-4BE7-8AC1-ACC75A7FA70F}" presName="level3hierChild" presStyleCnt="0"/>
      <dgm:spPr/>
    </dgm:pt>
    <dgm:pt modelId="{29C98C91-B7EF-402E-BB1C-2E7A2A160353}" type="pres">
      <dgm:prSet presAssocID="{3C8075D6-BB92-497D-B283-4EC7877B20AB}" presName="conn2-1" presStyleLbl="parChTrans1D2" presStyleIdx="1" presStyleCnt="2"/>
      <dgm:spPr/>
    </dgm:pt>
    <dgm:pt modelId="{49D9FC09-CCA5-47F8-B93A-566B1200F16A}" type="pres">
      <dgm:prSet presAssocID="{3C8075D6-BB92-497D-B283-4EC7877B20AB}" presName="connTx" presStyleLbl="parChTrans1D2" presStyleIdx="1" presStyleCnt="2"/>
      <dgm:spPr/>
    </dgm:pt>
    <dgm:pt modelId="{19D972FF-E481-4988-BB09-4BCAA7175296}" type="pres">
      <dgm:prSet presAssocID="{7D0CE39E-12EC-4BFF-9E60-86B05D5ED317}" presName="root2" presStyleCnt="0"/>
      <dgm:spPr/>
    </dgm:pt>
    <dgm:pt modelId="{DDDC369F-4B57-4688-B379-FCB496F266D7}" type="pres">
      <dgm:prSet presAssocID="{7D0CE39E-12EC-4BFF-9E60-86B05D5ED317}" presName="LevelTwoTextNode" presStyleLbl="node2" presStyleIdx="1" presStyleCnt="2" custScaleX="287276" custScaleY="322696" custLinFactNeighborY="3080">
        <dgm:presLayoutVars>
          <dgm:chPref val="3"/>
        </dgm:presLayoutVars>
      </dgm:prSet>
      <dgm:spPr/>
    </dgm:pt>
    <dgm:pt modelId="{9DE7EF9A-7089-43E4-8AFF-56ACABA402E8}" type="pres">
      <dgm:prSet presAssocID="{7D0CE39E-12EC-4BFF-9E60-86B05D5ED317}" presName="level3hierChild" presStyleCnt="0"/>
      <dgm:spPr/>
    </dgm:pt>
    <dgm:pt modelId="{8205A6F8-5CEC-40C0-AC9C-04123F72AF78}" type="pres">
      <dgm:prSet presAssocID="{D94E5A02-6F1E-423B-8D31-FD0C2597037E}" presName="conn2-1" presStyleLbl="parChTrans1D3" presStyleIdx="4" presStyleCnt="6"/>
      <dgm:spPr/>
    </dgm:pt>
    <dgm:pt modelId="{1F372B30-7899-4DEA-82A7-DF818DA82F4C}" type="pres">
      <dgm:prSet presAssocID="{D94E5A02-6F1E-423B-8D31-FD0C2597037E}" presName="connTx" presStyleLbl="parChTrans1D3" presStyleIdx="4" presStyleCnt="6"/>
      <dgm:spPr/>
    </dgm:pt>
    <dgm:pt modelId="{AA4A3287-B835-46A9-B666-09CC558DCE99}" type="pres">
      <dgm:prSet presAssocID="{1F72A675-A0F5-4D43-AC3D-338092A6FA80}" presName="root2" presStyleCnt="0"/>
      <dgm:spPr/>
    </dgm:pt>
    <dgm:pt modelId="{1848C372-4306-4A69-ABC2-3D02BE854E8C}" type="pres">
      <dgm:prSet presAssocID="{1F72A675-A0F5-4D43-AC3D-338092A6FA80}" presName="LevelTwoTextNode" presStyleLbl="node3" presStyleIdx="4" presStyleCnt="6" custScaleX="419848" custLinFactNeighborY="23984">
        <dgm:presLayoutVars>
          <dgm:chPref val="3"/>
        </dgm:presLayoutVars>
      </dgm:prSet>
      <dgm:spPr/>
    </dgm:pt>
    <dgm:pt modelId="{0D8FE054-827D-4140-9056-11128A4F652C}" type="pres">
      <dgm:prSet presAssocID="{1F72A675-A0F5-4D43-AC3D-338092A6FA80}" presName="level3hierChild" presStyleCnt="0"/>
      <dgm:spPr/>
    </dgm:pt>
    <dgm:pt modelId="{A358D49A-CC6E-4951-9A99-EA657C655444}" type="pres">
      <dgm:prSet presAssocID="{6712AFD4-200E-4884-B098-F6686EA9C0EC}" presName="conn2-1" presStyleLbl="parChTrans1D3" presStyleIdx="5" presStyleCnt="6"/>
      <dgm:spPr/>
    </dgm:pt>
    <dgm:pt modelId="{33CF41A2-795C-493C-AE33-6FFBA876A300}" type="pres">
      <dgm:prSet presAssocID="{6712AFD4-200E-4884-B098-F6686EA9C0EC}" presName="connTx" presStyleLbl="parChTrans1D3" presStyleIdx="5" presStyleCnt="6"/>
      <dgm:spPr/>
    </dgm:pt>
    <dgm:pt modelId="{BBEAA5F4-B903-4471-BB54-98CEA252C408}" type="pres">
      <dgm:prSet presAssocID="{C4F79F06-8EB1-447D-BDC7-71106C5DE317}" presName="root2" presStyleCnt="0"/>
      <dgm:spPr/>
    </dgm:pt>
    <dgm:pt modelId="{7A867FA6-7133-4911-915B-E27923E3DB7F}" type="pres">
      <dgm:prSet presAssocID="{C4F79F06-8EB1-447D-BDC7-71106C5DE317}" presName="LevelTwoTextNode" presStyleLbl="node3" presStyleIdx="5" presStyleCnt="6" custScaleX="419848" custLinFactNeighborY="25914">
        <dgm:presLayoutVars>
          <dgm:chPref val="3"/>
        </dgm:presLayoutVars>
      </dgm:prSet>
      <dgm:spPr/>
    </dgm:pt>
    <dgm:pt modelId="{E99F8229-7B28-44CF-BF88-615C39A51516}" type="pres">
      <dgm:prSet presAssocID="{C4F79F06-8EB1-447D-BDC7-71106C5DE317}" presName="level3hierChild" presStyleCnt="0"/>
      <dgm:spPr/>
    </dgm:pt>
  </dgm:ptLst>
  <dgm:cxnLst>
    <dgm:cxn modelId="{2D099100-1F82-48F2-80B7-8359F46F147F}" srcId="{E2122623-3A9B-4A09-B5A2-2F06C3A18187}" destId="{B2FB55BD-0BB5-4C5B-9C2D-5A293AC764B6}" srcOrd="0" destOrd="0" parTransId="{848F8FFF-629E-4FAB-86EA-E714A0F06DFD}" sibTransId="{974EC3F0-33C5-4E71-98C5-EAD0823AA6AD}"/>
    <dgm:cxn modelId="{567EAA06-0AEA-4421-938F-D03B289A9C02}" type="presOf" srcId="{930D2980-3091-4ED3-ABDB-0356495A7624}" destId="{B0CBF4AA-A6BF-48F4-A829-591D8A7F67C9}" srcOrd="0" destOrd="0" presId="urn:microsoft.com/office/officeart/2005/8/layout/hierarchy2"/>
    <dgm:cxn modelId="{D338380F-B64B-4F07-BF68-25AB4EC573EE}" srcId="{7D0CE39E-12EC-4BFF-9E60-86B05D5ED317}" destId="{C4F79F06-8EB1-447D-BDC7-71106C5DE317}" srcOrd="1" destOrd="0" parTransId="{6712AFD4-200E-4884-B098-F6686EA9C0EC}" sibTransId="{061EEC67-E211-40E0-A281-7D77216F8514}"/>
    <dgm:cxn modelId="{7C40DA10-9E4F-4FFF-B04D-9505388EE45F}" type="presOf" srcId="{3C8075D6-BB92-497D-B283-4EC7877B20AB}" destId="{29C98C91-B7EF-402E-BB1C-2E7A2A160353}" srcOrd="0" destOrd="0" presId="urn:microsoft.com/office/officeart/2005/8/layout/hierarchy2"/>
    <dgm:cxn modelId="{FF72A41B-F6BF-42AE-BD9D-17A4F2B720D7}" type="presOf" srcId="{D94E5A02-6F1E-423B-8D31-FD0C2597037E}" destId="{8205A6F8-5CEC-40C0-AC9C-04123F72AF78}" srcOrd="0" destOrd="0" presId="urn:microsoft.com/office/officeart/2005/8/layout/hierarchy2"/>
    <dgm:cxn modelId="{D00A491C-CA61-4849-8F38-577E0787B2AB}" type="presOf" srcId="{B2FB55BD-0BB5-4C5B-9C2D-5A293AC764B6}" destId="{2768F7FB-ED4E-41D4-ACD9-7C4902AF4656}" srcOrd="0" destOrd="0" presId="urn:microsoft.com/office/officeart/2005/8/layout/hierarchy2"/>
    <dgm:cxn modelId="{26F80E1D-1F60-4EAB-99BB-4C40FD3C6E5E}" srcId="{E2122623-3A9B-4A09-B5A2-2F06C3A18187}" destId="{D4461D25-2928-435B-B2E1-B804A7726E89}" srcOrd="2" destOrd="0" parTransId="{E065FB1B-32C3-4909-BD2F-F764E5CA855B}" sibTransId="{9767517B-F858-47B0-B59B-20838E7B85C1}"/>
    <dgm:cxn modelId="{B600451E-92E1-4E9C-9B12-636A5FDF8C47}" type="presOf" srcId="{D4461D25-2928-435B-B2E1-B804A7726E89}" destId="{6BE1A7E0-FB0B-4A2F-96E3-A14958841E39}" srcOrd="0" destOrd="0" presId="urn:microsoft.com/office/officeart/2005/8/layout/hierarchy2"/>
    <dgm:cxn modelId="{549E8F23-A8E5-4259-B8BE-E0C215693A15}" srcId="{930D2980-3091-4ED3-ABDB-0356495A7624}" destId="{F3261B6D-D23A-4014-B3EF-9B9BB88B736E}" srcOrd="0" destOrd="0" parTransId="{41FD682C-6A2D-4838-A669-3C0BDF316E12}" sibTransId="{8280F35D-E2D5-41E5-8AE9-B514812A01D6}"/>
    <dgm:cxn modelId="{07ECFD27-D269-465D-B922-E157A25B0C14}" type="presOf" srcId="{E2122623-3A9B-4A09-B5A2-2F06C3A18187}" destId="{EB613515-5DDF-47D3-A9D1-5F8F9BAEE03D}" srcOrd="0" destOrd="0" presId="urn:microsoft.com/office/officeart/2005/8/layout/hierarchy2"/>
    <dgm:cxn modelId="{5D4DC837-1AAA-449D-9684-B9CAAE766E09}" type="presOf" srcId="{371A74DB-E4D6-4C92-9B8D-41D6BC3CCC3A}" destId="{075024A1-E04A-4C83-8029-EA29FC431666}" srcOrd="1" destOrd="0" presId="urn:microsoft.com/office/officeart/2005/8/layout/hierarchy2"/>
    <dgm:cxn modelId="{E9110F3A-B467-44A7-AEDC-2ACA0B0AD37D}" type="presOf" srcId="{1F72A675-A0F5-4D43-AC3D-338092A6FA80}" destId="{1848C372-4306-4A69-ABC2-3D02BE854E8C}" srcOrd="0" destOrd="0" presId="urn:microsoft.com/office/officeart/2005/8/layout/hierarchy2"/>
    <dgm:cxn modelId="{B87E743B-7FBA-40C9-B129-9406901E5B41}" type="presOf" srcId="{69A4D01A-8CEC-4BE7-8AC1-ACC75A7FA70F}" destId="{6C607E77-E0AD-4DF6-A5D8-55FF31906E6C}" srcOrd="0" destOrd="0" presId="urn:microsoft.com/office/officeart/2005/8/layout/hierarchy2"/>
    <dgm:cxn modelId="{94C62842-924C-458A-8219-80EB0EFD81F3}" srcId="{7D0CE39E-12EC-4BFF-9E60-86B05D5ED317}" destId="{1F72A675-A0F5-4D43-AC3D-338092A6FA80}" srcOrd="0" destOrd="0" parTransId="{D94E5A02-6F1E-423B-8D31-FD0C2597037E}" sibTransId="{7AE8C596-9700-4359-8A0E-5D4C8BF20BFB}"/>
    <dgm:cxn modelId="{2C0E3962-1906-4C40-A730-21F8FE8061AE}" type="presOf" srcId="{47EDDC8F-7B8F-4648-BA53-210388CA2690}" destId="{5A011500-CA48-433B-A109-10332294B499}" srcOrd="1" destOrd="0" presId="urn:microsoft.com/office/officeart/2005/8/layout/hierarchy2"/>
    <dgm:cxn modelId="{545DB562-29EC-4447-BFB2-6B58148D73B5}" type="presOf" srcId="{6BC4AE71-DAAC-4F7A-97BD-8E5096B9753C}" destId="{43F25AEC-04E1-4AEE-94C8-60EC9F07E409}" srcOrd="1" destOrd="0" presId="urn:microsoft.com/office/officeart/2005/8/layout/hierarchy2"/>
    <dgm:cxn modelId="{B3A05947-C20D-48CA-B1DD-FA57BA894E47}" type="presOf" srcId="{848F8FFF-629E-4FAB-86EA-E714A0F06DFD}" destId="{E0876CAF-7E81-4FA5-8D64-6F34EE283A0F}" srcOrd="0" destOrd="0" presId="urn:microsoft.com/office/officeart/2005/8/layout/hierarchy2"/>
    <dgm:cxn modelId="{E93D9168-7293-4D93-82E5-28C0A030FDA6}" type="presOf" srcId="{6712AFD4-200E-4884-B098-F6686EA9C0EC}" destId="{33CF41A2-795C-493C-AE33-6FFBA876A300}" srcOrd="1" destOrd="0" presId="urn:microsoft.com/office/officeart/2005/8/layout/hierarchy2"/>
    <dgm:cxn modelId="{3C952A4E-710B-45D6-B4ED-8FF17DA526E2}" type="presOf" srcId="{371A74DB-E4D6-4C92-9B8D-41D6BC3CCC3A}" destId="{9B5A5A91-2D1A-4F94-9114-DF630AF74EC3}" srcOrd="0" destOrd="0" presId="urn:microsoft.com/office/officeart/2005/8/layout/hierarchy2"/>
    <dgm:cxn modelId="{0DF4156F-2FCE-4392-903C-04D0B25C48C6}" srcId="{F3261B6D-D23A-4014-B3EF-9B9BB88B736E}" destId="{E2122623-3A9B-4A09-B5A2-2F06C3A18187}" srcOrd="0" destOrd="0" parTransId="{6BC4AE71-DAAC-4F7A-97BD-8E5096B9753C}" sibTransId="{D5561B4D-0088-4860-BE18-F26157927256}"/>
    <dgm:cxn modelId="{39530471-99F5-4FAD-89EA-02E486F1CFAD}" type="presOf" srcId="{47EDDC8F-7B8F-4648-BA53-210388CA2690}" destId="{17AAF235-FC04-4A3A-89C0-553429A7A129}" srcOrd="0" destOrd="0" presId="urn:microsoft.com/office/officeart/2005/8/layout/hierarchy2"/>
    <dgm:cxn modelId="{20EBFB73-F5A3-421E-9420-41AEFFD6180B}" type="presOf" srcId="{6BC4AE71-DAAC-4F7A-97BD-8E5096B9753C}" destId="{0C98AE46-6E8C-40C3-B474-FC30B6589BE5}" srcOrd="0" destOrd="0" presId="urn:microsoft.com/office/officeart/2005/8/layout/hierarchy2"/>
    <dgm:cxn modelId="{908BAA83-2FF2-4164-B0BF-E2E1E5E102B5}" type="presOf" srcId="{7D0CE39E-12EC-4BFF-9E60-86B05D5ED317}" destId="{DDDC369F-4B57-4688-B379-FCB496F266D7}" srcOrd="0" destOrd="0" presId="urn:microsoft.com/office/officeart/2005/8/layout/hierarchy2"/>
    <dgm:cxn modelId="{CF379E91-E62C-47ED-A9CC-39D2E9CA0F8A}" type="presOf" srcId="{6712AFD4-200E-4884-B098-F6686EA9C0EC}" destId="{A358D49A-CC6E-4951-9A99-EA657C655444}" srcOrd="0" destOrd="0" presId="urn:microsoft.com/office/officeart/2005/8/layout/hierarchy2"/>
    <dgm:cxn modelId="{A2FA8C93-D858-4850-9529-5BC387E58439}" type="presOf" srcId="{C4F79F06-8EB1-447D-BDC7-71106C5DE317}" destId="{7A867FA6-7133-4911-915B-E27923E3DB7F}" srcOrd="0" destOrd="0" presId="urn:microsoft.com/office/officeart/2005/8/layout/hierarchy2"/>
    <dgm:cxn modelId="{28338C94-A845-4E37-833A-02A62588B69E}" type="presOf" srcId="{3C8075D6-BB92-497D-B283-4EC7877B20AB}" destId="{49D9FC09-CCA5-47F8-B93A-566B1200F16A}" srcOrd="1" destOrd="0" presId="urn:microsoft.com/office/officeart/2005/8/layout/hierarchy2"/>
    <dgm:cxn modelId="{992E0A9D-B0EE-4C83-8F0C-285D8265F855}" type="presOf" srcId="{E065FB1B-32C3-4909-BD2F-F764E5CA855B}" destId="{FD350969-46C5-4EAB-A128-FA336524AB39}" srcOrd="1" destOrd="0" presId="urn:microsoft.com/office/officeart/2005/8/layout/hierarchy2"/>
    <dgm:cxn modelId="{E4096DAD-F8BD-408F-A7D4-037F010CF938}" type="presOf" srcId="{D94E5A02-6F1E-423B-8D31-FD0C2597037E}" destId="{1F372B30-7899-4DEA-82A7-DF818DA82F4C}" srcOrd="1" destOrd="0" presId="urn:microsoft.com/office/officeart/2005/8/layout/hierarchy2"/>
    <dgm:cxn modelId="{139C89AE-FB34-412A-BE77-8378B0324491}" srcId="{E2122623-3A9B-4A09-B5A2-2F06C3A18187}" destId="{69A4D01A-8CEC-4BE7-8AC1-ACC75A7FA70F}" srcOrd="3" destOrd="0" parTransId="{47EDDC8F-7B8F-4648-BA53-210388CA2690}" sibTransId="{0D04B328-B53E-4BBB-B5C6-4DB44EDB9D5A}"/>
    <dgm:cxn modelId="{9093DEB4-3EDA-4E94-8840-8EA546FD7600}" type="presOf" srcId="{E065FB1B-32C3-4909-BD2F-F764E5CA855B}" destId="{617BE5CF-4B6F-493A-9EDF-462CAA7605D8}" srcOrd="0" destOrd="0" presId="urn:microsoft.com/office/officeart/2005/8/layout/hierarchy2"/>
    <dgm:cxn modelId="{C3E1A3B5-BF1C-449A-9750-8605196CB473}" srcId="{F3261B6D-D23A-4014-B3EF-9B9BB88B736E}" destId="{7D0CE39E-12EC-4BFF-9E60-86B05D5ED317}" srcOrd="1" destOrd="0" parTransId="{3C8075D6-BB92-497D-B283-4EC7877B20AB}" sibTransId="{46ED1239-C341-409A-944C-56833E4C290F}"/>
    <dgm:cxn modelId="{2EF413C3-11A9-4A5D-A24A-E53EA3626DB3}" type="presOf" srcId="{B24A7712-B62E-4D0D-B6A6-43DACB912046}" destId="{5C49069A-0587-4FBA-8E14-DED7063C0573}" srcOrd="0" destOrd="0" presId="urn:microsoft.com/office/officeart/2005/8/layout/hierarchy2"/>
    <dgm:cxn modelId="{50531FCE-2460-4671-968B-76314B5FAE00}" type="presOf" srcId="{F3261B6D-D23A-4014-B3EF-9B9BB88B736E}" destId="{85F3DB01-75FA-48C5-8034-6ECC04D12F25}" srcOrd="0" destOrd="0" presId="urn:microsoft.com/office/officeart/2005/8/layout/hierarchy2"/>
    <dgm:cxn modelId="{086F6EF4-2C32-4279-BD0D-0DC59F0ACEFC}" type="presOf" srcId="{848F8FFF-629E-4FAB-86EA-E714A0F06DFD}" destId="{F126FF73-5D76-459D-AD89-887282643450}" srcOrd="1" destOrd="0" presId="urn:microsoft.com/office/officeart/2005/8/layout/hierarchy2"/>
    <dgm:cxn modelId="{11BEB3FE-0859-4795-A548-DEB7FE2F2691}" srcId="{E2122623-3A9B-4A09-B5A2-2F06C3A18187}" destId="{B24A7712-B62E-4D0D-B6A6-43DACB912046}" srcOrd="1" destOrd="0" parTransId="{371A74DB-E4D6-4C92-9B8D-41D6BC3CCC3A}" sibTransId="{5577CEA2-A2CD-4E91-854A-A6A644DBFEA5}"/>
    <dgm:cxn modelId="{6AD48677-B8E0-4309-AF5B-D36FEC2F09C4}" type="presParOf" srcId="{B0CBF4AA-A6BF-48F4-A829-591D8A7F67C9}" destId="{32D21451-3806-440D-96D6-4048FD3A1D4A}" srcOrd="0" destOrd="0" presId="urn:microsoft.com/office/officeart/2005/8/layout/hierarchy2"/>
    <dgm:cxn modelId="{FE2770FA-D9FA-4885-A628-891B7AB85768}" type="presParOf" srcId="{32D21451-3806-440D-96D6-4048FD3A1D4A}" destId="{85F3DB01-75FA-48C5-8034-6ECC04D12F25}" srcOrd="0" destOrd="0" presId="urn:microsoft.com/office/officeart/2005/8/layout/hierarchy2"/>
    <dgm:cxn modelId="{649DD869-6F25-4761-AF82-90DBABF0A9EE}" type="presParOf" srcId="{32D21451-3806-440D-96D6-4048FD3A1D4A}" destId="{8AF5B6BA-545F-48ED-A459-D541FCBF2058}" srcOrd="1" destOrd="0" presId="urn:microsoft.com/office/officeart/2005/8/layout/hierarchy2"/>
    <dgm:cxn modelId="{E1A0516B-1649-4ABF-8413-B6DCFE05CE1A}" type="presParOf" srcId="{8AF5B6BA-545F-48ED-A459-D541FCBF2058}" destId="{0C98AE46-6E8C-40C3-B474-FC30B6589BE5}" srcOrd="0" destOrd="0" presId="urn:microsoft.com/office/officeart/2005/8/layout/hierarchy2"/>
    <dgm:cxn modelId="{94CB64C9-18C6-461A-A064-EC3AAFB10FBC}" type="presParOf" srcId="{0C98AE46-6E8C-40C3-B474-FC30B6589BE5}" destId="{43F25AEC-04E1-4AEE-94C8-60EC9F07E409}" srcOrd="0" destOrd="0" presId="urn:microsoft.com/office/officeart/2005/8/layout/hierarchy2"/>
    <dgm:cxn modelId="{0669A952-4841-4640-A127-E9F9DDCC0DAA}" type="presParOf" srcId="{8AF5B6BA-545F-48ED-A459-D541FCBF2058}" destId="{DAC44BA7-4CA7-4965-9A12-D0F3AAF85782}" srcOrd="1" destOrd="0" presId="urn:microsoft.com/office/officeart/2005/8/layout/hierarchy2"/>
    <dgm:cxn modelId="{7E56ED0E-EFF9-47AE-9F54-3F1674B9E7F1}" type="presParOf" srcId="{DAC44BA7-4CA7-4965-9A12-D0F3AAF85782}" destId="{EB613515-5DDF-47D3-A9D1-5F8F9BAEE03D}" srcOrd="0" destOrd="0" presId="urn:microsoft.com/office/officeart/2005/8/layout/hierarchy2"/>
    <dgm:cxn modelId="{CABF7B23-143D-4174-A4AE-960D7FD11038}" type="presParOf" srcId="{DAC44BA7-4CA7-4965-9A12-D0F3AAF85782}" destId="{6C0761F4-6FA6-4217-8431-3206C2CAE008}" srcOrd="1" destOrd="0" presId="urn:microsoft.com/office/officeart/2005/8/layout/hierarchy2"/>
    <dgm:cxn modelId="{18BB6C0B-734A-49F7-88C4-F30F721EADB2}" type="presParOf" srcId="{6C0761F4-6FA6-4217-8431-3206C2CAE008}" destId="{E0876CAF-7E81-4FA5-8D64-6F34EE283A0F}" srcOrd="0" destOrd="0" presId="urn:microsoft.com/office/officeart/2005/8/layout/hierarchy2"/>
    <dgm:cxn modelId="{258D8245-121E-4F8A-B6CB-AD4C779D873C}" type="presParOf" srcId="{E0876CAF-7E81-4FA5-8D64-6F34EE283A0F}" destId="{F126FF73-5D76-459D-AD89-887282643450}" srcOrd="0" destOrd="0" presId="urn:microsoft.com/office/officeart/2005/8/layout/hierarchy2"/>
    <dgm:cxn modelId="{244C03ED-AEE0-4105-AB41-51637D6672D5}" type="presParOf" srcId="{6C0761F4-6FA6-4217-8431-3206C2CAE008}" destId="{3ABEB46D-AAE9-471C-BDBC-FDA92FC3B339}" srcOrd="1" destOrd="0" presId="urn:microsoft.com/office/officeart/2005/8/layout/hierarchy2"/>
    <dgm:cxn modelId="{E4CA7277-C0A6-41A4-B639-633257ADC252}" type="presParOf" srcId="{3ABEB46D-AAE9-471C-BDBC-FDA92FC3B339}" destId="{2768F7FB-ED4E-41D4-ACD9-7C4902AF4656}" srcOrd="0" destOrd="0" presId="urn:microsoft.com/office/officeart/2005/8/layout/hierarchy2"/>
    <dgm:cxn modelId="{69C52D49-0647-4B45-8011-9FE300CCAE27}" type="presParOf" srcId="{3ABEB46D-AAE9-471C-BDBC-FDA92FC3B339}" destId="{CC027321-35A4-405D-860E-F7EFBD4E3C8F}" srcOrd="1" destOrd="0" presId="urn:microsoft.com/office/officeart/2005/8/layout/hierarchy2"/>
    <dgm:cxn modelId="{C2790F58-7E65-464F-BA19-17BD0736A31F}" type="presParOf" srcId="{6C0761F4-6FA6-4217-8431-3206C2CAE008}" destId="{9B5A5A91-2D1A-4F94-9114-DF630AF74EC3}" srcOrd="2" destOrd="0" presId="urn:microsoft.com/office/officeart/2005/8/layout/hierarchy2"/>
    <dgm:cxn modelId="{6122C756-C8E4-42A1-ACCE-2E211D20756A}" type="presParOf" srcId="{9B5A5A91-2D1A-4F94-9114-DF630AF74EC3}" destId="{075024A1-E04A-4C83-8029-EA29FC431666}" srcOrd="0" destOrd="0" presId="urn:microsoft.com/office/officeart/2005/8/layout/hierarchy2"/>
    <dgm:cxn modelId="{EEBE3A00-5B2D-46F4-9B7C-B7223FC0FC79}" type="presParOf" srcId="{6C0761F4-6FA6-4217-8431-3206C2CAE008}" destId="{52D7BDA7-5AD5-4C29-91D9-918BFE4AAD05}" srcOrd="3" destOrd="0" presId="urn:microsoft.com/office/officeart/2005/8/layout/hierarchy2"/>
    <dgm:cxn modelId="{6D34C36D-99E3-4A6C-B449-1B53255C6FD8}" type="presParOf" srcId="{52D7BDA7-5AD5-4C29-91D9-918BFE4AAD05}" destId="{5C49069A-0587-4FBA-8E14-DED7063C0573}" srcOrd="0" destOrd="0" presId="urn:microsoft.com/office/officeart/2005/8/layout/hierarchy2"/>
    <dgm:cxn modelId="{D17EFABB-9063-4D64-ABE6-E64DE1751A6A}" type="presParOf" srcId="{52D7BDA7-5AD5-4C29-91D9-918BFE4AAD05}" destId="{49249A6E-D3F8-4E4E-A7DA-03A7540C9C09}" srcOrd="1" destOrd="0" presId="urn:microsoft.com/office/officeart/2005/8/layout/hierarchy2"/>
    <dgm:cxn modelId="{6BB3BFF1-71BB-42DB-929A-65FEC4449522}" type="presParOf" srcId="{6C0761F4-6FA6-4217-8431-3206C2CAE008}" destId="{617BE5CF-4B6F-493A-9EDF-462CAA7605D8}" srcOrd="4" destOrd="0" presId="urn:microsoft.com/office/officeart/2005/8/layout/hierarchy2"/>
    <dgm:cxn modelId="{89F36D00-030E-4DA7-9A25-DCA487690AB4}" type="presParOf" srcId="{617BE5CF-4B6F-493A-9EDF-462CAA7605D8}" destId="{FD350969-46C5-4EAB-A128-FA336524AB39}" srcOrd="0" destOrd="0" presId="urn:microsoft.com/office/officeart/2005/8/layout/hierarchy2"/>
    <dgm:cxn modelId="{4A1A3AE2-CEEC-4564-9D23-BC9C97A43124}" type="presParOf" srcId="{6C0761F4-6FA6-4217-8431-3206C2CAE008}" destId="{A8E3EC98-4B9C-403A-A594-C6648603A422}" srcOrd="5" destOrd="0" presId="urn:microsoft.com/office/officeart/2005/8/layout/hierarchy2"/>
    <dgm:cxn modelId="{F80B026E-006B-497F-9958-33D941B2D4B7}" type="presParOf" srcId="{A8E3EC98-4B9C-403A-A594-C6648603A422}" destId="{6BE1A7E0-FB0B-4A2F-96E3-A14958841E39}" srcOrd="0" destOrd="0" presId="urn:microsoft.com/office/officeart/2005/8/layout/hierarchy2"/>
    <dgm:cxn modelId="{7562D210-2538-4B91-B43E-4D16455E895D}" type="presParOf" srcId="{A8E3EC98-4B9C-403A-A594-C6648603A422}" destId="{03B8787F-B963-4713-B449-29755E5A532D}" srcOrd="1" destOrd="0" presId="urn:microsoft.com/office/officeart/2005/8/layout/hierarchy2"/>
    <dgm:cxn modelId="{0D70C6A0-E32C-43C6-9414-E30A662A87C1}" type="presParOf" srcId="{6C0761F4-6FA6-4217-8431-3206C2CAE008}" destId="{17AAF235-FC04-4A3A-89C0-553429A7A129}" srcOrd="6" destOrd="0" presId="urn:microsoft.com/office/officeart/2005/8/layout/hierarchy2"/>
    <dgm:cxn modelId="{32239EF0-616B-45D6-B7F7-0E05A79D396E}" type="presParOf" srcId="{17AAF235-FC04-4A3A-89C0-553429A7A129}" destId="{5A011500-CA48-433B-A109-10332294B499}" srcOrd="0" destOrd="0" presId="urn:microsoft.com/office/officeart/2005/8/layout/hierarchy2"/>
    <dgm:cxn modelId="{2FD216B8-5806-41A2-A83D-2FD4721EC80E}" type="presParOf" srcId="{6C0761F4-6FA6-4217-8431-3206C2CAE008}" destId="{4BB9708B-2415-421C-B8E4-401886D0EBBD}" srcOrd="7" destOrd="0" presId="urn:microsoft.com/office/officeart/2005/8/layout/hierarchy2"/>
    <dgm:cxn modelId="{701D4402-9550-40A8-8BCB-F29B0182A19F}" type="presParOf" srcId="{4BB9708B-2415-421C-B8E4-401886D0EBBD}" destId="{6C607E77-E0AD-4DF6-A5D8-55FF31906E6C}" srcOrd="0" destOrd="0" presId="urn:microsoft.com/office/officeart/2005/8/layout/hierarchy2"/>
    <dgm:cxn modelId="{C7C49F63-CC6F-49CF-8B12-47253B82C3CE}" type="presParOf" srcId="{4BB9708B-2415-421C-B8E4-401886D0EBBD}" destId="{950B9015-30AA-4159-ADD8-29B6F4C6AA70}" srcOrd="1" destOrd="0" presId="urn:microsoft.com/office/officeart/2005/8/layout/hierarchy2"/>
    <dgm:cxn modelId="{8186A356-7BAB-4FCC-8361-5385963ABC81}" type="presParOf" srcId="{8AF5B6BA-545F-48ED-A459-D541FCBF2058}" destId="{29C98C91-B7EF-402E-BB1C-2E7A2A160353}" srcOrd="2" destOrd="0" presId="urn:microsoft.com/office/officeart/2005/8/layout/hierarchy2"/>
    <dgm:cxn modelId="{6F41616C-7855-412B-9D16-E12BB8B8689F}" type="presParOf" srcId="{29C98C91-B7EF-402E-BB1C-2E7A2A160353}" destId="{49D9FC09-CCA5-47F8-B93A-566B1200F16A}" srcOrd="0" destOrd="0" presId="urn:microsoft.com/office/officeart/2005/8/layout/hierarchy2"/>
    <dgm:cxn modelId="{A210FBF5-5EFF-420B-84E2-1879150FC73D}" type="presParOf" srcId="{8AF5B6BA-545F-48ED-A459-D541FCBF2058}" destId="{19D972FF-E481-4988-BB09-4BCAA7175296}" srcOrd="3" destOrd="0" presId="urn:microsoft.com/office/officeart/2005/8/layout/hierarchy2"/>
    <dgm:cxn modelId="{74EFF6E0-D694-43E2-9CD3-6F035D7646C9}" type="presParOf" srcId="{19D972FF-E481-4988-BB09-4BCAA7175296}" destId="{DDDC369F-4B57-4688-B379-FCB496F266D7}" srcOrd="0" destOrd="0" presId="urn:microsoft.com/office/officeart/2005/8/layout/hierarchy2"/>
    <dgm:cxn modelId="{3667D3A3-5CCD-4E07-8A05-9F66DAEFB117}" type="presParOf" srcId="{19D972FF-E481-4988-BB09-4BCAA7175296}" destId="{9DE7EF9A-7089-43E4-8AFF-56ACABA402E8}" srcOrd="1" destOrd="0" presId="urn:microsoft.com/office/officeart/2005/8/layout/hierarchy2"/>
    <dgm:cxn modelId="{79C66A59-49A8-46DC-A219-A03245A23E02}" type="presParOf" srcId="{9DE7EF9A-7089-43E4-8AFF-56ACABA402E8}" destId="{8205A6F8-5CEC-40C0-AC9C-04123F72AF78}" srcOrd="0" destOrd="0" presId="urn:microsoft.com/office/officeart/2005/8/layout/hierarchy2"/>
    <dgm:cxn modelId="{60F71B76-506C-4BE0-9A8F-A545AD4F492D}" type="presParOf" srcId="{8205A6F8-5CEC-40C0-AC9C-04123F72AF78}" destId="{1F372B30-7899-4DEA-82A7-DF818DA82F4C}" srcOrd="0" destOrd="0" presId="urn:microsoft.com/office/officeart/2005/8/layout/hierarchy2"/>
    <dgm:cxn modelId="{310CF68C-E727-4089-8903-3A2A1BCD595B}" type="presParOf" srcId="{9DE7EF9A-7089-43E4-8AFF-56ACABA402E8}" destId="{AA4A3287-B835-46A9-B666-09CC558DCE99}" srcOrd="1" destOrd="0" presId="urn:microsoft.com/office/officeart/2005/8/layout/hierarchy2"/>
    <dgm:cxn modelId="{022F2038-A1B3-4C2E-B700-72ACBEDE355B}" type="presParOf" srcId="{AA4A3287-B835-46A9-B666-09CC558DCE99}" destId="{1848C372-4306-4A69-ABC2-3D02BE854E8C}" srcOrd="0" destOrd="0" presId="urn:microsoft.com/office/officeart/2005/8/layout/hierarchy2"/>
    <dgm:cxn modelId="{C87DA372-05E3-4284-9026-416531740DE2}" type="presParOf" srcId="{AA4A3287-B835-46A9-B666-09CC558DCE99}" destId="{0D8FE054-827D-4140-9056-11128A4F652C}" srcOrd="1" destOrd="0" presId="urn:microsoft.com/office/officeart/2005/8/layout/hierarchy2"/>
    <dgm:cxn modelId="{579BA7EC-DC93-449C-AB32-BAEEDFDFE884}" type="presParOf" srcId="{9DE7EF9A-7089-43E4-8AFF-56ACABA402E8}" destId="{A358D49A-CC6E-4951-9A99-EA657C655444}" srcOrd="2" destOrd="0" presId="urn:microsoft.com/office/officeart/2005/8/layout/hierarchy2"/>
    <dgm:cxn modelId="{7F5885F6-2EB3-4259-905B-B0AFD0266428}" type="presParOf" srcId="{A358D49A-CC6E-4951-9A99-EA657C655444}" destId="{33CF41A2-795C-493C-AE33-6FFBA876A300}" srcOrd="0" destOrd="0" presId="urn:microsoft.com/office/officeart/2005/8/layout/hierarchy2"/>
    <dgm:cxn modelId="{5E1136DD-C52A-4EA7-8D72-5DB50A26C036}" type="presParOf" srcId="{9DE7EF9A-7089-43E4-8AFF-56ACABA402E8}" destId="{BBEAA5F4-B903-4471-BB54-98CEA252C408}" srcOrd="3" destOrd="0" presId="urn:microsoft.com/office/officeart/2005/8/layout/hierarchy2"/>
    <dgm:cxn modelId="{1140E5F4-A349-485C-8B04-437529F17088}" type="presParOf" srcId="{BBEAA5F4-B903-4471-BB54-98CEA252C408}" destId="{7A867FA6-7133-4911-915B-E27923E3DB7F}" srcOrd="0" destOrd="0" presId="urn:microsoft.com/office/officeart/2005/8/layout/hierarchy2"/>
    <dgm:cxn modelId="{E32125D6-EC42-4208-8413-C81162A70385}" type="presParOf" srcId="{BBEAA5F4-B903-4471-BB54-98CEA252C408}" destId="{E99F8229-7B28-44CF-BF88-615C39A51516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3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30D2980-3091-4ED3-ABDB-0356495A7624}" type="doc">
      <dgm:prSet loTypeId="urn:microsoft.com/office/officeart/2005/8/layout/hierarchy2" loCatId="hierarchy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F3261B6D-D23A-4014-B3EF-9B9BB88B736E}">
      <dgm:prSet phldrT="[Text]" phldr="0" custT="1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41FD682C-6A2D-4838-A669-3C0BDF316E12}" type="parTrans" cxnId="{549E8F23-A8E5-4259-B8BE-E0C215693A15}">
      <dgm:prSet/>
      <dgm:spPr/>
      <dgm:t>
        <a:bodyPr/>
        <a:lstStyle/>
        <a:p>
          <a:endParaRPr lang="en-US" sz="2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280F35D-E2D5-41E5-8AE9-B514812A01D6}" type="sibTrans" cxnId="{549E8F23-A8E5-4259-B8BE-E0C215693A15}">
      <dgm:prSet/>
      <dgm:spPr/>
      <dgm:t>
        <a:bodyPr/>
        <a:lstStyle/>
        <a:p>
          <a:endParaRPr lang="en-US" sz="2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2122623-3A9B-4A09-B5A2-2F06C3A18187}">
      <dgm:prSet phldrT="[Text]" custT="1">
        <dgm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dgm:style>
      </dgm:prSet>
      <dgm:spPr>
        <a:blipFill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6BC4AE71-DAAC-4F7A-97BD-8E5096B9753C}" type="parTrans" cxnId="{0DF4156F-2FCE-4392-903C-04D0B25C48C6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ln w="38100" cap="flat" cmpd="sng" algn="ctr">
          <a:solidFill>
            <a:schemeClr val="dk1"/>
          </a:solidFill>
          <a:prstDash val="solid"/>
          <a:round/>
          <a:headEnd type="none" w="med" len="med"/>
          <a:tailEnd type="arrow" w="med" len="med"/>
        </a:ln>
      </dgm:spPr>
      <dgm:t>
        <a:bodyPr/>
        <a:lstStyle/>
        <a:p>
          <a:endParaRPr lang="en-US" sz="2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5561B4D-0088-4860-BE18-F26157927256}" type="sibTrans" cxnId="{0DF4156F-2FCE-4392-903C-04D0B25C48C6}">
      <dgm:prSet/>
      <dgm:spPr/>
      <dgm:t>
        <a:bodyPr/>
        <a:lstStyle/>
        <a:p>
          <a:endParaRPr lang="en-US" sz="2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2FB55BD-0BB5-4C5B-9C2D-5A293AC764B6}">
      <dgm:prSet phldrT="[Text]" custT="1">
        <dgm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dgm:style>
      </dgm:prSet>
      <dgm:spPr>
        <a:blipFill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848F8FFF-629E-4FAB-86EA-E714A0F06DFD}" type="parTrans" cxnId="{2D099100-1F82-48F2-80B7-8359F46F147F}">
      <dgm:prSet custT="1"/>
      <dgm:spPr>
        <a:ln w="38100"/>
      </dgm:spPr>
      <dgm:t>
        <a:bodyPr/>
        <a:lstStyle/>
        <a:p>
          <a:endParaRPr lang="en-US" sz="2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74EC3F0-33C5-4E71-98C5-EAD0823AA6AD}" type="sibTrans" cxnId="{2D099100-1F82-48F2-80B7-8359F46F147F}">
      <dgm:prSet/>
      <dgm:spPr/>
      <dgm:t>
        <a:bodyPr/>
        <a:lstStyle/>
        <a:p>
          <a:endParaRPr lang="en-US" sz="2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24A7712-B62E-4D0D-B6A6-43DACB912046}">
      <dgm:prSet phldrT="[Text]" phldr="0" custT="1">
        <dgm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dgm:style>
      </dgm:prSet>
      <dgm:spPr>
        <a:blipFill>
          <a:blip xmlns:r="http://schemas.openxmlformats.org/officeDocument/2006/relationships" r:embed="rId4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371A74DB-E4D6-4C92-9B8D-41D6BC3CCC3A}" type="parTrans" cxnId="{11BEB3FE-0859-4795-A548-DEB7FE2F2691}">
      <dgm:prSet custT="1"/>
      <dgm:spPr>
        <a:ln w="38100"/>
      </dgm:spPr>
      <dgm:t>
        <a:bodyPr/>
        <a:lstStyle/>
        <a:p>
          <a:endParaRPr lang="en-US" sz="2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577CEA2-A2CD-4E91-854A-A6A644DBFEA5}" type="sibTrans" cxnId="{11BEB3FE-0859-4795-A548-DEB7FE2F2691}">
      <dgm:prSet/>
      <dgm:spPr/>
      <dgm:t>
        <a:bodyPr/>
        <a:lstStyle/>
        <a:p>
          <a:endParaRPr lang="en-US" sz="2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D0CE39E-12EC-4BFF-9E60-86B05D5ED317}">
      <dgm:prSet phldrT="[Text]" phldr="0" custT="1">
        <dgm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dgm:style>
      </dgm:prSet>
      <dgm:spPr>
        <a:blipFill>
          <a:blip xmlns:r="http://schemas.openxmlformats.org/officeDocument/2006/relationships" r:embed="rId5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3C8075D6-BB92-497D-B283-4EC7877B20AB}" type="parTrans" cxnId="{C3E1A3B5-BF1C-449A-9750-8605196CB473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ln w="38100" cap="flat" cmpd="sng" algn="ctr">
          <a:solidFill>
            <a:schemeClr val="dk1"/>
          </a:solidFill>
          <a:prstDash val="solid"/>
          <a:round/>
          <a:headEnd type="none" w="med" len="med"/>
          <a:tailEnd type="arrow" w="med" len="med"/>
        </a:ln>
      </dgm:spPr>
      <dgm:t>
        <a:bodyPr/>
        <a:lstStyle/>
        <a:p>
          <a:endParaRPr lang="en-US" sz="2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6ED1239-C341-409A-944C-56833E4C290F}" type="sibTrans" cxnId="{C3E1A3B5-BF1C-449A-9750-8605196CB473}">
      <dgm:prSet/>
      <dgm:spPr/>
      <dgm:t>
        <a:bodyPr/>
        <a:lstStyle/>
        <a:p>
          <a:endParaRPr lang="en-US" sz="2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F72A675-A0F5-4D43-AC3D-338092A6FA80}">
      <dgm:prSet phldrT="[Text]" phldr="0" custT="1">
        <dgm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dgm:style>
      </dgm:prSet>
      <dgm:spPr>
        <a:blipFill>
          <a:blip xmlns:r="http://schemas.openxmlformats.org/officeDocument/2006/relationships" r:embed="rId6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D94E5A02-6F1E-423B-8D31-FD0C2597037E}" type="parTrans" cxnId="{94C62842-924C-458A-8219-80EB0EFD81F3}">
      <dgm:prSet custT="1"/>
      <dgm:spPr>
        <a:ln w="38100"/>
      </dgm:spPr>
      <dgm:t>
        <a:bodyPr/>
        <a:lstStyle/>
        <a:p>
          <a:endParaRPr lang="en-US" sz="2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AE8C596-9700-4359-8A0E-5D4C8BF20BFB}" type="sibTrans" cxnId="{94C62842-924C-458A-8219-80EB0EFD81F3}">
      <dgm:prSet/>
      <dgm:spPr/>
      <dgm:t>
        <a:bodyPr/>
        <a:lstStyle/>
        <a:p>
          <a:endParaRPr lang="en-US" sz="2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4F79F06-8EB1-447D-BDC7-71106C5DE317}">
      <dgm:prSet phldrT="[Text]" phldr="0" custT="1">
        <dgm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dgm:style>
      </dgm:prSet>
      <dgm:spPr>
        <a:blipFill>
          <a:blip xmlns:r="http://schemas.openxmlformats.org/officeDocument/2006/relationships" r:embed="rId7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6712AFD4-200E-4884-B098-F6686EA9C0EC}" type="parTrans" cxnId="{D338380F-B64B-4F07-BF68-25AB4EC573EE}">
      <dgm:prSet custT="1"/>
      <dgm:spPr>
        <a:ln w="38100"/>
      </dgm:spPr>
      <dgm:t>
        <a:bodyPr/>
        <a:lstStyle/>
        <a:p>
          <a:endParaRPr lang="en-US" sz="2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61EEC67-E211-40E0-A281-7D77216F8514}" type="sibTrans" cxnId="{D338380F-B64B-4F07-BF68-25AB4EC573EE}">
      <dgm:prSet/>
      <dgm:spPr/>
      <dgm:t>
        <a:bodyPr/>
        <a:lstStyle/>
        <a:p>
          <a:endParaRPr lang="en-US" sz="2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4461D25-2928-435B-B2E1-B804A7726E89}">
      <dgm:prSet phldrT="[Text]" phldr="0" custT="1">
        <dgm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dgm:style>
      </dgm:prSet>
      <dgm:spPr>
        <a:blipFill>
          <a:blip xmlns:r="http://schemas.openxmlformats.org/officeDocument/2006/relationships" r:embed="rId8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E065FB1B-32C3-4909-BD2F-F764E5CA855B}" type="parTrans" cxnId="{26F80E1D-1F60-4EAB-99BB-4C40FD3C6E5E}">
      <dgm:prSet/>
      <dgm:spPr>
        <a:ln w="38100"/>
      </dgm:spPr>
      <dgm:t>
        <a:bodyPr/>
        <a:lstStyle/>
        <a:p>
          <a:endParaRPr lang="en-US"/>
        </a:p>
      </dgm:t>
    </dgm:pt>
    <dgm:pt modelId="{9767517B-F858-47B0-B59B-20838E7B85C1}" type="sibTrans" cxnId="{26F80E1D-1F60-4EAB-99BB-4C40FD3C6E5E}">
      <dgm:prSet/>
      <dgm:spPr/>
      <dgm:t>
        <a:bodyPr/>
        <a:lstStyle/>
        <a:p>
          <a:endParaRPr lang="en-US"/>
        </a:p>
      </dgm:t>
    </dgm:pt>
    <dgm:pt modelId="{69A4D01A-8CEC-4BE7-8AC1-ACC75A7FA70F}">
      <dgm:prSet phldrT="[Text]" phldr="0" custT="1">
        <dgm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dgm:style>
      </dgm:prSet>
      <dgm:spPr>
        <a:blipFill>
          <a:blip xmlns:r="http://schemas.openxmlformats.org/officeDocument/2006/relationships" r:embed="rId9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47EDDC8F-7B8F-4648-BA53-210388CA2690}" type="parTrans" cxnId="{139C89AE-FB34-412A-BE77-8378B0324491}">
      <dgm:prSet/>
      <dgm:spPr>
        <a:ln w="38100"/>
      </dgm:spPr>
      <dgm:t>
        <a:bodyPr/>
        <a:lstStyle/>
        <a:p>
          <a:endParaRPr lang="en-US"/>
        </a:p>
      </dgm:t>
    </dgm:pt>
    <dgm:pt modelId="{0D04B328-B53E-4BBB-B5C6-4DB44EDB9D5A}" type="sibTrans" cxnId="{139C89AE-FB34-412A-BE77-8378B0324491}">
      <dgm:prSet/>
      <dgm:spPr/>
      <dgm:t>
        <a:bodyPr/>
        <a:lstStyle/>
        <a:p>
          <a:endParaRPr lang="en-US"/>
        </a:p>
      </dgm:t>
    </dgm:pt>
    <dgm:pt modelId="{B0CBF4AA-A6BF-48F4-A829-591D8A7F67C9}" type="pres">
      <dgm:prSet presAssocID="{930D2980-3091-4ED3-ABDB-0356495A7624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32D21451-3806-440D-96D6-4048FD3A1D4A}" type="pres">
      <dgm:prSet presAssocID="{F3261B6D-D23A-4014-B3EF-9B9BB88B736E}" presName="root1" presStyleCnt="0"/>
      <dgm:spPr/>
    </dgm:pt>
    <dgm:pt modelId="{85F3DB01-75FA-48C5-8034-6ECC04D12F25}" type="pres">
      <dgm:prSet presAssocID="{F3261B6D-D23A-4014-B3EF-9B9BB88B736E}" presName="LevelOneTextNode" presStyleLbl="node0" presStyleIdx="0" presStyleCnt="1" custScaleX="295488" custScaleY="339273">
        <dgm:presLayoutVars>
          <dgm:chPref val="3"/>
        </dgm:presLayoutVars>
      </dgm:prSet>
      <dgm:spPr/>
    </dgm:pt>
    <dgm:pt modelId="{8AF5B6BA-545F-48ED-A459-D541FCBF2058}" type="pres">
      <dgm:prSet presAssocID="{F3261B6D-D23A-4014-B3EF-9B9BB88B736E}" presName="level2hierChild" presStyleCnt="0"/>
      <dgm:spPr/>
    </dgm:pt>
    <dgm:pt modelId="{0C98AE46-6E8C-40C3-B474-FC30B6589BE5}" type="pres">
      <dgm:prSet presAssocID="{6BC4AE71-DAAC-4F7A-97BD-8E5096B9753C}" presName="conn2-1" presStyleLbl="parChTrans1D2" presStyleIdx="0" presStyleCnt="2"/>
      <dgm:spPr/>
    </dgm:pt>
    <dgm:pt modelId="{43F25AEC-04E1-4AEE-94C8-60EC9F07E409}" type="pres">
      <dgm:prSet presAssocID="{6BC4AE71-DAAC-4F7A-97BD-8E5096B9753C}" presName="connTx" presStyleLbl="parChTrans1D2" presStyleIdx="0" presStyleCnt="2"/>
      <dgm:spPr/>
    </dgm:pt>
    <dgm:pt modelId="{DAC44BA7-4CA7-4965-9A12-D0F3AAF85782}" type="pres">
      <dgm:prSet presAssocID="{E2122623-3A9B-4A09-B5A2-2F06C3A18187}" presName="root2" presStyleCnt="0"/>
      <dgm:spPr/>
    </dgm:pt>
    <dgm:pt modelId="{EB613515-5DDF-47D3-A9D1-5F8F9BAEE03D}" type="pres">
      <dgm:prSet presAssocID="{E2122623-3A9B-4A09-B5A2-2F06C3A18187}" presName="LevelTwoTextNode" presStyleLbl="node2" presStyleIdx="0" presStyleCnt="2" custScaleX="287276" custScaleY="322696">
        <dgm:presLayoutVars>
          <dgm:chPref val="3"/>
        </dgm:presLayoutVars>
      </dgm:prSet>
      <dgm:spPr/>
    </dgm:pt>
    <dgm:pt modelId="{6C0761F4-6FA6-4217-8431-3206C2CAE008}" type="pres">
      <dgm:prSet presAssocID="{E2122623-3A9B-4A09-B5A2-2F06C3A18187}" presName="level3hierChild" presStyleCnt="0"/>
      <dgm:spPr/>
    </dgm:pt>
    <dgm:pt modelId="{E0876CAF-7E81-4FA5-8D64-6F34EE283A0F}" type="pres">
      <dgm:prSet presAssocID="{848F8FFF-629E-4FAB-86EA-E714A0F06DFD}" presName="conn2-1" presStyleLbl="parChTrans1D3" presStyleIdx="0" presStyleCnt="6"/>
      <dgm:spPr/>
    </dgm:pt>
    <dgm:pt modelId="{F126FF73-5D76-459D-AD89-887282643450}" type="pres">
      <dgm:prSet presAssocID="{848F8FFF-629E-4FAB-86EA-E714A0F06DFD}" presName="connTx" presStyleLbl="parChTrans1D3" presStyleIdx="0" presStyleCnt="6"/>
      <dgm:spPr/>
    </dgm:pt>
    <dgm:pt modelId="{3ABEB46D-AAE9-471C-BDBC-FDA92FC3B339}" type="pres">
      <dgm:prSet presAssocID="{B2FB55BD-0BB5-4C5B-9C2D-5A293AC764B6}" presName="root2" presStyleCnt="0"/>
      <dgm:spPr/>
    </dgm:pt>
    <dgm:pt modelId="{2768F7FB-ED4E-41D4-ACD9-7C4902AF4656}" type="pres">
      <dgm:prSet presAssocID="{B2FB55BD-0BB5-4C5B-9C2D-5A293AC764B6}" presName="LevelTwoTextNode" presStyleLbl="node3" presStyleIdx="0" presStyleCnt="6" custScaleX="419848" custLinFactNeighborY="23984">
        <dgm:presLayoutVars>
          <dgm:chPref val="3"/>
        </dgm:presLayoutVars>
      </dgm:prSet>
      <dgm:spPr/>
    </dgm:pt>
    <dgm:pt modelId="{CC027321-35A4-405D-860E-F7EFBD4E3C8F}" type="pres">
      <dgm:prSet presAssocID="{B2FB55BD-0BB5-4C5B-9C2D-5A293AC764B6}" presName="level3hierChild" presStyleCnt="0"/>
      <dgm:spPr/>
    </dgm:pt>
    <dgm:pt modelId="{9B5A5A91-2D1A-4F94-9114-DF630AF74EC3}" type="pres">
      <dgm:prSet presAssocID="{371A74DB-E4D6-4C92-9B8D-41D6BC3CCC3A}" presName="conn2-1" presStyleLbl="parChTrans1D3" presStyleIdx="1" presStyleCnt="6"/>
      <dgm:spPr/>
    </dgm:pt>
    <dgm:pt modelId="{075024A1-E04A-4C83-8029-EA29FC431666}" type="pres">
      <dgm:prSet presAssocID="{371A74DB-E4D6-4C92-9B8D-41D6BC3CCC3A}" presName="connTx" presStyleLbl="parChTrans1D3" presStyleIdx="1" presStyleCnt="6"/>
      <dgm:spPr/>
    </dgm:pt>
    <dgm:pt modelId="{52D7BDA7-5AD5-4C29-91D9-918BFE4AAD05}" type="pres">
      <dgm:prSet presAssocID="{B24A7712-B62E-4D0D-B6A6-43DACB912046}" presName="root2" presStyleCnt="0"/>
      <dgm:spPr/>
    </dgm:pt>
    <dgm:pt modelId="{5C49069A-0587-4FBA-8E14-DED7063C0573}" type="pres">
      <dgm:prSet presAssocID="{B24A7712-B62E-4D0D-B6A6-43DACB912046}" presName="LevelTwoTextNode" presStyleLbl="node3" presStyleIdx="1" presStyleCnt="6" custScaleX="419848" custLinFactNeighborY="23984">
        <dgm:presLayoutVars>
          <dgm:chPref val="3"/>
        </dgm:presLayoutVars>
      </dgm:prSet>
      <dgm:spPr/>
    </dgm:pt>
    <dgm:pt modelId="{49249A6E-D3F8-4E4E-A7DA-03A7540C9C09}" type="pres">
      <dgm:prSet presAssocID="{B24A7712-B62E-4D0D-B6A6-43DACB912046}" presName="level3hierChild" presStyleCnt="0"/>
      <dgm:spPr/>
    </dgm:pt>
    <dgm:pt modelId="{617BE5CF-4B6F-493A-9EDF-462CAA7605D8}" type="pres">
      <dgm:prSet presAssocID="{E065FB1B-32C3-4909-BD2F-F764E5CA855B}" presName="conn2-1" presStyleLbl="parChTrans1D3" presStyleIdx="2" presStyleCnt="6"/>
      <dgm:spPr/>
    </dgm:pt>
    <dgm:pt modelId="{FD350969-46C5-4EAB-A128-FA336524AB39}" type="pres">
      <dgm:prSet presAssocID="{E065FB1B-32C3-4909-BD2F-F764E5CA855B}" presName="connTx" presStyleLbl="parChTrans1D3" presStyleIdx="2" presStyleCnt="6"/>
      <dgm:spPr/>
    </dgm:pt>
    <dgm:pt modelId="{A8E3EC98-4B9C-403A-A594-C6648603A422}" type="pres">
      <dgm:prSet presAssocID="{D4461D25-2928-435B-B2E1-B804A7726E89}" presName="root2" presStyleCnt="0"/>
      <dgm:spPr/>
    </dgm:pt>
    <dgm:pt modelId="{6BE1A7E0-FB0B-4A2F-96E3-A14958841E39}" type="pres">
      <dgm:prSet presAssocID="{D4461D25-2928-435B-B2E1-B804A7726E89}" presName="LevelTwoTextNode" presStyleLbl="node3" presStyleIdx="2" presStyleCnt="6" custScaleX="419848" custLinFactNeighborY="23984">
        <dgm:presLayoutVars>
          <dgm:chPref val="3"/>
        </dgm:presLayoutVars>
      </dgm:prSet>
      <dgm:spPr/>
    </dgm:pt>
    <dgm:pt modelId="{03B8787F-B963-4713-B449-29755E5A532D}" type="pres">
      <dgm:prSet presAssocID="{D4461D25-2928-435B-B2E1-B804A7726E89}" presName="level3hierChild" presStyleCnt="0"/>
      <dgm:spPr/>
    </dgm:pt>
    <dgm:pt modelId="{17AAF235-FC04-4A3A-89C0-553429A7A129}" type="pres">
      <dgm:prSet presAssocID="{47EDDC8F-7B8F-4648-BA53-210388CA2690}" presName="conn2-1" presStyleLbl="parChTrans1D3" presStyleIdx="3" presStyleCnt="6"/>
      <dgm:spPr/>
    </dgm:pt>
    <dgm:pt modelId="{5A011500-CA48-433B-A109-10332294B499}" type="pres">
      <dgm:prSet presAssocID="{47EDDC8F-7B8F-4648-BA53-210388CA2690}" presName="connTx" presStyleLbl="parChTrans1D3" presStyleIdx="3" presStyleCnt="6"/>
      <dgm:spPr/>
    </dgm:pt>
    <dgm:pt modelId="{4BB9708B-2415-421C-B8E4-401886D0EBBD}" type="pres">
      <dgm:prSet presAssocID="{69A4D01A-8CEC-4BE7-8AC1-ACC75A7FA70F}" presName="root2" presStyleCnt="0"/>
      <dgm:spPr/>
    </dgm:pt>
    <dgm:pt modelId="{6C607E77-E0AD-4DF6-A5D8-55FF31906E6C}" type="pres">
      <dgm:prSet presAssocID="{69A4D01A-8CEC-4BE7-8AC1-ACC75A7FA70F}" presName="LevelTwoTextNode" presStyleLbl="node3" presStyleIdx="3" presStyleCnt="6" custScaleX="419848" custLinFactNeighborY="23984">
        <dgm:presLayoutVars>
          <dgm:chPref val="3"/>
        </dgm:presLayoutVars>
      </dgm:prSet>
      <dgm:spPr/>
    </dgm:pt>
    <dgm:pt modelId="{950B9015-30AA-4159-ADD8-29B6F4C6AA70}" type="pres">
      <dgm:prSet presAssocID="{69A4D01A-8CEC-4BE7-8AC1-ACC75A7FA70F}" presName="level3hierChild" presStyleCnt="0"/>
      <dgm:spPr/>
    </dgm:pt>
    <dgm:pt modelId="{29C98C91-B7EF-402E-BB1C-2E7A2A160353}" type="pres">
      <dgm:prSet presAssocID="{3C8075D6-BB92-497D-B283-4EC7877B20AB}" presName="conn2-1" presStyleLbl="parChTrans1D2" presStyleIdx="1" presStyleCnt="2"/>
      <dgm:spPr/>
    </dgm:pt>
    <dgm:pt modelId="{49D9FC09-CCA5-47F8-B93A-566B1200F16A}" type="pres">
      <dgm:prSet presAssocID="{3C8075D6-BB92-497D-B283-4EC7877B20AB}" presName="connTx" presStyleLbl="parChTrans1D2" presStyleIdx="1" presStyleCnt="2"/>
      <dgm:spPr/>
    </dgm:pt>
    <dgm:pt modelId="{19D972FF-E481-4988-BB09-4BCAA7175296}" type="pres">
      <dgm:prSet presAssocID="{7D0CE39E-12EC-4BFF-9E60-86B05D5ED317}" presName="root2" presStyleCnt="0"/>
      <dgm:spPr/>
    </dgm:pt>
    <dgm:pt modelId="{DDDC369F-4B57-4688-B379-FCB496F266D7}" type="pres">
      <dgm:prSet presAssocID="{7D0CE39E-12EC-4BFF-9E60-86B05D5ED317}" presName="LevelTwoTextNode" presStyleLbl="node2" presStyleIdx="1" presStyleCnt="2" custScaleX="287276" custScaleY="322696" custLinFactNeighborY="3080">
        <dgm:presLayoutVars>
          <dgm:chPref val="3"/>
        </dgm:presLayoutVars>
      </dgm:prSet>
      <dgm:spPr/>
    </dgm:pt>
    <dgm:pt modelId="{9DE7EF9A-7089-43E4-8AFF-56ACABA402E8}" type="pres">
      <dgm:prSet presAssocID="{7D0CE39E-12EC-4BFF-9E60-86B05D5ED317}" presName="level3hierChild" presStyleCnt="0"/>
      <dgm:spPr/>
    </dgm:pt>
    <dgm:pt modelId="{8205A6F8-5CEC-40C0-AC9C-04123F72AF78}" type="pres">
      <dgm:prSet presAssocID="{D94E5A02-6F1E-423B-8D31-FD0C2597037E}" presName="conn2-1" presStyleLbl="parChTrans1D3" presStyleIdx="4" presStyleCnt="6"/>
      <dgm:spPr/>
    </dgm:pt>
    <dgm:pt modelId="{1F372B30-7899-4DEA-82A7-DF818DA82F4C}" type="pres">
      <dgm:prSet presAssocID="{D94E5A02-6F1E-423B-8D31-FD0C2597037E}" presName="connTx" presStyleLbl="parChTrans1D3" presStyleIdx="4" presStyleCnt="6"/>
      <dgm:spPr/>
    </dgm:pt>
    <dgm:pt modelId="{AA4A3287-B835-46A9-B666-09CC558DCE99}" type="pres">
      <dgm:prSet presAssocID="{1F72A675-A0F5-4D43-AC3D-338092A6FA80}" presName="root2" presStyleCnt="0"/>
      <dgm:spPr/>
    </dgm:pt>
    <dgm:pt modelId="{1848C372-4306-4A69-ABC2-3D02BE854E8C}" type="pres">
      <dgm:prSet presAssocID="{1F72A675-A0F5-4D43-AC3D-338092A6FA80}" presName="LevelTwoTextNode" presStyleLbl="node3" presStyleIdx="4" presStyleCnt="6" custScaleX="419848" custLinFactNeighborY="23984">
        <dgm:presLayoutVars>
          <dgm:chPref val="3"/>
        </dgm:presLayoutVars>
      </dgm:prSet>
      <dgm:spPr/>
    </dgm:pt>
    <dgm:pt modelId="{0D8FE054-827D-4140-9056-11128A4F652C}" type="pres">
      <dgm:prSet presAssocID="{1F72A675-A0F5-4D43-AC3D-338092A6FA80}" presName="level3hierChild" presStyleCnt="0"/>
      <dgm:spPr/>
    </dgm:pt>
    <dgm:pt modelId="{A358D49A-CC6E-4951-9A99-EA657C655444}" type="pres">
      <dgm:prSet presAssocID="{6712AFD4-200E-4884-B098-F6686EA9C0EC}" presName="conn2-1" presStyleLbl="parChTrans1D3" presStyleIdx="5" presStyleCnt="6"/>
      <dgm:spPr/>
    </dgm:pt>
    <dgm:pt modelId="{33CF41A2-795C-493C-AE33-6FFBA876A300}" type="pres">
      <dgm:prSet presAssocID="{6712AFD4-200E-4884-B098-F6686EA9C0EC}" presName="connTx" presStyleLbl="parChTrans1D3" presStyleIdx="5" presStyleCnt="6"/>
      <dgm:spPr/>
    </dgm:pt>
    <dgm:pt modelId="{BBEAA5F4-B903-4471-BB54-98CEA252C408}" type="pres">
      <dgm:prSet presAssocID="{C4F79F06-8EB1-447D-BDC7-71106C5DE317}" presName="root2" presStyleCnt="0"/>
      <dgm:spPr/>
    </dgm:pt>
    <dgm:pt modelId="{7A867FA6-7133-4911-915B-E27923E3DB7F}" type="pres">
      <dgm:prSet presAssocID="{C4F79F06-8EB1-447D-BDC7-71106C5DE317}" presName="LevelTwoTextNode" presStyleLbl="node3" presStyleIdx="5" presStyleCnt="6" custScaleX="419848" custLinFactNeighborY="25914">
        <dgm:presLayoutVars>
          <dgm:chPref val="3"/>
        </dgm:presLayoutVars>
      </dgm:prSet>
      <dgm:spPr/>
    </dgm:pt>
    <dgm:pt modelId="{E99F8229-7B28-44CF-BF88-615C39A51516}" type="pres">
      <dgm:prSet presAssocID="{C4F79F06-8EB1-447D-BDC7-71106C5DE317}" presName="level3hierChild" presStyleCnt="0"/>
      <dgm:spPr/>
    </dgm:pt>
  </dgm:ptLst>
  <dgm:cxnLst>
    <dgm:cxn modelId="{2D099100-1F82-48F2-80B7-8359F46F147F}" srcId="{E2122623-3A9B-4A09-B5A2-2F06C3A18187}" destId="{B2FB55BD-0BB5-4C5B-9C2D-5A293AC764B6}" srcOrd="0" destOrd="0" parTransId="{848F8FFF-629E-4FAB-86EA-E714A0F06DFD}" sibTransId="{974EC3F0-33C5-4E71-98C5-EAD0823AA6AD}"/>
    <dgm:cxn modelId="{567EAA06-0AEA-4421-938F-D03B289A9C02}" type="presOf" srcId="{930D2980-3091-4ED3-ABDB-0356495A7624}" destId="{B0CBF4AA-A6BF-48F4-A829-591D8A7F67C9}" srcOrd="0" destOrd="0" presId="urn:microsoft.com/office/officeart/2005/8/layout/hierarchy2"/>
    <dgm:cxn modelId="{D338380F-B64B-4F07-BF68-25AB4EC573EE}" srcId="{7D0CE39E-12EC-4BFF-9E60-86B05D5ED317}" destId="{C4F79F06-8EB1-447D-BDC7-71106C5DE317}" srcOrd="1" destOrd="0" parTransId="{6712AFD4-200E-4884-B098-F6686EA9C0EC}" sibTransId="{061EEC67-E211-40E0-A281-7D77216F8514}"/>
    <dgm:cxn modelId="{7C40DA10-9E4F-4FFF-B04D-9505388EE45F}" type="presOf" srcId="{3C8075D6-BB92-497D-B283-4EC7877B20AB}" destId="{29C98C91-B7EF-402E-BB1C-2E7A2A160353}" srcOrd="0" destOrd="0" presId="urn:microsoft.com/office/officeart/2005/8/layout/hierarchy2"/>
    <dgm:cxn modelId="{FF72A41B-F6BF-42AE-BD9D-17A4F2B720D7}" type="presOf" srcId="{D94E5A02-6F1E-423B-8D31-FD0C2597037E}" destId="{8205A6F8-5CEC-40C0-AC9C-04123F72AF78}" srcOrd="0" destOrd="0" presId="urn:microsoft.com/office/officeart/2005/8/layout/hierarchy2"/>
    <dgm:cxn modelId="{D00A491C-CA61-4849-8F38-577E0787B2AB}" type="presOf" srcId="{B2FB55BD-0BB5-4C5B-9C2D-5A293AC764B6}" destId="{2768F7FB-ED4E-41D4-ACD9-7C4902AF4656}" srcOrd="0" destOrd="0" presId="urn:microsoft.com/office/officeart/2005/8/layout/hierarchy2"/>
    <dgm:cxn modelId="{26F80E1D-1F60-4EAB-99BB-4C40FD3C6E5E}" srcId="{E2122623-3A9B-4A09-B5A2-2F06C3A18187}" destId="{D4461D25-2928-435B-B2E1-B804A7726E89}" srcOrd="2" destOrd="0" parTransId="{E065FB1B-32C3-4909-BD2F-F764E5CA855B}" sibTransId="{9767517B-F858-47B0-B59B-20838E7B85C1}"/>
    <dgm:cxn modelId="{B600451E-92E1-4E9C-9B12-636A5FDF8C47}" type="presOf" srcId="{D4461D25-2928-435B-B2E1-B804A7726E89}" destId="{6BE1A7E0-FB0B-4A2F-96E3-A14958841E39}" srcOrd="0" destOrd="0" presId="urn:microsoft.com/office/officeart/2005/8/layout/hierarchy2"/>
    <dgm:cxn modelId="{549E8F23-A8E5-4259-B8BE-E0C215693A15}" srcId="{930D2980-3091-4ED3-ABDB-0356495A7624}" destId="{F3261B6D-D23A-4014-B3EF-9B9BB88B736E}" srcOrd="0" destOrd="0" parTransId="{41FD682C-6A2D-4838-A669-3C0BDF316E12}" sibTransId="{8280F35D-E2D5-41E5-8AE9-B514812A01D6}"/>
    <dgm:cxn modelId="{07ECFD27-D269-465D-B922-E157A25B0C14}" type="presOf" srcId="{E2122623-3A9B-4A09-B5A2-2F06C3A18187}" destId="{EB613515-5DDF-47D3-A9D1-5F8F9BAEE03D}" srcOrd="0" destOrd="0" presId="urn:microsoft.com/office/officeart/2005/8/layout/hierarchy2"/>
    <dgm:cxn modelId="{5D4DC837-1AAA-449D-9684-B9CAAE766E09}" type="presOf" srcId="{371A74DB-E4D6-4C92-9B8D-41D6BC3CCC3A}" destId="{075024A1-E04A-4C83-8029-EA29FC431666}" srcOrd="1" destOrd="0" presId="urn:microsoft.com/office/officeart/2005/8/layout/hierarchy2"/>
    <dgm:cxn modelId="{E9110F3A-B467-44A7-AEDC-2ACA0B0AD37D}" type="presOf" srcId="{1F72A675-A0F5-4D43-AC3D-338092A6FA80}" destId="{1848C372-4306-4A69-ABC2-3D02BE854E8C}" srcOrd="0" destOrd="0" presId="urn:microsoft.com/office/officeart/2005/8/layout/hierarchy2"/>
    <dgm:cxn modelId="{B87E743B-7FBA-40C9-B129-9406901E5B41}" type="presOf" srcId="{69A4D01A-8CEC-4BE7-8AC1-ACC75A7FA70F}" destId="{6C607E77-E0AD-4DF6-A5D8-55FF31906E6C}" srcOrd="0" destOrd="0" presId="urn:microsoft.com/office/officeart/2005/8/layout/hierarchy2"/>
    <dgm:cxn modelId="{94C62842-924C-458A-8219-80EB0EFD81F3}" srcId="{7D0CE39E-12EC-4BFF-9E60-86B05D5ED317}" destId="{1F72A675-A0F5-4D43-AC3D-338092A6FA80}" srcOrd="0" destOrd="0" parTransId="{D94E5A02-6F1E-423B-8D31-FD0C2597037E}" sibTransId="{7AE8C596-9700-4359-8A0E-5D4C8BF20BFB}"/>
    <dgm:cxn modelId="{2C0E3962-1906-4C40-A730-21F8FE8061AE}" type="presOf" srcId="{47EDDC8F-7B8F-4648-BA53-210388CA2690}" destId="{5A011500-CA48-433B-A109-10332294B499}" srcOrd="1" destOrd="0" presId="urn:microsoft.com/office/officeart/2005/8/layout/hierarchy2"/>
    <dgm:cxn modelId="{545DB562-29EC-4447-BFB2-6B58148D73B5}" type="presOf" srcId="{6BC4AE71-DAAC-4F7A-97BD-8E5096B9753C}" destId="{43F25AEC-04E1-4AEE-94C8-60EC9F07E409}" srcOrd="1" destOrd="0" presId="urn:microsoft.com/office/officeart/2005/8/layout/hierarchy2"/>
    <dgm:cxn modelId="{B3A05947-C20D-48CA-B1DD-FA57BA894E47}" type="presOf" srcId="{848F8FFF-629E-4FAB-86EA-E714A0F06DFD}" destId="{E0876CAF-7E81-4FA5-8D64-6F34EE283A0F}" srcOrd="0" destOrd="0" presId="urn:microsoft.com/office/officeart/2005/8/layout/hierarchy2"/>
    <dgm:cxn modelId="{E93D9168-7293-4D93-82E5-28C0A030FDA6}" type="presOf" srcId="{6712AFD4-200E-4884-B098-F6686EA9C0EC}" destId="{33CF41A2-795C-493C-AE33-6FFBA876A300}" srcOrd="1" destOrd="0" presId="urn:microsoft.com/office/officeart/2005/8/layout/hierarchy2"/>
    <dgm:cxn modelId="{3C952A4E-710B-45D6-B4ED-8FF17DA526E2}" type="presOf" srcId="{371A74DB-E4D6-4C92-9B8D-41D6BC3CCC3A}" destId="{9B5A5A91-2D1A-4F94-9114-DF630AF74EC3}" srcOrd="0" destOrd="0" presId="urn:microsoft.com/office/officeart/2005/8/layout/hierarchy2"/>
    <dgm:cxn modelId="{0DF4156F-2FCE-4392-903C-04D0B25C48C6}" srcId="{F3261B6D-D23A-4014-B3EF-9B9BB88B736E}" destId="{E2122623-3A9B-4A09-B5A2-2F06C3A18187}" srcOrd="0" destOrd="0" parTransId="{6BC4AE71-DAAC-4F7A-97BD-8E5096B9753C}" sibTransId="{D5561B4D-0088-4860-BE18-F26157927256}"/>
    <dgm:cxn modelId="{39530471-99F5-4FAD-89EA-02E486F1CFAD}" type="presOf" srcId="{47EDDC8F-7B8F-4648-BA53-210388CA2690}" destId="{17AAF235-FC04-4A3A-89C0-553429A7A129}" srcOrd="0" destOrd="0" presId="urn:microsoft.com/office/officeart/2005/8/layout/hierarchy2"/>
    <dgm:cxn modelId="{20EBFB73-F5A3-421E-9420-41AEFFD6180B}" type="presOf" srcId="{6BC4AE71-DAAC-4F7A-97BD-8E5096B9753C}" destId="{0C98AE46-6E8C-40C3-B474-FC30B6589BE5}" srcOrd="0" destOrd="0" presId="urn:microsoft.com/office/officeart/2005/8/layout/hierarchy2"/>
    <dgm:cxn modelId="{908BAA83-2FF2-4164-B0BF-E2E1E5E102B5}" type="presOf" srcId="{7D0CE39E-12EC-4BFF-9E60-86B05D5ED317}" destId="{DDDC369F-4B57-4688-B379-FCB496F266D7}" srcOrd="0" destOrd="0" presId="urn:microsoft.com/office/officeart/2005/8/layout/hierarchy2"/>
    <dgm:cxn modelId="{CF379E91-E62C-47ED-A9CC-39D2E9CA0F8A}" type="presOf" srcId="{6712AFD4-200E-4884-B098-F6686EA9C0EC}" destId="{A358D49A-CC6E-4951-9A99-EA657C655444}" srcOrd="0" destOrd="0" presId="urn:microsoft.com/office/officeart/2005/8/layout/hierarchy2"/>
    <dgm:cxn modelId="{A2FA8C93-D858-4850-9529-5BC387E58439}" type="presOf" srcId="{C4F79F06-8EB1-447D-BDC7-71106C5DE317}" destId="{7A867FA6-7133-4911-915B-E27923E3DB7F}" srcOrd="0" destOrd="0" presId="urn:microsoft.com/office/officeart/2005/8/layout/hierarchy2"/>
    <dgm:cxn modelId="{28338C94-A845-4E37-833A-02A62588B69E}" type="presOf" srcId="{3C8075D6-BB92-497D-B283-4EC7877B20AB}" destId="{49D9FC09-CCA5-47F8-B93A-566B1200F16A}" srcOrd="1" destOrd="0" presId="urn:microsoft.com/office/officeart/2005/8/layout/hierarchy2"/>
    <dgm:cxn modelId="{992E0A9D-B0EE-4C83-8F0C-285D8265F855}" type="presOf" srcId="{E065FB1B-32C3-4909-BD2F-F764E5CA855B}" destId="{FD350969-46C5-4EAB-A128-FA336524AB39}" srcOrd="1" destOrd="0" presId="urn:microsoft.com/office/officeart/2005/8/layout/hierarchy2"/>
    <dgm:cxn modelId="{E4096DAD-F8BD-408F-A7D4-037F010CF938}" type="presOf" srcId="{D94E5A02-6F1E-423B-8D31-FD0C2597037E}" destId="{1F372B30-7899-4DEA-82A7-DF818DA82F4C}" srcOrd="1" destOrd="0" presId="urn:microsoft.com/office/officeart/2005/8/layout/hierarchy2"/>
    <dgm:cxn modelId="{139C89AE-FB34-412A-BE77-8378B0324491}" srcId="{E2122623-3A9B-4A09-B5A2-2F06C3A18187}" destId="{69A4D01A-8CEC-4BE7-8AC1-ACC75A7FA70F}" srcOrd="3" destOrd="0" parTransId="{47EDDC8F-7B8F-4648-BA53-210388CA2690}" sibTransId="{0D04B328-B53E-4BBB-B5C6-4DB44EDB9D5A}"/>
    <dgm:cxn modelId="{9093DEB4-3EDA-4E94-8840-8EA546FD7600}" type="presOf" srcId="{E065FB1B-32C3-4909-BD2F-F764E5CA855B}" destId="{617BE5CF-4B6F-493A-9EDF-462CAA7605D8}" srcOrd="0" destOrd="0" presId="urn:microsoft.com/office/officeart/2005/8/layout/hierarchy2"/>
    <dgm:cxn modelId="{C3E1A3B5-BF1C-449A-9750-8605196CB473}" srcId="{F3261B6D-D23A-4014-B3EF-9B9BB88B736E}" destId="{7D0CE39E-12EC-4BFF-9E60-86B05D5ED317}" srcOrd="1" destOrd="0" parTransId="{3C8075D6-BB92-497D-B283-4EC7877B20AB}" sibTransId="{46ED1239-C341-409A-944C-56833E4C290F}"/>
    <dgm:cxn modelId="{2EF413C3-11A9-4A5D-A24A-E53EA3626DB3}" type="presOf" srcId="{B24A7712-B62E-4D0D-B6A6-43DACB912046}" destId="{5C49069A-0587-4FBA-8E14-DED7063C0573}" srcOrd="0" destOrd="0" presId="urn:microsoft.com/office/officeart/2005/8/layout/hierarchy2"/>
    <dgm:cxn modelId="{50531FCE-2460-4671-968B-76314B5FAE00}" type="presOf" srcId="{F3261B6D-D23A-4014-B3EF-9B9BB88B736E}" destId="{85F3DB01-75FA-48C5-8034-6ECC04D12F25}" srcOrd="0" destOrd="0" presId="urn:microsoft.com/office/officeart/2005/8/layout/hierarchy2"/>
    <dgm:cxn modelId="{086F6EF4-2C32-4279-BD0D-0DC59F0ACEFC}" type="presOf" srcId="{848F8FFF-629E-4FAB-86EA-E714A0F06DFD}" destId="{F126FF73-5D76-459D-AD89-887282643450}" srcOrd="1" destOrd="0" presId="urn:microsoft.com/office/officeart/2005/8/layout/hierarchy2"/>
    <dgm:cxn modelId="{11BEB3FE-0859-4795-A548-DEB7FE2F2691}" srcId="{E2122623-3A9B-4A09-B5A2-2F06C3A18187}" destId="{B24A7712-B62E-4D0D-B6A6-43DACB912046}" srcOrd="1" destOrd="0" parTransId="{371A74DB-E4D6-4C92-9B8D-41D6BC3CCC3A}" sibTransId="{5577CEA2-A2CD-4E91-854A-A6A644DBFEA5}"/>
    <dgm:cxn modelId="{6AD48677-B8E0-4309-AF5B-D36FEC2F09C4}" type="presParOf" srcId="{B0CBF4AA-A6BF-48F4-A829-591D8A7F67C9}" destId="{32D21451-3806-440D-96D6-4048FD3A1D4A}" srcOrd="0" destOrd="0" presId="urn:microsoft.com/office/officeart/2005/8/layout/hierarchy2"/>
    <dgm:cxn modelId="{FE2770FA-D9FA-4885-A628-891B7AB85768}" type="presParOf" srcId="{32D21451-3806-440D-96D6-4048FD3A1D4A}" destId="{85F3DB01-75FA-48C5-8034-6ECC04D12F25}" srcOrd="0" destOrd="0" presId="urn:microsoft.com/office/officeart/2005/8/layout/hierarchy2"/>
    <dgm:cxn modelId="{649DD869-6F25-4761-AF82-90DBABF0A9EE}" type="presParOf" srcId="{32D21451-3806-440D-96D6-4048FD3A1D4A}" destId="{8AF5B6BA-545F-48ED-A459-D541FCBF2058}" srcOrd="1" destOrd="0" presId="urn:microsoft.com/office/officeart/2005/8/layout/hierarchy2"/>
    <dgm:cxn modelId="{E1A0516B-1649-4ABF-8413-B6DCFE05CE1A}" type="presParOf" srcId="{8AF5B6BA-545F-48ED-A459-D541FCBF2058}" destId="{0C98AE46-6E8C-40C3-B474-FC30B6589BE5}" srcOrd="0" destOrd="0" presId="urn:microsoft.com/office/officeart/2005/8/layout/hierarchy2"/>
    <dgm:cxn modelId="{94CB64C9-18C6-461A-A064-EC3AAFB10FBC}" type="presParOf" srcId="{0C98AE46-6E8C-40C3-B474-FC30B6589BE5}" destId="{43F25AEC-04E1-4AEE-94C8-60EC9F07E409}" srcOrd="0" destOrd="0" presId="urn:microsoft.com/office/officeart/2005/8/layout/hierarchy2"/>
    <dgm:cxn modelId="{0669A952-4841-4640-A127-E9F9DDCC0DAA}" type="presParOf" srcId="{8AF5B6BA-545F-48ED-A459-D541FCBF2058}" destId="{DAC44BA7-4CA7-4965-9A12-D0F3AAF85782}" srcOrd="1" destOrd="0" presId="urn:microsoft.com/office/officeart/2005/8/layout/hierarchy2"/>
    <dgm:cxn modelId="{7E56ED0E-EFF9-47AE-9F54-3F1674B9E7F1}" type="presParOf" srcId="{DAC44BA7-4CA7-4965-9A12-D0F3AAF85782}" destId="{EB613515-5DDF-47D3-A9D1-5F8F9BAEE03D}" srcOrd="0" destOrd="0" presId="urn:microsoft.com/office/officeart/2005/8/layout/hierarchy2"/>
    <dgm:cxn modelId="{CABF7B23-143D-4174-A4AE-960D7FD11038}" type="presParOf" srcId="{DAC44BA7-4CA7-4965-9A12-D0F3AAF85782}" destId="{6C0761F4-6FA6-4217-8431-3206C2CAE008}" srcOrd="1" destOrd="0" presId="urn:microsoft.com/office/officeart/2005/8/layout/hierarchy2"/>
    <dgm:cxn modelId="{18BB6C0B-734A-49F7-88C4-F30F721EADB2}" type="presParOf" srcId="{6C0761F4-6FA6-4217-8431-3206C2CAE008}" destId="{E0876CAF-7E81-4FA5-8D64-6F34EE283A0F}" srcOrd="0" destOrd="0" presId="urn:microsoft.com/office/officeart/2005/8/layout/hierarchy2"/>
    <dgm:cxn modelId="{258D8245-121E-4F8A-B6CB-AD4C779D873C}" type="presParOf" srcId="{E0876CAF-7E81-4FA5-8D64-6F34EE283A0F}" destId="{F126FF73-5D76-459D-AD89-887282643450}" srcOrd="0" destOrd="0" presId="urn:microsoft.com/office/officeart/2005/8/layout/hierarchy2"/>
    <dgm:cxn modelId="{244C03ED-AEE0-4105-AB41-51637D6672D5}" type="presParOf" srcId="{6C0761F4-6FA6-4217-8431-3206C2CAE008}" destId="{3ABEB46D-AAE9-471C-BDBC-FDA92FC3B339}" srcOrd="1" destOrd="0" presId="urn:microsoft.com/office/officeart/2005/8/layout/hierarchy2"/>
    <dgm:cxn modelId="{E4CA7277-C0A6-41A4-B639-633257ADC252}" type="presParOf" srcId="{3ABEB46D-AAE9-471C-BDBC-FDA92FC3B339}" destId="{2768F7FB-ED4E-41D4-ACD9-7C4902AF4656}" srcOrd="0" destOrd="0" presId="urn:microsoft.com/office/officeart/2005/8/layout/hierarchy2"/>
    <dgm:cxn modelId="{69C52D49-0647-4B45-8011-9FE300CCAE27}" type="presParOf" srcId="{3ABEB46D-AAE9-471C-BDBC-FDA92FC3B339}" destId="{CC027321-35A4-405D-860E-F7EFBD4E3C8F}" srcOrd="1" destOrd="0" presId="urn:microsoft.com/office/officeart/2005/8/layout/hierarchy2"/>
    <dgm:cxn modelId="{C2790F58-7E65-464F-BA19-17BD0736A31F}" type="presParOf" srcId="{6C0761F4-6FA6-4217-8431-3206C2CAE008}" destId="{9B5A5A91-2D1A-4F94-9114-DF630AF74EC3}" srcOrd="2" destOrd="0" presId="urn:microsoft.com/office/officeart/2005/8/layout/hierarchy2"/>
    <dgm:cxn modelId="{6122C756-C8E4-42A1-ACCE-2E211D20756A}" type="presParOf" srcId="{9B5A5A91-2D1A-4F94-9114-DF630AF74EC3}" destId="{075024A1-E04A-4C83-8029-EA29FC431666}" srcOrd="0" destOrd="0" presId="urn:microsoft.com/office/officeart/2005/8/layout/hierarchy2"/>
    <dgm:cxn modelId="{EEBE3A00-5B2D-46F4-9B7C-B7223FC0FC79}" type="presParOf" srcId="{6C0761F4-6FA6-4217-8431-3206C2CAE008}" destId="{52D7BDA7-5AD5-4C29-91D9-918BFE4AAD05}" srcOrd="3" destOrd="0" presId="urn:microsoft.com/office/officeart/2005/8/layout/hierarchy2"/>
    <dgm:cxn modelId="{6D34C36D-99E3-4A6C-B449-1B53255C6FD8}" type="presParOf" srcId="{52D7BDA7-5AD5-4C29-91D9-918BFE4AAD05}" destId="{5C49069A-0587-4FBA-8E14-DED7063C0573}" srcOrd="0" destOrd="0" presId="urn:microsoft.com/office/officeart/2005/8/layout/hierarchy2"/>
    <dgm:cxn modelId="{D17EFABB-9063-4D64-ABE6-E64DE1751A6A}" type="presParOf" srcId="{52D7BDA7-5AD5-4C29-91D9-918BFE4AAD05}" destId="{49249A6E-D3F8-4E4E-A7DA-03A7540C9C09}" srcOrd="1" destOrd="0" presId="urn:microsoft.com/office/officeart/2005/8/layout/hierarchy2"/>
    <dgm:cxn modelId="{6BB3BFF1-71BB-42DB-929A-65FEC4449522}" type="presParOf" srcId="{6C0761F4-6FA6-4217-8431-3206C2CAE008}" destId="{617BE5CF-4B6F-493A-9EDF-462CAA7605D8}" srcOrd="4" destOrd="0" presId="urn:microsoft.com/office/officeart/2005/8/layout/hierarchy2"/>
    <dgm:cxn modelId="{89F36D00-030E-4DA7-9A25-DCA487690AB4}" type="presParOf" srcId="{617BE5CF-4B6F-493A-9EDF-462CAA7605D8}" destId="{FD350969-46C5-4EAB-A128-FA336524AB39}" srcOrd="0" destOrd="0" presId="urn:microsoft.com/office/officeart/2005/8/layout/hierarchy2"/>
    <dgm:cxn modelId="{4A1A3AE2-CEEC-4564-9D23-BC9C97A43124}" type="presParOf" srcId="{6C0761F4-6FA6-4217-8431-3206C2CAE008}" destId="{A8E3EC98-4B9C-403A-A594-C6648603A422}" srcOrd="5" destOrd="0" presId="urn:microsoft.com/office/officeart/2005/8/layout/hierarchy2"/>
    <dgm:cxn modelId="{F80B026E-006B-497F-9958-33D941B2D4B7}" type="presParOf" srcId="{A8E3EC98-4B9C-403A-A594-C6648603A422}" destId="{6BE1A7E0-FB0B-4A2F-96E3-A14958841E39}" srcOrd="0" destOrd="0" presId="urn:microsoft.com/office/officeart/2005/8/layout/hierarchy2"/>
    <dgm:cxn modelId="{7562D210-2538-4B91-B43E-4D16455E895D}" type="presParOf" srcId="{A8E3EC98-4B9C-403A-A594-C6648603A422}" destId="{03B8787F-B963-4713-B449-29755E5A532D}" srcOrd="1" destOrd="0" presId="urn:microsoft.com/office/officeart/2005/8/layout/hierarchy2"/>
    <dgm:cxn modelId="{0D70C6A0-E32C-43C6-9414-E30A662A87C1}" type="presParOf" srcId="{6C0761F4-6FA6-4217-8431-3206C2CAE008}" destId="{17AAF235-FC04-4A3A-89C0-553429A7A129}" srcOrd="6" destOrd="0" presId="urn:microsoft.com/office/officeart/2005/8/layout/hierarchy2"/>
    <dgm:cxn modelId="{32239EF0-616B-45D6-B7F7-0E05A79D396E}" type="presParOf" srcId="{17AAF235-FC04-4A3A-89C0-553429A7A129}" destId="{5A011500-CA48-433B-A109-10332294B499}" srcOrd="0" destOrd="0" presId="urn:microsoft.com/office/officeart/2005/8/layout/hierarchy2"/>
    <dgm:cxn modelId="{2FD216B8-5806-41A2-A83D-2FD4721EC80E}" type="presParOf" srcId="{6C0761F4-6FA6-4217-8431-3206C2CAE008}" destId="{4BB9708B-2415-421C-B8E4-401886D0EBBD}" srcOrd="7" destOrd="0" presId="urn:microsoft.com/office/officeart/2005/8/layout/hierarchy2"/>
    <dgm:cxn modelId="{701D4402-9550-40A8-8BCB-F29B0182A19F}" type="presParOf" srcId="{4BB9708B-2415-421C-B8E4-401886D0EBBD}" destId="{6C607E77-E0AD-4DF6-A5D8-55FF31906E6C}" srcOrd="0" destOrd="0" presId="urn:microsoft.com/office/officeart/2005/8/layout/hierarchy2"/>
    <dgm:cxn modelId="{C7C49F63-CC6F-49CF-8B12-47253B82C3CE}" type="presParOf" srcId="{4BB9708B-2415-421C-B8E4-401886D0EBBD}" destId="{950B9015-30AA-4159-ADD8-29B6F4C6AA70}" srcOrd="1" destOrd="0" presId="urn:microsoft.com/office/officeart/2005/8/layout/hierarchy2"/>
    <dgm:cxn modelId="{8186A356-7BAB-4FCC-8361-5385963ABC81}" type="presParOf" srcId="{8AF5B6BA-545F-48ED-A459-D541FCBF2058}" destId="{29C98C91-B7EF-402E-BB1C-2E7A2A160353}" srcOrd="2" destOrd="0" presId="urn:microsoft.com/office/officeart/2005/8/layout/hierarchy2"/>
    <dgm:cxn modelId="{6F41616C-7855-412B-9D16-E12BB8B8689F}" type="presParOf" srcId="{29C98C91-B7EF-402E-BB1C-2E7A2A160353}" destId="{49D9FC09-CCA5-47F8-B93A-566B1200F16A}" srcOrd="0" destOrd="0" presId="urn:microsoft.com/office/officeart/2005/8/layout/hierarchy2"/>
    <dgm:cxn modelId="{A210FBF5-5EFF-420B-84E2-1879150FC73D}" type="presParOf" srcId="{8AF5B6BA-545F-48ED-A459-D541FCBF2058}" destId="{19D972FF-E481-4988-BB09-4BCAA7175296}" srcOrd="3" destOrd="0" presId="urn:microsoft.com/office/officeart/2005/8/layout/hierarchy2"/>
    <dgm:cxn modelId="{74EFF6E0-D694-43E2-9CD3-6F035D7646C9}" type="presParOf" srcId="{19D972FF-E481-4988-BB09-4BCAA7175296}" destId="{DDDC369F-4B57-4688-B379-FCB496F266D7}" srcOrd="0" destOrd="0" presId="urn:microsoft.com/office/officeart/2005/8/layout/hierarchy2"/>
    <dgm:cxn modelId="{3667D3A3-5CCD-4E07-8A05-9F66DAEFB117}" type="presParOf" srcId="{19D972FF-E481-4988-BB09-4BCAA7175296}" destId="{9DE7EF9A-7089-43E4-8AFF-56ACABA402E8}" srcOrd="1" destOrd="0" presId="urn:microsoft.com/office/officeart/2005/8/layout/hierarchy2"/>
    <dgm:cxn modelId="{79C66A59-49A8-46DC-A219-A03245A23E02}" type="presParOf" srcId="{9DE7EF9A-7089-43E4-8AFF-56ACABA402E8}" destId="{8205A6F8-5CEC-40C0-AC9C-04123F72AF78}" srcOrd="0" destOrd="0" presId="urn:microsoft.com/office/officeart/2005/8/layout/hierarchy2"/>
    <dgm:cxn modelId="{60F71B76-506C-4BE0-9A8F-A545AD4F492D}" type="presParOf" srcId="{8205A6F8-5CEC-40C0-AC9C-04123F72AF78}" destId="{1F372B30-7899-4DEA-82A7-DF818DA82F4C}" srcOrd="0" destOrd="0" presId="urn:microsoft.com/office/officeart/2005/8/layout/hierarchy2"/>
    <dgm:cxn modelId="{310CF68C-E727-4089-8903-3A2A1BCD595B}" type="presParOf" srcId="{9DE7EF9A-7089-43E4-8AFF-56ACABA402E8}" destId="{AA4A3287-B835-46A9-B666-09CC558DCE99}" srcOrd="1" destOrd="0" presId="urn:microsoft.com/office/officeart/2005/8/layout/hierarchy2"/>
    <dgm:cxn modelId="{022F2038-A1B3-4C2E-B700-72ACBEDE355B}" type="presParOf" srcId="{AA4A3287-B835-46A9-B666-09CC558DCE99}" destId="{1848C372-4306-4A69-ABC2-3D02BE854E8C}" srcOrd="0" destOrd="0" presId="urn:microsoft.com/office/officeart/2005/8/layout/hierarchy2"/>
    <dgm:cxn modelId="{C87DA372-05E3-4284-9026-416531740DE2}" type="presParOf" srcId="{AA4A3287-B835-46A9-B666-09CC558DCE99}" destId="{0D8FE054-827D-4140-9056-11128A4F652C}" srcOrd="1" destOrd="0" presId="urn:microsoft.com/office/officeart/2005/8/layout/hierarchy2"/>
    <dgm:cxn modelId="{579BA7EC-DC93-449C-AB32-BAEEDFDFE884}" type="presParOf" srcId="{9DE7EF9A-7089-43E4-8AFF-56ACABA402E8}" destId="{A358D49A-CC6E-4951-9A99-EA657C655444}" srcOrd="2" destOrd="0" presId="urn:microsoft.com/office/officeart/2005/8/layout/hierarchy2"/>
    <dgm:cxn modelId="{7F5885F6-2EB3-4259-905B-B0AFD0266428}" type="presParOf" srcId="{A358D49A-CC6E-4951-9A99-EA657C655444}" destId="{33CF41A2-795C-493C-AE33-6FFBA876A300}" srcOrd="0" destOrd="0" presId="urn:microsoft.com/office/officeart/2005/8/layout/hierarchy2"/>
    <dgm:cxn modelId="{5E1136DD-C52A-4EA7-8D72-5DB50A26C036}" type="presParOf" srcId="{9DE7EF9A-7089-43E4-8AFF-56ACABA402E8}" destId="{BBEAA5F4-B903-4471-BB54-98CEA252C408}" srcOrd="3" destOrd="0" presId="urn:microsoft.com/office/officeart/2005/8/layout/hierarchy2"/>
    <dgm:cxn modelId="{1140E5F4-A349-485C-8B04-437529F17088}" type="presParOf" srcId="{BBEAA5F4-B903-4471-BB54-98CEA252C408}" destId="{7A867FA6-7133-4911-915B-E27923E3DB7F}" srcOrd="0" destOrd="0" presId="urn:microsoft.com/office/officeart/2005/8/layout/hierarchy2"/>
    <dgm:cxn modelId="{E32125D6-EC42-4208-8413-C81162A70385}" type="presParOf" srcId="{BBEAA5F4-B903-4471-BB54-98CEA252C408}" destId="{E99F8229-7B28-44CF-BF88-615C39A51516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3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E08C04-25D2-4F88-82DE-C1DCA5D8FF5C}">
      <dsp:nvSpPr>
        <dsp:cNvPr id="0" name=""/>
        <dsp:cNvSpPr/>
      </dsp:nvSpPr>
      <dsp:spPr>
        <a:xfrm>
          <a:off x="0" y="6556"/>
          <a:ext cx="12339400" cy="1218918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2">
                <a:shade val="51000"/>
                <a:satMod val="130000"/>
              </a:schemeClr>
            </a:gs>
            <a:gs pos="80000">
              <a:schemeClr val="accent2">
                <a:shade val="93000"/>
                <a:satMod val="130000"/>
              </a:schemeClr>
            </a:gs>
            <a:gs pos="100000">
              <a:schemeClr val="accent2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Monitor T &amp; P history in end-gas region</a:t>
          </a:r>
          <a:br>
            <a:rPr lang="en-US" sz="36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3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Phase 1: flame-dominated compression</a:t>
          </a:r>
        </a:p>
      </dsp:txBody>
      <dsp:txXfrm>
        <a:off x="35701" y="42257"/>
        <a:ext cx="12267998" cy="1147516"/>
      </dsp:txXfrm>
    </dsp:sp>
    <dsp:sp modelId="{12009DDA-3A44-4BE2-9A7C-6B442DBB1647}">
      <dsp:nvSpPr>
        <dsp:cNvPr id="0" name=""/>
        <dsp:cNvSpPr/>
      </dsp:nvSpPr>
      <dsp:spPr>
        <a:xfrm rot="5400000">
          <a:off x="5941152" y="1255948"/>
          <a:ext cx="457094" cy="548513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6005146" y="1301657"/>
        <a:ext cx="329107" cy="319966"/>
      </dsp:txXfrm>
    </dsp:sp>
    <dsp:sp modelId="{AFAAF25C-CE06-4C9D-B35E-AA4E508183BC}">
      <dsp:nvSpPr>
        <dsp:cNvPr id="0" name=""/>
        <dsp:cNvSpPr/>
      </dsp:nvSpPr>
      <dsp:spPr>
        <a:xfrm>
          <a:off x="0" y="1834934"/>
          <a:ext cx="12339400" cy="1218918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6">
                <a:shade val="51000"/>
                <a:satMod val="130000"/>
              </a:schemeClr>
            </a:gs>
            <a:gs pos="80000">
              <a:schemeClr val="accent6">
                <a:shade val="93000"/>
                <a:satMod val="130000"/>
              </a:schemeClr>
            </a:gs>
            <a:gs pos="100000">
              <a:schemeClr val="accent6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6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6"/>
        </a:lnRef>
        <a:fillRef idx="3">
          <a:schemeClr val="accent6"/>
        </a:fillRef>
        <a:effectRef idx="2">
          <a:schemeClr val="accent6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>
              <a:latin typeface="Times New Roman" panose="02020603050405020304" pitchFamily="18" charset="0"/>
              <a:cs typeface="Times New Roman" panose="02020603050405020304" pitchFamily="18" charset="0"/>
            </a:rPr>
            <a:t>Detect ETD (or LWI = 1) timing</a:t>
          </a:r>
          <a:br>
            <a:rPr lang="en-US" sz="3600" kern="120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3600" kern="1200">
              <a:latin typeface="Times New Roman" panose="02020603050405020304" pitchFamily="18" charset="0"/>
              <a:cs typeface="Times New Roman" panose="02020603050405020304" pitchFamily="18" charset="0"/>
            </a:rPr>
            <a:t>Phase 1 </a:t>
          </a:r>
          <a:r>
            <a:rPr lang="en-US" sz="3600" kern="120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rPr>
            <a:t></a:t>
          </a:r>
          <a:r>
            <a:rPr lang="en-US" sz="3600" kern="1200">
              <a:latin typeface="Times New Roman" panose="02020603050405020304" pitchFamily="18" charset="0"/>
              <a:cs typeface="Times New Roman" panose="02020603050405020304" pitchFamily="18" charset="0"/>
            </a:rPr>
            <a:t> Phase 2 transition</a:t>
          </a:r>
        </a:p>
      </dsp:txBody>
      <dsp:txXfrm>
        <a:off x="35701" y="1870635"/>
        <a:ext cx="12267998" cy="1147516"/>
      </dsp:txXfrm>
    </dsp:sp>
    <dsp:sp modelId="{382F0C93-C0CF-4BB3-9602-1A8F56653CCC}">
      <dsp:nvSpPr>
        <dsp:cNvPr id="0" name=""/>
        <dsp:cNvSpPr/>
      </dsp:nvSpPr>
      <dsp:spPr>
        <a:xfrm rot="5400000">
          <a:off x="5941152" y="3084326"/>
          <a:ext cx="457094" cy="548513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6005146" y="3130035"/>
        <a:ext cx="329107" cy="319966"/>
      </dsp:txXfrm>
    </dsp:sp>
    <dsp:sp modelId="{4120A94B-504C-44B0-A15D-7E012325F47A}">
      <dsp:nvSpPr>
        <dsp:cNvPr id="0" name=""/>
        <dsp:cNvSpPr/>
      </dsp:nvSpPr>
      <dsp:spPr>
        <a:xfrm>
          <a:off x="0" y="3663312"/>
          <a:ext cx="12339400" cy="1218918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shade val="51000"/>
                <a:satMod val="130000"/>
              </a:schemeClr>
            </a:gs>
            <a:gs pos="80000">
              <a:schemeClr val="accent1">
                <a:shade val="93000"/>
                <a:satMod val="130000"/>
              </a:schemeClr>
            </a:gs>
            <a:gs pos="100000">
              <a:schemeClr val="accent1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>
              <a:latin typeface="Times New Roman" panose="02020603050405020304" pitchFamily="18" charset="0"/>
              <a:cs typeface="Times New Roman" panose="02020603050405020304" pitchFamily="18" charset="0"/>
            </a:rPr>
            <a:t>Compute </a:t>
          </a:r>
          <a14:m xmlns:a14="http://schemas.microsoft.com/office/drawing/2010/main">
            <m:oMath xmlns:m="http://schemas.openxmlformats.org/officeDocument/2006/math">
              <m:r>
                <m:rPr>
                  <m:sty m:val="p"/>
                </m:rPr>
                <a:rPr lang="en-US" sz="3600" kern="1200" smtClean="0">
                  <a:solidFill>
                    <a:schemeClr val="bg1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m:t>ξ</m:t>
              </m:r>
            </m:oMath>
          </a14:m>
          <a:r>
            <a:rPr lang="en-US" sz="3600" kern="1200">
              <a:latin typeface="Times New Roman" panose="02020603050405020304" pitchFamily="18" charset="0"/>
              <a:cs typeface="Times New Roman" panose="02020603050405020304" pitchFamily="18" charset="0"/>
            </a:rPr>
            <a:t> distribution in end-gas at ETD/LWI</a:t>
          </a:r>
          <a:br>
            <a:rPr lang="en-US" sz="3600" kern="120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3600" kern="1200">
              <a:latin typeface="Times New Roman" panose="02020603050405020304" pitchFamily="18" charset="0"/>
              <a:cs typeface="Times New Roman" panose="02020603050405020304" pitchFamily="18" charset="0"/>
            </a:rPr>
            <a:t>PDF analysis: extract mode value</a:t>
          </a:r>
        </a:p>
      </dsp:txBody>
      <dsp:txXfrm>
        <a:off x="35701" y="3699013"/>
        <a:ext cx="12267998" cy="1147516"/>
      </dsp:txXfrm>
    </dsp:sp>
    <dsp:sp modelId="{C31B5FFA-4875-44A2-85D6-8FEF2904469D}">
      <dsp:nvSpPr>
        <dsp:cNvPr id="0" name=""/>
        <dsp:cNvSpPr/>
      </dsp:nvSpPr>
      <dsp:spPr>
        <a:xfrm rot="5400000">
          <a:off x="5941152" y="4912704"/>
          <a:ext cx="457094" cy="548513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6005146" y="4958413"/>
        <a:ext cx="329107" cy="319966"/>
      </dsp:txXfrm>
    </dsp:sp>
    <dsp:sp modelId="{572C3185-5084-4233-8CFD-CAF4038F538F}">
      <dsp:nvSpPr>
        <dsp:cNvPr id="0" name=""/>
        <dsp:cNvSpPr/>
      </dsp:nvSpPr>
      <dsp:spPr>
        <a:xfrm>
          <a:off x="0" y="5491690"/>
          <a:ext cx="12339400" cy="1218918"/>
        </a:xfrm>
        <a:prstGeom prst="roundRect">
          <a:avLst>
            <a:gd name="adj" fmla="val 10000"/>
          </a:avLst>
        </a:prstGeom>
        <a:solidFill>
          <a:schemeClr val="accent3">
            <a:lumMod val="75000"/>
          </a:schemeClr>
        </a:soli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>
              <a:latin typeface="Times New Roman" panose="02020603050405020304" pitchFamily="18" charset="0"/>
              <a:cs typeface="Times New Roman" panose="02020603050405020304" pitchFamily="18" charset="0"/>
            </a:rPr>
            <a:t>Mode </a:t>
          </a:r>
          <a14:m xmlns:a14="http://schemas.microsoft.com/office/drawing/2010/main">
            <m:oMath xmlns:m="http://schemas.openxmlformats.org/officeDocument/2006/math">
              <m:r>
                <m:rPr>
                  <m:sty m:val="p"/>
                </m:rPr>
                <a:rPr lang="en-US" sz="3600" kern="1200" smtClean="0">
                  <a:solidFill>
                    <a:schemeClr val="bg1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m:t>ξ</m:t>
              </m:r>
            </m:oMath>
          </a14:m>
          <a:r>
            <a:rPr lang="en-US" sz="3600" kern="1200">
              <a:latin typeface="Times New Roman" panose="02020603050405020304" pitchFamily="18" charset="0"/>
              <a:cs typeface="Times New Roman" panose="02020603050405020304" pitchFamily="18" charset="0"/>
            </a:rPr>
            <a:t> → predict AI wave mode &amp; speed</a:t>
          </a:r>
          <a:br>
            <a:rPr lang="en-US" sz="3600" kern="1200">
              <a:latin typeface="Times New Roman" panose="02020603050405020304" pitchFamily="18" charset="0"/>
              <a:cs typeface="Times New Roman" panose="02020603050405020304" pitchFamily="18" charset="0"/>
            </a:rPr>
          </a:br>
          <a14:m xmlns:a14="http://schemas.microsoft.com/office/drawing/2010/main">
            <m:oMath xmlns:m="http://schemas.openxmlformats.org/officeDocument/2006/math">
              <m:r>
                <m:rPr>
                  <m:sty m:val="p"/>
                </m:rPr>
                <a:rPr lang="en-US" sz="3600" kern="1200" smtClean="0">
                  <a:solidFill>
                    <a:schemeClr val="bg1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m:t>ξ</m:t>
              </m:r>
            </m:oMath>
          </a14:m>
          <a:r>
            <a:rPr lang="en-US" sz="3600" kern="1200">
              <a:latin typeface="Times New Roman" panose="02020603050405020304" pitchFamily="18" charset="0"/>
              <a:cs typeface="Times New Roman" panose="02020603050405020304" pitchFamily="18" charset="0"/>
            </a:rPr>
            <a:t> &lt; 1: supersonic deflagration confirmed</a:t>
          </a:r>
        </a:p>
      </dsp:txBody>
      <dsp:txXfrm>
        <a:off x="35701" y="5527391"/>
        <a:ext cx="12267998" cy="11475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F3DB01-75FA-48C5-8034-6ECC04D12F25}">
      <dsp:nvSpPr>
        <dsp:cNvPr id="0" name=""/>
        <dsp:cNvSpPr/>
      </dsp:nvSpPr>
      <dsp:spPr>
        <a:xfrm>
          <a:off x="8666" y="1472336"/>
          <a:ext cx="3756244" cy="21564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Zel’dovich’s</a:t>
          </a:r>
          <a:r>
            <a:rPr lang="en-US" sz="2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Spontaneous Ignition Front Speed</a:t>
          </a:r>
        </a:p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sSub>
                  <m:sSubPr>
                    <m:ctrlPr>
                      <a:rPr lang="en-US" sz="2600" b="0" i="1" kern="12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</m:ctrlPr>
                  </m:sSubPr>
                  <m:e>
                    <m:r>
                      <a:rPr lang="en-US" sz="2600" b="0" i="1" kern="12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e>
                  <m:sub>
                    <m:r>
                      <a:rPr lang="en-US" sz="2600" b="0" i="1" kern="12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𝑠𝑝</m:t>
                    </m:r>
                  </m:sub>
                </m:sSub>
                <m:r>
                  <a:rPr lang="en-US" sz="2600" b="0" i="1" kern="120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m:t>=</m:t>
                </m:r>
                <m:sSup>
                  <m:sSupPr>
                    <m:ctrlPr>
                      <a:rPr lang="en-US" sz="2600" b="0" i="1" kern="12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</m:ctrlPr>
                  </m:sSupPr>
                  <m:e>
                    <m:d>
                      <m:dPr>
                        <m:begChr m:val="|"/>
                        <m:endChr m:val="|"/>
                        <m:ctrlPr>
                          <a:rPr lang="en-US" sz="2600" b="0" i="1" kern="12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600" b="0" i="1" kern="12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∇</m:t>
                        </m:r>
                        <m:sSub>
                          <m:sSubPr>
                            <m:ctrlPr>
                              <a:rPr lang="en-US" sz="2600" b="0" i="1" kern="12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0" i="1" kern="12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sz="2600" b="0" i="1" kern="12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𝑖𝑔</m:t>
                            </m:r>
                          </m:sub>
                        </m:sSub>
                      </m:e>
                    </m:d>
                  </m:e>
                  <m:sup>
                    <m:r>
                      <a:rPr lang="en-US" sz="2600" b="0" i="1" kern="12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</m:t>
                    </m:r>
                  </m:sup>
                </m:sSup>
              </m:oMath>
            </m:oMathPara>
          </a14:m>
          <a:endParaRPr lang="en-US" sz="2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1825" y="1535495"/>
        <a:ext cx="3629926" cy="2030101"/>
      </dsp:txXfrm>
    </dsp:sp>
    <dsp:sp modelId="{0C98AE46-6E8C-40C3-B474-FC30B6589BE5}">
      <dsp:nvSpPr>
        <dsp:cNvPr id="0" name=""/>
        <dsp:cNvSpPr/>
      </dsp:nvSpPr>
      <dsp:spPr>
        <a:xfrm rot="17692822">
          <a:off x="3414860" y="1990202"/>
          <a:ext cx="1208580" cy="24278"/>
        </a:xfrm>
        <a:custGeom>
          <a:avLst/>
          <a:gdLst/>
          <a:ahLst/>
          <a:cxnLst/>
          <a:rect l="0" t="0" r="0" b="0"/>
          <a:pathLst>
            <a:path>
              <a:moveTo>
                <a:pt x="0" y="12139"/>
              </a:moveTo>
              <a:lnTo>
                <a:pt x="1208580" y="12139"/>
              </a:lnTo>
            </a:path>
          </a:pathLst>
        </a:custGeom>
        <a:noFill/>
        <a:ln w="38100" cap="flat" cmpd="sng" algn="ctr">
          <a:solidFill>
            <a:schemeClr val="dk1"/>
          </a:solidFill>
          <a:prstDash val="solid"/>
          <a:round/>
          <a:headEnd type="none" w="med" len="med"/>
          <a:tailEnd type="arrow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988936" y="1972126"/>
        <a:ext cx="60429" cy="60429"/>
      </dsp:txXfrm>
    </dsp:sp>
    <dsp:sp modelId="{EB613515-5DDF-47D3-A9D1-5F8F9BAEE03D}">
      <dsp:nvSpPr>
        <dsp:cNvPr id="0" name=""/>
        <dsp:cNvSpPr/>
      </dsp:nvSpPr>
      <dsp:spPr>
        <a:xfrm>
          <a:off x="4273391" y="428608"/>
          <a:ext cx="3651853" cy="2051056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5">
                <a:shade val="51000"/>
                <a:satMod val="130000"/>
              </a:schemeClr>
            </a:gs>
            <a:gs pos="80000">
              <a:schemeClr val="accent5">
                <a:shade val="93000"/>
                <a:satMod val="130000"/>
              </a:schemeClr>
            </a:gs>
            <a:gs pos="100000">
              <a:schemeClr val="accent5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5"/>
        </a:lnRef>
        <a:fillRef idx="3">
          <a:schemeClr val="accent5"/>
        </a:fillRef>
        <a:effectRef idx="2">
          <a:schemeClr val="accent5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i="1" kern="1200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rPr>
            <a:t>Normalized Temperature Gradient</a:t>
          </a:r>
        </a:p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n-US" sz="2600" i="1" kern="120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m:t>𝜉</m:t>
                </m:r>
                <m:r>
                  <a:rPr lang="en-US" sz="2600" b="0" i="1" kern="120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m:t>=</m:t>
                </m:r>
                <m:f>
                  <m:fPr>
                    <m:ctrlPr>
                      <a:rPr lang="en-US" sz="2600" b="0" i="1" kern="12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</m:ctrlPr>
                  </m:fPr>
                  <m:num>
                    <m:r>
                      <a:rPr lang="en-US" sz="2600" b="0" i="1" kern="12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num>
                  <m:den>
                    <m:sSub>
                      <m:sSubPr>
                        <m:ctrlPr>
                          <a:rPr lang="en-US" sz="2600" b="0" i="1" kern="12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600" b="0" i="1" kern="12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600" b="0" i="1" kern="12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𝑠𝑝</m:t>
                        </m:r>
                      </m:sub>
                    </m:sSub>
                  </m:den>
                </m:f>
              </m:oMath>
            </m:oMathPara>
          </a14:m>
          <a:endParaRPr lang="en-US" sz="2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333464" y="488681"/>
        <a:ext cx="3531707" cy="1930910"/>
      </dsp:txXfrm>
    </dsp:sp>
    <dsp:sp modelId="{E0876CAF-7E81-4FA5-8D64-6F34EE283A0F}">
      <dsp:nvSpPr>
        <dsp:cNvPr id="0" name=""/>
        <dsp:cNvSpPr/>
      </dsp:nvSpPr>
      <dsp:spPr>
        <a:xfrm rot="17898581">
          <a:off x="7643381" y="970013"/>
          <a:ext cx="1072206" cy="24278"/>
        </a:xfrm>
        <a:custGeom>
          <a:avLst/>
          <a:gdLst/>
          <a:ahLst/>
          <a:cxnLst/>
          <a:rect l="0" t="0" r="0" b="0"/>
          <a:pathLst>
            <a:path>
              <a:moveTo>
                <a:pt x="0" y="12139"/>
              </a:moveTo>
              <a:lnTo>
                <a:pt x="1072206" y="12139"/>
              </a:lnTo>
            </a:path>
          </a:pathLst>
        </a:custGeom>
        <a:noFill/>
        <a:ln w="38100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152679" y="955347"/>
        <a:ext cx="53610" cy="53610"/>
      </dsp:txXfrm>
    </dsp:sp>
    <dsp:sp modelId="{2768F7FB-ED4E-41D4-ACD9-7C4902AF4656}">
      <dsp:nvSpPr>
        <dsp:cNvPr id="0" name=""/>
        <dsp:cNvSpPr/>
      </dsp:nvSpPr>
      <dsp:spPr>
        <a:xfrm>
          <a:off x="8433725" y="192368"/>
          <a:ext cx="5337109" cy="63560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6">
                <a:shade val="51000"/>
                <a:satMod val="130000"/>
              </a:schemeClr>
            </a:gs>
            <a:gs pos="80000">
              <a:schemeClr val="accent6">
                <a:shade val="93000"/>
                <a:satMod val="130000"/>
              </a:schemeClr>
            </a:gs>
            <a:gs pos="100000">
              <a:schemeClr val="accent6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6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6"/>
        </a:lnRef>
        <a:fillRef idx="3">
          <a:schemeClr val="accent6"/>
        </a:fillRef>
        <a:effectRef idx="2">
          <a:schemeClr val="accent6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 xmlns:m="http://schemas.openxmlformats.org/officeDocument/2006/math">
              <m:r>
                <a:rPr lang="en-US" sz="2600" i="1" kern="1200" smtClean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m:t>𝜉</m:t>
              </m:r>
              <m:r>
                <a:rPr lang="en-US" sz="2600" b="0" i="1" kern="1200" smtClean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m:t>=0</m:t>
              </m:r>
            </m:oMath>
          </a14:m>
          <a:r>
            <a:rPr lang="en-US" sz="2600" kern="1200">
              <a:latin typeface="Times New Roman" panose="02020603050405020304" pitchFamily="18" charset="0"/>
              <a:cs typeface="Times New Roman" panose="02020603050405020304" pitchFamily="18" charset="0"/>
            </a:rPr>
            <a:t> : Homogenous ignition</a:t>
          </a:r>
        </a:p>
      </dsp:txBody>
      <dsp:txXfrm>
        <a:off x="8452341" y="210984"/>
        <a:ext cx="5299877" cy="598368"/>
      </dsp:txXfrm>
    </dsp:sp>
    <dsp:sp modelId="{9B5A5A91-2D1A-4F94-9114-DF630AF74EC3}">
      <dsp:nvSpPr>
        <dsp:cNvPr id="0" name=""/>
        <dsp:cNvSpPr/>
      </dsp:nvSpPr>
      <dsp:spPr>
        <a:xfrm rot="20236125">
          <a:off x="7903834" y="1335483"/>
          <a:ext cx="551301" cy="24278"/>
        </a:xfrm>
        <a:custGeom>
          <a:avLst/>
          <a:gdLst/>
          <a:ahLst/>
          <a:cxnLst/>
          <a:rect l="0" t="0" r="0" b="0"/>
          <a:pathLst>
            <a:path>
              <a:moveTo>
                <a:pt x="0" y="12139"/>
              </a:moveTo>
              <a:lnTo>
                <a:pt x="551301" y="12139"/>
              </a:lnTo>
            </a:path>
          </a:pathLst>
        </a:custGeom>
        <a:noFill/>
        <a:ln w="38100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165702" y="1333839"/>
        <a:ext cx="27565" cy="27565"/>
      </dsp:txXfrm>
    </dsp:sp>
    <dsp:sp modelId="{5C49069A-0587-4FBA-8E14-DED7063C0573}">
      <dsp:nvSpPr>
        <dsp:cNvPr id="0" name=""/>
        <dsp:cNvSpPr/>
      </dsp:nvSpPr>
      <dsp:spPr>
        <a:xfrm>
          <a:off x="8433725" y="923308"/>
          <a:ext cx="5337109" cy="63560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6">
                <a:shade val="51000"/>
                <a:satMod val="130000"/>
              </a:schemeClr>
            </a:gs>
            <a:gs pos="80000">
              <a:schemeClr val="accent6">
                <a:shade val="93000"/>
                <a:satMod val="130000"/>
              </a:schemeClr>
            </a:gs>
            <a:gs pos="100000">
              <a:schemeClr val="accent6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6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6"/>
        </a:lnRef>
        <a:fillRef idx="3">
          <a:schemeClr val="accent6"/>
        </a:fillRef>
        <a:effectRef idx="2">
          <a:schemeClr val="accent6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 xmlns:m="http://schemas.openxmlformats.org/officeDocument/2006/math">
              <m:r>
                <a:rPr lang="en-US" sz="2600" i="1" kern="1200" smtClean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m:t>𝜉</m:t>
              </m:r>
              <m:r>
                <a:rPr lang="en-US" sz="2600" b="0" i="1" kern="1200" smtClean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m:t>&lt;1</m:t>
              </m:r>
            </m:oMath>
          </a14:m>
          <a:r>
            <a:rPr lang="en-US" sz="2600" kern="1200">
              <a:latin typeface="Times New Roman" panose="02020603050405020304" pitchFamily="18" charset="0"/>
              <a:cs typeface="Times New Roman" panose="02020603050405020304" pitchFamily="18" charset="0"/>
            </a:rPr>
            <a:t> : Supersonic Deflagration</a:t>
          </a:r>
        </a:p>
      </dsp:txBody>
      <dsp:txXfrm>
        <a:off x="8452341" y="941924"/>
        <a:ext cx="5299877" cy="598368"/>
      </dsp:txXfrm>
    </dsp:sp>
    <dsp:sp modelId="{617BE5CF-4B6F-493A-9EDF-462CAA7605D8}">
      <dsp:nvSpPr>
        <dsp:cNvPr id="0" name=""/>
        <dsp:cNvSpPr/>
      </dsp:nvSpPr>
      <dsp:spPr>
        <a:xfrm rot="2731591">
          <a:off x="7816585" y="1700953"/>
          <a:ext cx="725799" cy="24278"/>
        </a:xfrm>
        <a:custGeom>
          <a:avLst/>
          <a:gdLst/>
          <a:ahLst/>
          <a:cxnLst/>
          <a:rect l="0" t="0" r="0" b="0"/>
          <a:pathLst>
            <a:path>
              <a:moveTo>
                <a:pt x="0" y="12139"/>
              </a:moveTo>
              <a:lnTo>
                <a:pt x="725799" y="12139"/>
              </a:lnTo>
            </a:path>
          </a:pathLst>
        </a:custGeom>
        <a:noFill/>
        <a:ln w="38100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161339" y="1694947"/>
        <a:ext cx="36289" cy="36289"/>
      </dsp:txXfrm>
    </dsp:sp>
    <dsp:sp modelId="{6BE1A7E0-FB0B-4A2F-96E3-A14958841E39}">
      <dsp:nvSpPr>
        <dsp:cNvPr id="0" name=""/>
        <dsp:cNvSpPr/>
      </dsp:nvSpPr>
      <dsp:spPr>
        <a:xfrm>
          <a:off x="8433725" y="1654248"/>
          <a:ext cx="5337109" cy="63560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6">
                <a:shade val="51000"/>
                <a:satMod val="130000"/>
              </a:schemeClr>
            </a:gs>
            <a:gs pos="80000">
              <a:schemeClr val="accent6">
                <a:shade val="93000"/>
                <a:satMod val="130000"/>
              </a:schemeClr>
            </a:gs>
            <a:gs pos="100000">
              <a:schemeClr val="accent6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6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6"/>
        </a:lnRef>
        <a:fillRef idx="3">
          <a:schemeClr val="accent6"/>
        </a:fillRef>
        <a:effectRef idx="2">
          <a:schemeClr val="accent6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 xmlns:m="http://schemas.openxmlformats.org/officeDocument/2006/math">
              <m:r>
                <a:rPr lang="en-US" sz="2600" i="1" kern="1200" smtClean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m:t>𝜉</m:t>
              </m:r>
              <m:r>
                <a:rPr lang="en-US" sz="2600" b="0" i="1" kern="1200" smtClean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m:t>≈</m:t>
              </m:r>
              <m:r>
                <a:rPr lang="en-US" sz="2600" b="0" i="1" kern="1200" smtClean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m:t>𝑂</m:t>
              </m:r>
              <m:r>
                <a:rPr lang="en-US" sz="2600" b="0" i="1" kern="1200" smtClean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m:t>(1−10)</m:t>
              </m:r>
            </m:oMath>
          </a14:m>
          <a:r>
            <a:rPr lang="en-US" sz="2600" kern="1200">
              <a:latin typeface="Times New Roman" panose="02020603050405020304" pitchFamily="18" charset="0"/>
              <a:cs typeface="Times New Roman" panose="02020603050405020304" pitchFamily="18" charset="0"/>
            </a:rPr>
            <a:t> : Detonation</a:t>
          </a:r>
        </a:p>
      </dsp:txBody>
      <dsp:txXfrm>
        <a:off x="8452341" y="1672864"/>
        <a:ext cx="5299877" cy="598368"/>
      </dsp:txXfrm>
    </dsp:sp>
    <dsp:sp modelId="{17AAF235-FC04-4A3A-89C0-553429A7A129}">
      <dsp:nvSpPr>
        <dsp:cNvPr id="0" name=""/>
        <dsp:cNvSpPr/>
      </dsp:nvSpPr>
      <dsp:spPr>
        <a:xfrm rot="4070755">
          <a:off x="7505284" y="2066423"/>
          <a:ext cx="1348400" cy="24278"/>
        </a:xfrm>
        <a:custGeom>
          <a:avLst/>
          <a:gdLst/>
          <a:ahLst/>
          <a:cxnLst/>
          <a:rect l="0" t="0" r="0" b="0"/>
          <a:pathLst>
            <a:path>
              <a:moveTo>
                <a:pt x="0" y="12139"/>
              </a:moveTo>
              <a:lnTo>
                <a:pt x="1348400" y="12139"/>
              </a:lnTo>
            </a:path>
          </a:pathLst>
        </a:custGeom>
        <a:noFill/>
        <a:ln w="38100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145774" y="2044852"/>
        <a:ext cx="67420" cy="67420"/>
      </dsp:txXfrm>
    </dsp:sp>
    <dsp:sp modelId="{6C607E77-E0AD-4DF6-A5D8-55FF31906E6C}">
      <dsp:nvSpPr>
        <dsp:cNvPr id="0" name=""/>
        <dsp:cNvSpPr/>
      </dsp:nvSpPr>
      <dsp:spPr>
        <a:xfrm>
          <a:off x="8433725" y="2385188"/>
          <a:ext cx="5337109" cy="63560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6">
                <a:shade val="51000"/>
                <a:satMod val="130000"/>
              </a:schemeClr>
            </a:gs>
            <a:gs pos="80000">
              <a:schemeClr val="accent6">
                <a:shade val="93000"/>
                <a:satMod val="130000"/>
              </a:schemeClr>
            </a:gs>
            <a:gs pos="100000">
              <a:schemeClr val="accent6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6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6"/>
        </a:lnRef>
        <a:fillRef idx="3">
          <a:schemeClr val="accent6"/>
        </a:fillRef>
        <a:effectRef idx="2">
          <a:schemeClr val="accent6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 xmlns:m="http://schemas.openxmlformats.org/officeDocument/2006/math">
              <m:r>
                <a:rPr lang="en-US" sz="2600" i="1" kern="1200" smtClean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m:t>𝜉</m:t>
              </m:r>
              <m:r>
                <a:rPr lang="en-US" sz="2600" b="0" i="1" kern="1200" smtClean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m:t>≈</m:t>
              </m:r>
              <m:r>
                <a:rPr lang="en-US" sz="2600" b="0" i="1" kern="1200" smtClean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m:t>𝑂</m:t>
              </m:r>
              <m:r>
                <a:rPr lang="en-US" sz="2600" b="0" i="1" kern="1200" smtClean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m:t>(100)</m:t>
              </m:r>
            </m:oMath>
          </a14:m>
          <a:r>
            <a:rPr lang="en-US" sz="2600" kern="1200">
              <a:latin typeface="Times New Roman" panose="02020603050405020304" pitchFamily="18" charset="0"/>
              <a:cs typeface="Times New Roman" panose="02020603050405020304" pitchFamily="18" charset="0"/>
            </a:rPr>
            <a:t> : Deflagration</a:t>
          </a:r>
        </a:p>
      </dsp:txBody>
      <dsp:txXfrm>
        <a:off x="8452341" y="2403804"/>
        <a:ext cx="5299877" cy="598368"/>
      </dsp:txXfrm>
    </dsp:sp>
    <dsp:sp modelId="{29C98C91-B7EF-402E-BB1C-2E7A2A160353}">
      <dsp:nvSpPr>
        <dsp:cNvPr id="0" name=""/>
        <dsp:cNvSpPr/>
      </dsp:nvSpPr>
      <dsp:spPr>
        <a:xfrm rot="3930266">
          <a:off x="3405967" y="3096401"/>
          <a:ext cx="1226368" cy="24278"/>
        </a:xfrm>
        <a:custGeom>
          <a:avLst/>
          <a:gdLst/>
          <a:ahLst/>
          <a:cxnLst/>
          <a:rect l="0" t="0" r="0" b="0"/>
          <a:pathLst>
            <a:path>
              <a:moveTo>
                <a:pt x="0" y="12139"/>
              </a:moveTo>
              <a:lnTo>
                <a:pt x="1226368" y="12139"/>
              </a:lnTo>
            </a:path>
          </a:pathLst>
        </a:custGeom>
        <a:noFill/>
        <a:ln w="38100" cap="flat" cmpd="sng" algn="ctr">
          <a:solidFill>
            <a:schemeClr val="dk1"/>
          </a:solidFill>
          <a:prstDash val="solid"/>
          <a:round/>
          <a:headEnd type="none" w="med" len="med"/>
          <a:tailEnd type="arrow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988492" y="3077880"/>
        <a:ext cx="61318" cy="61318"/>
      </dsp:txXfrm>
    </dsp:sp>
    <dsp:sp modelId="{DDDC369F-4B57-4688-B379-FCB496F266D7}">
      <dsp:nvSpPr>
        <dsp:cNvPr id="0" name=""/>
        <dsp:cNvSpPr/>
      </dsp:nvSpPr>
      <dsp:spPr>
        <a:xfrm>
          <a:off x="4273391" y="2641005"/>
          <a:ext cx="3651853" cy="2051056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5">
                <a:shade val="51000"/>
                <a:satMod val="130000"/>
              </a:schemeClr>
            </a:gs>
            <a:gs pos="80000">
              <a:schemeClr val="accent5">
                <a:shade val="93000"/>
                <a:satMod val="130000"/>
              </a:schemeClr>
            </a:gs>
            <a:gs pos="100000">
              <a:schemeClr val="accent5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5"/>
        </a:lnRef>
        <a:fillRef idx="3">
          <a:schemeClr val="accent5"/>
        </a:fillRef>
        <a:effectRef idx="2">
          <a:schemeClr val="accent5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1" kern="1200" dirty="0">
              <a:latin typeface="Cambria Math" panose="02040503050406030204" pitchFamily="18" charset="0"/>
              <a:cs typeface="Times New Roman" panose="02020603050405020304" pitchFamily="18" charset="0"/>
            </a:rPr>
            <a:t>Sankaran Number</a:t>
          </a:r>
        </a:p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n-US" sz="2600" b="0" i="1" kern="120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m:t>𝑆𝑎</m:t>
                </m:r>
                <m:r>
                  <a:rPr lang="en-US" sz="2600" b="0" i="1" kern="120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m:t>=</m:t>
                </m:r>
                <m:r>
                  <a:rPr lang="en-US" sz="2600" b="0" i="1" kern="120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m:t>𝛽</m:t>
                </m:r>
                <m:f>
                  <m:fPr>
                    <m:ctrlPr>
                      <a:rPr lang="en-US" sz="2600" b="0" i="1" kern="12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</m:ctrlPr>
                  </m:fPr>
                  <m:num>
                    <m:sSub>
                      <m:sSubPr>
                        <m:ctrlPr>
                          <a:rPr lang="en-US" sz="2600" b="0" i="1" kern="12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600" b="0" i="1" kern="12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600" b="0" i="1" kern="12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num>
                  <m:den>
                    <m:sSub>
                      <m:sSubPr>
                        <m:ctrlPr>
                          <a:rPr lang="en-US" sz="2600" b="0" i="1" kern="12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600" b="0" i="1" kern="12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600" b="0" i="1" kern="12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𝑠𝑝</m:t>
                        </m:r>
                      </m:sub>
                    </m:sSub>
                  </m:den>
                </m:f>
              </m:oMath>
            </m:oMathPara>
          </a14:m>
          <a:endParaRPr lang="en-US" sz="2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333464" y="2701078"/>
        <a:ext cx="3531707" cy="1930910"/>
      </dsp:txXfrm>
    </dsp:sp>
    <dsp:sp modelId="{8205A6F8-5CEC-40C0-AC9C-04123F72AF78}">
      <dsp:nvSpPr>
        <dsp:cNvPr id="0" name=""/>
        <dsp:cNvSpPr/>
      </dsp:nvSpPr>
      <dsp:spPr>
        <a:xfrm rot="20125096">
          <a:off x="7899906" y="3538092"/>
          <a:ext cx="559157" cy="24278"/>
        </a:xfrm>
        <a:custGeom>
          <a:avLst/>
          <a:gdLst/>
          <a:ahLst/>
          <a:cxnLst/>
          <a:rect l="0" t="0" r="0" b="0"/>
          <a:pathLst>
            <a:path>
              <a:moveTo>
                <a:pt x="0" y="12139"/>
              </a:moveTo>
              <a:lnTo>
                <a:pt x="559157" y="12139"/>
              </a:lnTo>
            </a:path>
          </a:pathLst>
        </a:custGeom>
        <a:noFill/>
        <a:ln w="38100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165506" y="3536252"/>
        <a:ext cx="27957" cy="27957"/>
      </dsp:txXfrm>
    </dsp:sp>
    <dsp:sp modelId="{1848C372-4306-4A69-ABC2-3D02BE854E8C}">
      <dsp:nvSpPr>
        <dsp:cNvPr id="0" name=""/>
        <dsp:cNvSpPr/>
      </dsp:nvSpPr>
      <dsp:spPr>
        <a:xfrm>
          <a:off x="8433725" y="3116129"/>
          <a:ext cx="5337109" cy="63560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6">
                <a:shade val="51000"/>
                <a:satMod val="130000"/>
              </a:schemeClr>
            </a:gs>
            <a:gs pos="80000">
              <a:schemeClr val="accent6">
                <a:shade val="93000"/>
                <a:satMod val="130000"/>
              </a:schemeClr>
            </a:gs>
            <a:gs pos="100000">
              <a:schemeClr val="accent6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6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6"/>
        </a:lnRef>
        <a:fillRef idx="3">
          <a:schemeClr val="accent6"/>
        </a:fillRef>
        <a:effectRef idx="2">
          <a:schemeClr val="accent6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 xmlns:m="http://schemas.openxmlformats.org/officeDocument/2006/math">
              <m:r>
                <a:rPr lang="en-US" sz="2600" b="0" i="1" kern="1200" smtClean="0">
                  <a:latin typeface="Cambria Math" panose="02040503050406030204" pitchFamily="18" charset="0"/>
                  <a:cs typeface="Times New Roman" panose="02020603050405020304" pitchFamily="18" charset="0"/>
                </a:rPr>
                <m:t>𝑆𝑎</m:t>
              </m:r>
              <m:r>
                <a:rPr lang="en-US" sz="2600" b="0" i="1" kern="1200" smtClean="0">
                  <a:latin typeface="Cambria Math" panose="02040503050406030204" pitchFamily="18" charset="0"/>
                  <a:cs typeface="Times New Roman" panose="02020603050405020304" pitchFamily="18" charset="0"/>
                </a:rPr>
                <m:t>&lt;1</m:t>
              </m:r>
            </m:oMath>
          </a14:m>
          <a:r>
            <a:rPr lang="en-US" sz="2600" kern="1200">
              <a:latin typeface="Times New Roman" panose="02020603050405020304" pitchFamily="18" charset="0"/>
              <a:cs typeface="Times New Roman" panose="02020603050405020304" pitchFamily="18" charset="0"/>
            </a:rPr>
            <a:t> : Strong ignition</a:t>
          </a:r>
        </a:p>
      </dsp:txBody>
      <dsp:txXfrm>
        <a:off x="8452341" y="3134745"/>
        <a:ext cx="5299877" cy="598368"/>
      </dsp:txXfrm>
    </dsp:sp>
    <dsp:sp modelId="{A358D49A-CC6E-4951-9A99-EA657C655444}">
      <dsp:nvSpPr>
        <dsp:cNvPr id="0" name=""/>
        <dsp:cNvSpPr/>
      </dsp:nvSpPr>
      <dsp:spPr>
        <a:xfrm rot="2707161">
          <a:off x="7819183" y="3909695"/>
          <a:ext cx="720602" cy="24278"/>
        </a:xfrm>
        <a:custGeom>
          <a:avLst/>
          <a:gdLst/>
          <a:ahLst/>
          <a:cxnLst/>
          <a:rect l="0" t="0" r="0" b="0"/>
          <a:pathLst>
            <a:path>
              <a:moveTo>
                <a:pt x="0" y="12139"/>
              </a:moveTo>
              <a:lnTo>
                <a:pt x="720602" y="12139"/>
              </a:lnTo>
            </a:path>
          </a:pathLst>
        </a:custGeom>
        <a:noFill/>
        <a:ln w="38100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161469" y="3903819"/>
        <a:ext cx="36030" cy="36030"/>
      </dsp:txXfrm>
    </dsp:sp>
    <dsp:sp modelId="{7A867FA6-7133-4911-915B-E27923E3DB7F}">
      <dsp:nvSpPr>
        <dsp:cNvPr id="0" name=""/>
        <dsp:cNvSpPr/>
      </dsp:nvSpPr>
      <dsp:spPr>
        <a:xfrm>
          <a:off x="8433725" y="3859336"/>
          <a:ext cx="5337109" cy="63560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6">
                <a:shade val="51000"/>
                <a:satMod val="130000"/>
              </a:schemeClr>
            </a:gs>
            <a:gs pos="80000">
              <a:schemeClr val="accent6">
                <a:shade val="93000"/>
                <a:satMod val="130000"/>
              </a:schemeClr>
            </a:gs>
            <a:gs pos="100000">
              <a:schemeClr val="accent6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6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6"/>
        </a:lnRef>
        <a:fillRef idx="3">
          <a:schemeClr val="accent6"/>
        </a:fillRef>
        <a:effectRef idx="2">
          <a:schemeClr val="accent6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 xmlns:m="http://schemas.openxmlformats.org/officeDocument/2006/math">
              <m:r>
                <a:rPr lang="en-US" sz="2600" b="0" i="1" kern="1200" smtClean="0">
                  <a:latin typeface="Cambria Math" panose="02040503050406030204" pitchFamily="18" charset="0"/>
                  <a:cs typeface="Times New Roman" panose="02020603050405020304" pitchFamily="18" charset="0"/>
                </a:rPr>
                <m:t>𝑆𝑎</m:t>
              </m:r>
              <m:r>
                <a:rPr lang="en-US" sz="2600" b="0" i="1" kern="1200" smtClean="0">
                  <a:latin typeface="Cambria Math" panose="02040503050406030204" pitchFamily="18" charset="0"/>
                  <a:cs typeface="Times New Roman" panose="02020603050405020304" pitchFamily="18" charset="0"/>
                </a:rPr>
                <m:t>&gt;1</m:t>
              </m:r>
            </m:oMath>
          </a14:m>
          <a:r>
            <a:rPr lang="en-US" sz="2600" kern="1200">
              <a:latin typeface="Times New Roman" panose="02020603050405020304" pitchFamily="18" charset="0"/>
              <a:cs typeface="Times New Roman" panose="02020603050405020304" pitchFamily="18" charset="0"/>
            </a:rPr>
            <a:t> : Weak ignition/Deflagration</a:t>
          </a:r>
        </a:p>
      </dsp:txBody>
      <dsp:txXfrm>
        <a:off x="8452341" y="3877952"/>
        <a:ext cx="5299877" cy="5983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diagramLayout" Target="../diagrams/layout1.xml"/><Relationship Id="rId18" Type="http://schemas.openxmlformats.org/officeDocument/2006/relationships/image" Target="../media/image12.tiff"/><Relationship Id="rId26" Type="http://schemas.openxmlformats.org/officeDocument/2006/relationships/image" Target="../media/image20.png"/><Relationship Id="rId39" Type="http://schemas.openxmlformats.org/officeDocument/2006/relationships/image" Target="../media/image24.png"/><Relationship Id="rId21" Type="http://schemas.openxmlformats.org/officeDocument/2006/relationships/image" Target="../media/image15.png"/><Relationship Id="rId34" Type="http://schemas.openxmlformats.org/officeDocument/2006/relationships/diagramQuickStyle" Target="../diagrams/quickStyle20.xml"/><Relationship Id="rId42" Type="http://schemas.openxmlformats.org/officeDocument/2006/relationships/image" Target="../media/image27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6" Type="http://schemas.microsoft.com/office/2007/relationships/diagramDrawing" Target="../diagrams/drawing1.xml"/><Relationship Id="rId20" Type="http://schemas.openxmlformats.org/officeDocument/2006/relationships/image" Target="../media/image14.png"/><Relationship Id="rId29" Type="http://schemas.openxmlformats.org/officeDocument/2006/relationships/diagramQuickStyle" Target="../diagrams/quickStyle2.xml"/><Relationship Id="rId41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24" Type="http://schemas.openxmlformats.org/officeDocument/2006/relationships/image" Target="../media/image18.png"/><Relationship Id="rId32" Type="http://schemas.openxmlformats.org/officeDocument/2006/relationships/diagramData" Target="../diagrams/data4.xml"/><Relationship Id="rId37" Type="http://schemas.openxmlformats.org/officeDocument/2006/relationships/image" Target="../media/image22.jpeg"/><Relationship Id="rId40" Type="http://schemas.openxmlformats.org/officeDocument/2006/relationships/image" Target="../media/image25.png"/><Relationship Id="rId5" Type="http://schemas.openxmlformats.org/officeDocument/2006/relationships/image" Target="../media/image4.png"/><Relationship Id="rId15" Type="http://schemas.openxmlformats.org/officeDocument/2006/relationships/diagramColors" Target="../diagrams/colors1.xml"/><Relationship Id="rId23" Type="http://schemas.openxmlformats.org/officeDocument/2006/relationships/image" Target="../media/image17.png"/><Relationship Id="rId28" Type="http://schemas.openxmlformats.org/officeDocument/2006/relationships/diagramLayout" Target="../diagrams/layout2.xml"/><Relationship Id="rId36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3.png"/><Relationship Id="rId31" Type="http://schemas.microsoft.com/office/2007/relationships/diagramDrawing" Target="../diagrams/drawing2.xml"/><Relationship Id="rId44" Type="http://schemas.openxmlformats.org/officeDocument/2006/relationships/image" Target="../media/image38.png"/><Relationship Id="rId4" Type="http://schemas.openxmlformats.org/officeDocument/2006/relationships/image" Target="../media/image3.png"/><Relationship Id="rId9" Type="http://schemas.openxmlformats.org/officeDocument/2006/relationships/image" Target="../media/image60.png"/><Relationship Id="rId14" Type="http://schemas.openxmlformats.org/officeDocument/2006/relationships/diagramQuickStyle" Target="../diagrams/quickStyle1.xml"/><Relationship Id="rId22" Type="http://schemas.openxmlformats.org/officeDocument/2006/relationships/image" Target="../media/image16.png"/><Relationship Id="rId27" Type="http://schemas.openxmlformats.org/officeDocument/2006/relationships/diagramData" Target="../diagrams/data3.xml"/><Relationship Id="rId30" Type="http://schemas.openxmlformats.org/officeDocument/2006/relationships/diagramColors" Target="../diagrams/colors2.xml"/><Relationship Id="rId35" Type="http://schemas.openxmlformats.org/officeDocument/2006/relationships/diagramColors" Target="../diagrams/colors20.xml"/><Relationship Id="rId43" Type="http://schemas.openxmlformats.org/officeDocument/2006/relationships/image" Target="../media/image28.png"/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12" Type="http://schemas.openxmlformats.org/officeDocument/2006/relationships/diagramData" Target="../diagrams/data1.xml"/><Relationship Id="rId17" Type="http://schemas.openxmlformats.org/officeDocument/2006/relationships/diagramData" Target="../diagrams/data2.xml"/><Relationship Id="rId25" Type="http://schemas.openxmlformats.org/officeDocument/2006/relationships/image" Target="../media/image19.png"/><Relationship Id="rId33" Type="http://schemas.openxmlformats.org/officeDocument/2006/relationships/diagramLayout" Target="../diagrams/layout20.xml"/><Relationship Id="rId38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-22240" y="3315590"/>
            <a:ext cx="43938840" cy="29577410"/>
          </a:xfrm>
          <a:custGeom>
            <a:avLst/>
            <a:gdLst/>
            <a:ahLst/>
            <a:cxnLst/>
            <a:rect l="l" t="t" r="r" b="b"/>
            <a:pathLst>
              <a:path w="44450696" h="26985018">
                <a:moveTo>
                  <a:pt x="0" y="0"/>
                </a:moveTo>
                <a:lnTo>
                  <a:pt x="44450696" y="0"/>
                </a:lnTo>
                <a:lnTo>
                  <a:pt x="44450696" y="26985018"/>
                </a:lnTo>
                <a:lnTo>
                  <a:pt x="0" y="269850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3401" b="-79561"/>
            </a:stretch>
          </a:blipFill>
          <a:ln cap="sq">
            <a:noFill/>
            <a:prstDash val="solid"/>
            <a:miter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22263" y="3210284"/>
            <a:ext cx="43938839" cy="29682716"/>
          </a:xfrm>
          <a:custGeom>
            <a:avLst/>
            <a:gdLst/>
            <a:ahLst/>
            <a:cxnLst/>
            <a:rect l="l" t="t" r="r" b="b"/>
            <a:pathLst>
              <a:path w="3899178" h="2372058">
                <a:moveTo>
                  <a:pt x="0" y="0"/>
                </a:moveTo>
                <a:lnTo>
                  <a:pt x="3899178" y="0"/>
                </a:lnTo>
                <a:lnTo>
                  <a:pt x="3899178" y="2372058"/>
                </a:lnTo>
                <a:lnTo>
                  <a:pt x="0" y="2372058"/>
                </a:lnTo>
                <a:close/>
              </a:path>
            </a:pathLst>
          </a:custGeom>
          <a:solidFill>
            <a:srgbClr val="FFFFFF">
              <a:alpha val="84706"/>
            </a:srgbClr>
          </a:solidFill>
        </p:spPr>
        <p:txBody>
          <a:bodyPr anchor="ctr"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-22263" y="2852711"/>
            <a:ext cx="43938839" cy="30040289"/>
          </a:xfrm>
          <a:prstGeom prst="rect">
            <a:avLst/>
          </a:prstGeom>
        </p:spPr>
        <p:txBody>
          <a:bodyPr lIns="13500" tIns="13500" rIns="13500" bIns="13500" rtlCol="0" anchor="ctr"/>
          <a:lstStyle/>
          <a:p>
            <a:pPr algn="ctr">
              <a:lnSpc>
                <a:spcPts val="2122"/>
              </a:lnSpc>
            </a:pPr>
            <a:endParaRPr/>
          </a:p>
        </p:txBody>
      </p:sp>
      <p:sp>
        <p:nvSpPr>
          <p:cNvPr id="36" name="Freeform 9">
            <a:extLst>
              <a:ext uri="{FF2B5EF4-FFF2-40B4-BE49-F238E27FC236}">
                <a16:creationId xmlns:a16="http://schemas.microsoft.com/office/drawing/2014/main" id="{AF7D1EB0-4D55-B3C1-3538-D09626AA7643}"/>
              </a:ext>
            </a:extLst>
          </p:cNvPr>
          <p:cNvSpPr/>
          <p:nvPr/>
        </p:nvSpPr>
        <p:spPr>
          <a:xfrm>
            <a:off x="-70377" y="24571169"/>
            <a:ext cx="44055884" cy="8369957"/>
          </a:xfrm>
          <a:custGeom>
            <a:avLst/>
            <a:gdLst/>
            <a:ahLst/>
            <a:cxnLst/>
            <a:rect l="l" t="t" r="r" b="b"/>
            <a:pathLst>
              <a:path w="43956461" h="8369957">
                <a:moveTo>
                  <a:pt x="0" y="0"/>
                </a:moveTo>
                <a:lnTo>
                  <a:pt x="43956461" y="0"/>
                </a:lnTo>
                <a:lnTo>
                  <a:pt x="43956461" y="8369957"/>
                </a:lnTo>
                <a:lnTo>
                  <a:pt x="0" y="83699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2184" r="-33486" b="-119688"/>
            </a:stretch>
          </a:blipFill>
        </p:spPr>
        <p:txBody>
          <a:bodyPr anchor="ctr"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70366" y="-36276"/>
            <a:ext cx="44055884" cy="3315590"/>
          </a:xfrm>
          <a:custGeom>
            <a:avLst/>
            <a:gdLst/>
            <a:ahLst/>
            <a:cxnLst/>
            <a:rect l="l" t="t" r="r" b="b"/>
            <a:pathLst>
              <a:path w="3685456" h="270933">
                <a:moveTo>
                  <a:pt x="0" y="0"/>
                </a:moveTo>
                <a:lnTo>
                  <a:pt x="3685456" y="0"/>
                </a:lnTo>
                <a:lnTo>
                  <a:pt x="3685456" y="270933"/>
                </a:lnTo>
                <a:lnTo>
                  <a:pt x="0" y="270933"/>
                </a:lnTo>
                <a:close/>
              </a:path>
            </a:pathLst>
          </a:custGeom>
          <a:solidFill>
            <a:srgbClr val="2D1380"/>
          </a:solidFill>
        </p:spPr>
        <p:txBody>
          <a:bodyPr anchor="ctr"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-70366" y="-385968"/>
            <a:ext cx="44055896" cy="366528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22"/>
              </a:lnSpc>
            </a:pPr>
            <a:endParaRPr/>
          </a:p>
        </p:txBody>
      </p:sp>
      <p:sp>
        <p:nvSpPr>
          <p:cNvPr id="21" name="Freeform 21"/>
          <p:cNvSpPr/>
          <p:nvPr/>
        </p:nvSpPr>
        <p:spPr>
          <a:xfrm>
            <a:off x="41024897" y="288393"/>
            <a:ext cx="2661151" cy="2661151"/>
          </a:xfrm>
          <a:custGeom>
            <a:avLst/>
            <a:gdLst/>
            <a:ahLst/>
            <a:cxnLst/>
            <a:rect l="l" t="t" r="r" b="b"/>
            <a:pathLst>
              <a:path w="2661151" h="2661151">
                <a:moveTo>
                  <a:pt x="0" y="0"/>
                </a:moveTo>
                <a:lnTo>
                  <a:pt x="2661151" y="0"/>
                </a:lnTo>
                <a:lnTo>
                  <a:pt x="2661151" y="2661152"/>
                </a:lnTo>
                <a:lnTo>
                  <a:pt x="0" y="26611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964" t="-4966" r="-3379" b="-4377"/>
            </a:stretch>
          </a:blipFill>
        </p:spPr>
        <p:txBody>
          <a:bodyPr anchor="ctr"/>
          <a:lstStyle/>
          <a:p>
            <a:endParaRPr lang="en-US"/>
          </a:p>
        </p:txBody>
      </p:sp>
      <p:grpSp>
        <p:nvGrpSpPr>
          <p:cNvPr id="23" name="Group 23"/>
          <p:cNvGrpSpPr/>
          <p:nvPr/>
        </p:nvGrpSpPr>
        <p:grpSpPr>
          <a:xfrm>
            <a:off x="230551" y="211175"/>
            <a:ext cx="2661151" cy="2661151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8C05"/>
              </a:solidFill>
              <a:prstDash val="solid"/>
              <a:miter/>
            </a:ln>
          </p:spPr>
          <p:txBody>
            <a:bodyPr anchor="ctr"/>
            <a:lstStyle/>
            <a:p>
              <a:endParaRPr lang="en-US" dirty="0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34490" tIns="34490" rIns="34490" bIns="34490" rtlCol="0" anchor="ctr"/>
            <a:lstStyle/>
            <a:p>
              <a:pPr algn="ctr">
                <a:lnSpc>
                  <a:spcPts val="1695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502974" y="819795"/>
            <a:ext cx="2116305" cy="1479327"/>
          </a:xfrm>
          <a:custGeom>
            <a:avLst/>
            <a:gdLst/>
            <a:ahLst/>
            <a:cxnLst/>
            <a:rect l="l" t="t" r="r" b="b"/>
            <a:pathLst>
              <a:path w="2821740" h="1972436">
                <a:moveTo>
                  <a:pt x="0" y="0"/>
                </a:moveTo>
                <a:lnTo>
                  <a:pt x="2821740" y="0"/>
                </a:lnTo>
                <a:lnTo>
                  <a:pt x="2821740" y="1972436"/>
                </a:lnTo>
                <a:lnTo>
                  <a:pt x="0" y="19724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824" t="-21679" r="-11906" b="-8258"/>
            </a:stretch>
          </a:blipFill>
        </p:spPr>
        <p:txBody>
          <a:bodyPr anchor="ctr"/>
          <a:lstStyle/>
          <a:p>
            <a:endParaRPr lang="en-US" dirty="0"/>
          </a:p>
        </p:txBody>
      </p:sp>
      <p:sp>
        <p:nvSpPr>
          <p:cNvPr id="27" name="TextBox 27"/>
          <p:cNvSpPr txBox="1"/>
          <p:nvPr/>
        </p:nvSpPr>
        <p:spPr>
          <a:xfrm>
            <a:off x="26055912" y="31005299"/>
            <a:ext cx="13522020" cy="171284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r">
              <a:lnSpc>
                <a:spcPts val="8209"/>
              </a:lnSpc>
            </a:pPr>
            <a:r>
              <a:rPr lang="en-US" sz="6000" b="1" dirty="0">
                <a:solidFill>
                  <a:srgbClr val="FFFFFF"/>
                </a:solidFill>
                <a:latin typeface="Times New Roman" panose="02020603050405020304" pitchFamily="18" charset="0"/>
                <a:ea typeface="Arial Unicode Bold"/>
                <a:cs typeface="Times New Roman" panose="02020603050405020304" pitchFamily="18" charset="0"/>
                <a:sym typeface="Arial Unicode Bold"/>
              </a:rPr>
              <a:t>Indian Institute of Technology Roorkee</a:t>
            </a:r>
          </a:p>
          <a:p>
            <a:pPr algn="r">
              <a:lnSpc>
                <a:spcPts val="5000"/>
              </a:lnSpc>
            </a:pPr>
            <a:r>
              <a:rPr lang="en-US" sz="6000" b="1" dirty="0">
                <a:solidFill>
                  <a:srgbClr val="FFFFFF"/>
                </a:solidFill>
                <a:latin typeface="Times New Roman" panose="02020603050405020304" pitchFamily="18" charset="0"/>
                <a:ea typeface="Arial Unicode Bold"/>
                <a:cs typeface="Times New Roman" panose="02020603050405020304" pitchFamily="18" charset="0"/>
                <a:sym typeface="Arial Unicode Bold"/>
              </a:rPr>
              <a:t>Tohoku University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3853954" y="2562666"/>
            <a:ext cx="18818046" cy="69730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ts val="6036"/>
              </a:lnSpc>
            </a:pPr>
            <a:r>
              <a:rPr lang="en-US" sz="4000" b="1">
                <a:solidFill>
                  <a:srgbClr val="FFFFFF"/>
                </a:solidFill>
                <a:latin typeface="Times New Roman" panose="02020603050405020304" pitchFamily="18" charset="0"/>
                <a:ea typeface="Arial Unicode Bold"/>
                <a:cs typeface="Times New Roman" panose="02020603050405020304" pitchFamily="18" charset="0"/>
                <a:sym typeface="Arial Unicode Bold"/>
              </a:rPr>
              <a:t>Colloquium #2 - Fundamental Processes: Flame Dynamics &amp; Transport Processes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16833" y="2571316"/>
            <a:ext cx="5778990" cy="69730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ts val="6036"/>
              </a:lnSpc>
            </a:pPr>
            <a:r>
              <a:rPr lang="en-US" sz="4000" b="1">
                <a:solidFill>
                  <a:srgbClr val="FFFFFF"/>
                </a:solidFill>
                <a:latin typeface="Times New Roman" panose="02020603050405020304" pitchFamily="18" charset="0"/>
                <a:ea typeface="Arial Unicode Bold"/>
                <a:cs typeface="Times New Roman" panose="02020603050405020304" pitchFamily="18" charset="0"/>
                <a:sym typeface="Arial Unicode Bold"/>
              </a:rPr>
              <a:t>Paper # 2086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976072" y="-16407"/>
            <a:ext cx="37995286" cy="123591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ts val="10564"/>
              </a:lnSpc>
            </a:pPr>
            <a:r>
              <a:rPr lang="en-US" sz="7200" b="1">
                <a:solidFill>
                  <a:srgbClr val="FFFFFF"/>
                </a:solidFill>
                <a:latin typeface="Times New Roman" panose="02020603050405020304" pitchFamily="18" charset="0"/>
                <a:ea typeface="Arial Unicode Bold"/>
                <a:cs typeface="Times New Roman" panose="02020603050405020304" pitchFamily="18" charset="0"/>
                <a:sym typeface="Arial Unicode Bold"/>
              </a:rPr>
              <a:t>Evaluating Simple Models for AI Timing and Mode Prediction of n-heptane with 2D DNS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606354" y="1322217"/>
            <a:ext cx="36734722" cy="69730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ts val="6036"/>
              </a:lnSpc>
            </a:pPr>
            <a:r>
              <a:rPr lang="en-US" sz="4000" b="1" u="sng">
                <a:solidFill>
                  <a:srgbClr val="FFFFFF"/>
                </a:solidFill>
                <a:latin typeface="Times New Roman" panose="02020603050405020304" pitchFamily="18" charset="0"/>
                <a:ea typeface="Arial Unicode Bold"/>
                <a:cs typeface="Times New Roman" panose="02020603050405020304" pitchFamily="18" charset="0"/>
                <a:sym typeface="Arial Unicode Bold"/>
              </a:rPr>
              <a:t>Arjav Jain</a:t>
            </a:r>
            <a:r>
              <a:rPr lang="en-US" sz="4000" b="1" u="sng" baseline="30000">
                <a:solidFill>
                  <a:srgbClr val="FFFFFF"/>
                </a:solidFill>
                <a:latin typeface="Times New Roman" panose="02020603050405020304" pitchFamily="18" charset="0"/>
                <a:ea typeface="Arial Unicode Bold"/>
                <a:cs typeface="Times New Roman" panose="02020603050405020304" pitchFamily="18" charset="0"/>
                <a:sym typeface="Arial Unicode Bold"/>
              </a:rPr>
              <a:t>a</a:t>
            </a:r>
            <a:r>
              <a:rPr lang="en-US" sz="4000" b="1">
                <a:solidFill>
                  <a:srgbClr val="FFFFFF"/>
                </a:solidFill>
                <a:latin typeface="Times New Roman" panose="02020603050405020304" pitchFamily="18" charset="0"/>
                <a:ea typeface="Arial Unicode Bold"/>
                <a:cs typeface="Times New Roman" panose="02020603050405020304" pitchFamily="18" charset="0"/>
                <a:sym typeface="Arial Unicode Bold"/>
              </a:rPr>
              <a:t>, Shreyam Bansal</a:t>
            </a:r>
            <a:r>
              <a:rPr lang="en-US" sz="4000" b="1" baseline="30000">
                <a:solidFill>
                  <a:srgbClr val="FFFFFF"/>
                </a:solidFill>
                <a:latin typeface="Times New Roman" panose="02020603050405020304" pitchFamily="18" charset="0"/>
                <a:ea typeface="Arial Unicode Bold"/>
                <a:cs typeface="Times New Roman" panose="02020603050405020304" pitchFamily="18" charset="0"/>
                <a:sym typeface="Arial Unicode Bold"/>
              </a:rPr>
              <a:t>a</a:t>
            </a:r>
            <a:r>
              <a:rPr lang="en-US" sz="4000" b="1">
                <a:solidFill>
                  <a:srgbClr val="FFFFFF"/>
                </a:solidFill>
                <a:latin typeface="Times New Roman" panose="02020603050405020304" pitchFamily="18" charset="0"/>
                <a:ea typeface="Arial Unicode Bold"/>
                <a:cs typeface="Times New Roman" panose="02020603050405020304" pitchFamily="18" charset="0"/>
                <a:sym typeface="Arial Unicode Bold"/>
              </a:rPr>
              <a:t>, Arnab </a:t>
            </a:r>
            <a:r>
              <a:rPr lang="en-US" sz="4000" b="1" err="1">
                <a:solidFill>
                  <a:srgbClr val="FFFFFF"/>
                </a:solidFill>
                <a:latin typeface="Times New Roman" panose="02020603050405020304" pitchFamily="18" charset="0"/>
                <a:ea typeface="Arial Unicode Bold"/>
                <a:cs typeface="Times New Roman" panose="02020603050405020304" pitchFamily="18" charset="0"/>
                <a:sym typeface="Arial Unicode Bold"/>
              </a:rPr>
              <a:t>Ganguly</a:t>
            </a:r>
            <a:r>
              <a:rPr lang="en-US" sz="4000" b="1" baseline="30000" err="1">
                <a:solidFill>
                  <a:srgbClr val="FFFFFF"/>
                </a:solidFill>
                <a:latin typeface="Times New Roman" panose="02020603050405020304" pitchFamily="18" charset="0"/>
                <a:ea typeface="Arial Unicode Bold"/>
                <a:cs typeface="Times New Roman" panose="02020603050405020304" pitchFamily="18" charset="0"/>
                <a:sym typeface="Arial Unicode Bold"/>
              </a:rPr>
              <a:t>a</a:t>
            </a:r>
            <a:r>
              <a:rPr lang="en-US" sz="4000" b="1">
                <a:solidFill>
                  <a:srgbClr val="FFFFFF"/>
                </a:solidFill>
                <a:latin typeface="Times New Roman" panose="02020603050405020304" pitchFamily="18" charset="0"/>
                <a:ea typeface="Arial Unicode Bold"/>
                <a:cs typeface="Times New Roman" panose="02020603050405020304" pitchFamily="18" charset="0"/>
                <a:sym typeface="Arial Unicode Bold"/>
              </a:rPr>
              <a:t>, Ajit Kumar </a:t>
            </a:r>
            <a:r>
              <a:rPr lang="en-US" sz="4000" b="1" err="1">
                <a:solidFill>
                  <a:srgbClr val="FFFFFF"/>
                </a:solidFill>
                <a:latin typeface="Times New Roman" panose="02020603050405020304" pitchFamily="18" charset="0"/>
                <a:ea typeface="Arial Unicode Bold"/>
                <a:cs typeface="Times New Roman" panose="02020603050405020304" pitchFamily="18" charset="0"/>
                <a:sym typeface="Arial Unicode Bold"/>
              </a:rPr>
              <a:t>Dubey</a:t>
            </a:r>
            <a:r>
              <a:rPr lang="en-US" sz="4000" b="1" baseline="30000" err="1">
                <a:solidFill>
                  <a:srgbClr val="FFFFFF"/>
                </a:solidFill>
                <a:latin typeface="Times New Roman" panose="02020603050405020304" pitchFamily="18" charset="0"/>
                <a:ea typeface="Arial Unicode Bold"/>
                <a:cs typeface="Times New Roman" panose="02020603050405020304" pitchFamily="18" charset="0"/>
                <a:sym typeface="Arial Unicode Bold"/>
              </a:rPr>
              <a:t>a</a:t>
            </a:r>
            <a:r>
              <a:rPr lang="en-US" sz="4000" b="1" baseline="30000">
                <a:solidFill>
                  <a:srgbClr val="FFFFFF"/>
                </a:solidFill>
                <a:latin typeface="Times New Roman" panose="02020603050405020304" pitchFamily="18" charset="0"/>
                <a:ea typeface="Arial Unicode Bold"/>
                <a:cs typeface="Times New Roman" panose="02020603050405020304" pitchFamily="18" charset="0"/>
                <a:sym typeface="Arial Unicode Bold"/>
              </a:rPr>
              <a:t>,*</a:t>
            </a:r>
            <a:r>
              <a:rPr lang="en-US" sz="4000" b="1">
                <a:solidFill>
                  <a:srgbClr val="FFFFFF"/>
                </a:solidFill>
                <a:latin typeface="Times New Roman" panose="02020603050405020304" pitchFamily="18" charset="0"/>
                <a:ea typeface="Arial Unicode Bold"/>
                <a:cs typeface="Times New Roman" panose="02020603050405020304" pitchFamily="18" charset="0"/>
                <a:sym typeface="Arial Unicode Bold"/>
              </a:rPr>
              <a:t>, </a:t>
            </a:r>
            <a:r>
              <a:rPr lang="en-US" sz="4000" b="1" err="1">
                <a:solidFill>
                  <a:srgbClr val="FFFFFF"/>
                </a:solidFill>
                <a:latin typeface="Times New Roman" panose="02020603050405020304" pitchFamily="18" charset="0"/>
                <a:ea typeface="Arial Unicode Bold"/>
                <a:cs typeface="Times New Roman" panose="02020603050405020304" pitchFamily="18" charset="0"/>
                <a:sym typeface="Arial Unicode Bold"/>
              </a:rPr>
              <a:t>Youhi</a:t>
            </a:r>
            <a:r>
              <a:rPr lang="en-US" sz="4000" b="1">
                <a:solidFill>
                  <a:srgbClr val="FFFFFF"/>
                </a:solidFill>
                <a:latin typeface="Times New Roman" panose="02020603050405020304" pitchFamily="18" charset="0"/>
                <a:ea typeface="Arial Unicode Bold"/>
                <a:cs typeface="Times New Roman" panose="02020603050405020304" pitchFamily="18" charset="0"/>
                <a:sym typeface="Arial Unicode Bold"/>
              </a:rPr>
              <a:t> </a:t>
            </a:r>
            <a:r>
              <a:rPr lang="en-US" sz="4000" b="1" err="1">
                <a:solidFill>
                  <a:srgbClr val="FFFFFF"/>
                </a:solidFill>
                <a:latin typeface="Times New Roman" panose="02020603050405020304" pitchFamily="18" charset="0"/>
                <a:ea typeface="Arial Unicode Bold"/>
                <a:cs typeface="Times New Roman" panose="02020603050405020304" pitchFamily="18" charset="0"/>
                <a:sym typeface="Arial Unicode Bold"/>
              </a:rPr>
              <a:t>Morii</a:t>
            </a:r>
            <a:r>
              <a:rPr lang="en-US" sz="4000" b="1" baseline="30000" err="1">
                <a:solidFill>
                  <a:srgbClr val="FFFFFF"/>
                </a:solidFill>
                <a:latin typeface="Times New Roman" panose="02020603050405020304" pitchFamily="18" charset="0"/>
                <a:ea typeface="Arial Unicode Bold"/>
                <a:cs typeface="Times New Roman" panose="02020603050405020304" pitchFamily="18" charset="0"/>
                <a:sym typeface="Arial Unicode Bold"/>
              </a:rPr>
              <a:t>b</a:t>
            </a:r>
            <a:r>
              <a:rPr lang="en-US" sz="4000" b="1" baseline="30000">
                <a:solidFill>
                  <a:srgbClr val="FFFFFF"/>
                </a:solidFill>
                <a:latin typeface="Times New Roman" panose="02020603050405020304" pitchFamily="18" charset="0"/>
                <a:ea typeface="Arial Unicode Bold"/>
                <a:cs typeface="Times New Roman" panose="02020603050405020304" pitchFamily="18" charset="0"/>
                <a:sym typeface="Arial Unicode Bold"/>
              </a:rPr>
              <a:t>, †</a:t>
            </a:r>
            <a:r>
              <a:rPr lang="en-US" sz="4000" b="1">
                <a:solidFill>
                  <a:srgbClr val="FFFFFF"/>
                </a:solidFill>
                <a:latin typeface="Times New Roman" panose="02020603050405020304" pitchFamily="18" charset="0"/>
                <a:ea typeface="Arial Unicode Bold"/>
                <a:cs typeface="Times New Roman" panose="02020603050405020304" pitchFamily="18" charset="0"/>
                <a:sym typeface="Arial Unicode Bold"/>
              </a:rPr>
              <a:t>, Kaoru </a:t>
            </a:r>
            <a:r>
              <a:rPr lang="en-US" sz="4000" b="1" err="1">
                <a:solidFill>
                  <a:srgbClr val="FFFFFF"/>
                </a:solidFill>
                <a:latin typeface="Times New Roman" panose="02020603050405020304" pitchFamily="18" charset="0"/>
                <a:ea typeface="Arial Unicode Bold"/>
                <a:cs typeface="Times New Roman" panose="02020603050405020304" pitchFamily="18" charset="0"/>
                <a:sym typeface="Arial Unicode Bold"/>
              </a:rPr>
              <a:t>Maruta</a:t>
            </a:r>
            <a:r>
              <a:rPr lang="en-US" sz="4000" b="1" baseline="30000" err="1">
                <a:solidFill>
                  <a:srgbClr val="FFFFFF"/>
                </a:solidFill>
                <a:latin typeface="Times New Roman" panose="02020603050405020304" pitchFamily="18" charset="0"/>
                <a:ea typeface="Arial Unicode Bold"/>
                <a:cs typeface="Times New Roman" panose="02020603050405020304" pitchFamily="18" charset="0"/>
                <a:sym typeface="Arial Unicode Bold"/>
              </a:rPr>
              <a:t>b</a:t>
            </a:r>
            <a:r>
              <a:rPr lang="en-US" sz="4000" b="1" baseline="30000">
                <a:solidFill>
                  <a:srgbClr val="FFFFFF"/>
                </a:solidFill>
                <a:latin typeface="Times New Roman" panose="02020603050405020304" pitchFamily="18" charset="0"/>
                <a:ea typeface="Arial Unicode Bold"/>
                <a:cs typeface="Times New Roman" panose="02020603050405020304" pitchFamily="18" charset="0"/>
                <a:sym typeface="Arial Unicode Bold"/>
              </a:rPr>
              <a:t>, †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929381" y="2122232"/>
            <a:ext cx="38088668" cy="41838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ts val="3621"/>
              </a:lnSpc>
            </a:pPr>
            <a:r>
              <a:rPr lang="en-US" sz="2400" b="1" baseline="30000" err="1">
                <a:solidFill>
                  <a:srgbClr val="FFFFFF"/>
                </a:solidFill>
                <a:latin typeface="Times New Roman" panose="02020603050405020304" pitchFamily="18" charset="0"/>
                <a:ea typeface="Arial Unicode Bold"/>
                <a:cs typeface="Times New Roman" panose="02020603050405020304" pitchFamily="18" charset="0"/>
                <a:sym typeface="Arial Unicode Bold"/>
              </a:rPr>
              <a:t>a</a:t>
            </a:r>
            <a:r>
              <a:rPr lang="en-US" sz="2400" b="1" err="1">
                <a:solidFill>
                  <a:srgbClr val="FFFFFF"/>
                </a:solidFill>
                <a:latin typeface="Times New Roman" panose="02020603050405020304" pitchFamily="18" charset="0"/>
                <a:ea typeface="Arial Unicode Bold"/>
                <a:cs typeface="Times New Roman" panose="02020603050405020304" pitchFamily="18" charset="0"/>
                <a:sym typeface="Arial Unicode Bold"/>
              </a:rPr>
              <a:t>Mechanical</a:t>
            </a:r>
            <a:r>
              <a:rPr lang="en-US" sz="2400" b="1">
                <a:solidFill>
                  <a:srgbClr val="FFFFFF"/>
                </a:solidFill>
                <a:latin typeface="Times New Roman" panose="02020603050405020304" pitchFamily="18" charset="0"/>
                <a:ea typeface="Arial Unicode Bold"/>
                <a:cs typeface="Times New Roman" panose="02020603050405020304" pitchFamily="18" charset="0"/>
                <a:sym typeface="Arial Unicode Bold"/>
              </a:rPr>
              <a:t> and Industrial Engineering Department, Indian Institute of Technology Roorkee, Uttarakhand, India, </a:t>
            </a:r>
            <a:r>
              <a:rPr lang="en-US" sz="2400" b="1" baseline="30000" err="1">
                <a:solidFill>
                  <a:srgbClr val="FFFFFF"/>
                </a:solidFill>
                <a:latin typeface="Times New Roman" panose="02020603050405020304" pitchFamily="18" charset="0"/>
                <a:ea typeface="Arial Unicode Bold"/>
                <a:cs typeface="Times New Roman" panose="02020603050405020304" pitchFamily="18" charset="0"/>
                <a:sym typeface="Arial Unicode Bold"/>
              </a:rPr>
              <a:t>b</a:t>
            </a:r>
            <a:r>
              <a:rPr lang="en-US" sz="2400" b="1" err="1">
                <a:solidFill>
                  <a:srgbClr val="FFFFFF"/>
                </a:solidFill>
                <a:latin typeface="Times New Roman" panose="02020603050405020304" pitchFamily="18" charset="0"/>
                <a:ea typeface="Arial Unicode Bold"/>
                <a:cs typeface="Times New Roman" panose="02020603050405020304" pitchFamily="18" charset="0"/>
                <a:sym typeface="Arial Unicode Bold"/>
              </a:rPr>
              <a:t>Institute</a:t>
            </a:r>
            <a:r>
              <a:rPr lang="en-US" sz="2400" b="1">
                <a:solidFill>
                  <a:srgbClr val="FFFFFF"/>
                </a:solidFill>
                <a:latin typeface="Times New Roman" panose="02020603050405020304" pitchFamily="18" charset="0"/>
                <a:ea typeface="Arial Unicode Bold"/>
                <a:cs typeface="Times New Roman" panose="02020603050405020304" pitchFamily="18" charset="0"/>
                <a:sym typeface="Arial Unicode Bold"/>
              </a:rPr>
              <a:t> of Fluid Science, Tohoku University, Sendai, † Visiting Professor, CARES, University of Cambridge, Singapore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9569836" y="2778699"/>
            <a:ext cx="4821408" cy="28254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ctr">
              <a:lnSpc>
                <a:spcPts val="2414"/>
              </a:lnSpc>
            </a:pPr>
            <a:r>
              <a:rPr lang="en-US" b="1">
                <a:solidFill>
                  <a:srgbClr val="FFFFFF"/>
                </a:solidFill>
                <a:latin typeface="Times New Roman" panose="02020603050405020304" pitchFamily="18" charset="0"/>
                <a:ea typeface="Arial Unicode Bold"/>
                <a:cs typeface="Times New Roman" panose="02020603050405020304" pitchFamily="18" charset="0"/>
                <a:sym typeface="Arial Unicode Bold"/>
              </a:rPr>
              <a:t>*ajit.Dubey@me.iitr.ac.in</a:t>
            </a:r>
          </a:p>
        </p:txBody>
      </p:sp>
      <p:pic>
        <p:nvPicPr>
          <p:cNvPr id="9" name="Picture 8" descr="IIT Roorkee - Wikipedia">
            <a:extLst>
              <a:ext uri="{FF2B5EF4-FFF2-40B4-BE49-F238E27FC236}">
                <a16:creationId xmlns:a16="http://schemas.microsoft.com/office/drawing/2014/main" id="{EC645A05-3D67-5DC9-DE8D-5796C94FBB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68443" y="30899100"/>
            <a:ext cx="2017963" cy="2017963"/>
          </a:xfrm>
          <a:prstGeom prst="rect">
            <a:avLst/>
          </a:prstGeom>
        </p:spPr>
      </p:pic>
      <p:sp>
        <p:nvSpPr>
          <p:cNvPr id="38" name="TextBox 38">
            <a:extLst>
              <a:ext uri="{FF2B5EF4-FFF2-40B4-BE49-F238E27FC236}">
                <a16:creationId xmlns:a16="http://schemas.microsoft.com/office/drawing/2014/main" id="{3FBA2594-CA18-3F3A-DB9A-65E5C37CF748}"/>
              </a:ext>
            </a:extLst>
          </p:cNvPr>
          <p:cNvSpPr txBox="1"/>
          <p:nvPr/>
        </p:nvSpPr>
        <p:spPr>
          <a:xfrm>
            <a:off x="480034" y="3656006"/>
            <a:ext cx="15454359" cy="14556311"/>
          </a:xfrm>
          <a:prstGeom prst="rect">
            <a:avLst/>
          </a:prstGeom>
        </p:spPr>
        <p:txBody>
          <a:bodyPr lIns="8573" tIns="8573" rIns="8573" bIns="8573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797"/>
              </a:lnSpc>
            </a:pPr>
            <a:endParaRPr/>
          </a:p>
        </p:txBody>
      </p:sp>
      <p:sp>
        <p:nvSpPr>
          <p:cNvPr id="20" name="TextBox 41">
            <a:extLst>
              <a:ext uri="{FF2B5EF4-FFF2-40B4-BE49-F238E27FC236}">
                <a16:creationId xmlns:a16="http://schemas.microsoft.com/office/drawing/2014/main" id="{1A71D7FD-9742-1590-E5BB-FF46A5945089}"/>
              </a:ext>
            </a:extLst>
          </p:cNvPr>
          <p:cNvSpPr txBox="1"/>
          <p:nvPr/>
        </p:nvSpPr>
        <p:spPr>
          <a:xfrm>
            <a:off x="480034" y="3626196"/>
            <a:ext cx="15454359" cy="1284891"/>
          </a:xfrm>
          <a:prstGeom prst="rect">
            <a:avLst/>
          </a:prstGeom>
        </p:spPr>
        <p:txBody>
          <a:bodyPr lIns="8573" tIns="8573" rIns="8573" bIns="8573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797"/>
              </a:lnSpc>
            </a:pPr>
            <a:endParaRPr/>
          </a:p>
        </p:txBody>
      </p:sp>
      <p:sp>
        <p:nvSpPr>
          <p:cNvPr id="12" name="TextBox 42">
            <a:extLst>
              <a:ext uri="{FF2B5EF4-FFF2-40B4-BE49-F238E27FC236}">
                <a16:creationId xmlns:a16="http://schemas.microsoft.com/office/drawing/2014/main" id="{9DC43966-11B4-4C44-80E8-BD12690FAB31}"/>
              </a:ext>
            </a:extLst>
          </p:cNvPr>
          <p:cNvSpPr txBox="1"/>
          <p:nvPr/>
        </p:nvSpPr>
        <p:spPr>
          <a:xfrm>
            <a:off x="480034" y="3711589"/>
            <a:ext cx="15454359" cy="887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8104"/>
              </a:lnSpc>
            </a:pPr>
            <a:r>
              <a:rPr lang="en-US" sz="36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 and Objectives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3ECA02D7-603C-78A8-D64E-B8F9CF990889}"/>
                  </a:ext>
                </a:extLst>
              </p:cNvPr>
              <p:cNvSpPr/>
              <p:nvPr/>
            </p:nvSpPr>
            <p:spPr>
              <a:xfrm>
                <a:off x="546100" y="4283207"/>
                <a:ext cx="13792200" cy="11125603"/>
              </a:xfrm>
              <a:prstGeom prst="rect">
                <a:avLst/>
              </a:prstGeom>
              <a:solidFill>
                <a:srgbClr val="FFFFFF">
                  <a:alpha val="89804"/>
                </a:srgb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endParaRPr lang="en-US" sz="3600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endParaRPr kumimoji="0" 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endParaRPr lang="en-US" sz="3600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endParaRPr kumimoji="0" 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endPara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sz="36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Classical </a:t>
                </a:r>
                <a:r>
                  <a:rPr kumimoji="0" lang="en-US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Livengood–Wu Integral (LWI) [1] </a:t>
                </a:r>
                <a:r>
                  <a:rPr lang="en-US" sz="36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used to predict knock timing, </a:t>
                </a:r>
                <a:r>
                  <a:rPr kumimoji="0" 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monitors ignition chemistry progress alone and struggles with high-compression engines, NTC fuels, and multi-stage ignition</a:t>
                </a:r>
              </a:p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endParaRPr lang="en-US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Zel’dovich [2]</a:t>
                </a:r>
                <a:r>
                  <a:rPr kumimoji="0" 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first showed that reactivity gradients can produce distinct autoignition modes through the propagation of AI fronts</a:t>
                </a:r>
              </a:p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endParaRPr lang="en-US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71500" lvl="0" indent="-571500">
                  <a:buFont typeface="Arial" panose="020B0604020202020204" pitchFamily="34" charset="0"/>
                  <a:buChar char="•"/>
                  <a:defRPr/>
                </a:pPr>
                <a:r>
                  <a:rPr kumimoji="0" lang="en-US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Bradley and co-workers </a:t>
                </a:r>
                <a:r>
                  <a:rPr kumimoji="0" 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[3] proposed the detonation peninsula, which relates autoignition modes to the normalized temperature gradient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6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ξ</m:t>
                    </m:r>
                  </m:oMath>
                </a14:m>
                <a:r>
                  <a:rPr kumimoji="0" 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) and the ratio of acoustic to excitation times (ϵ)</a:t>
                </a:r>
              </a:p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endPara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Prior 1D DNS [4] works captured knocking sequences but could not simulate </a:t>
                </a:r>
                <a:r>
                  <a:rPr kumimoji="0" lang="en-US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flame wrinkling </a:t>
                </a:r>
                <a:r>
                  <a:rPr kumimoji="0" 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and </a:t>
                </a:r>
                <a:r>
                  <a:rPr kumimoji="0" lang="en-US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multi-dimensional acoustic waves</a:t>
                </a:r>
              </a:p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endPara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This study investigates </a:t>
                </a:r>
                <a:r>
                  <a:rPr kumimoji="0" lang="en-US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simple models </a:t>
                </a:r>
                <a:r>
                  <a:rPr kumimoji="0" 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for the prediction of </a:t>
                </a:r>
                <a:r>
                  <a:rPr kumimoji="0" lang="en-US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knock timing</a:t>
                </a:r>
                <a:r>
                  <a:rPr kumimoji="0" 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and the </a:t>
                </a:r>
                <a:r>
                  <a:rPr kumimoji="0" lang="en-US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characterization of autoignition modes </a:t>
                </a:r>
                <a:r>
                  <a:rPr kumimoji="0" 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using </a:t>
                </a:r>
                <a:r>
                  <a:rPr kumimoji="0" lang="en-US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2D-DNS</a:t>
                </a:r>
                <a:r>
                  <a:rPr kumimoji="0" 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of </a:t>
                </a:r>
                <a:r>
                  <a:rPr kumimoji="0" lang="en-US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stoichiometric n-C7H16/O2/Ar mixtures</a:t>
                </a: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3ECA02D7-603C-78A8-D64E-B8F9CF9908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0" y="4283207"/>
                <a:ext cx="13792200" cy="11125603"/>
              </a:xfrm>
              <a:prstGeom prst="rect">
                <a:avLst/>
              </a:prstGeom>
              <a:blipFill>
                <a:blip r:embed="rId7"/>
                <a:stretch>
                  <a:fillRect l="-1193" b="-1423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Rectangle 48">
            <a:extLst>
              <a:ext uri="{FF2B5EF4-FFF2-40B4-BE49-F238E27FC236}">
                <a16:creationId xmlns:a16="http://schemas.microsoft.com/office/drawing/2014/main" id="{C747F08E-86AA-6414-5138-FFFF2DE991AF}"/>
              </a:ext>
            </a:extLst>
          </p:cNvPr>
          <p:cNvSpPr/>
          <p:nvPr/>
        </p:nvSpPr>
        <p:spPr>
          <a:xfrm>
            <a:off x="546075" y="18459499"/>
            <a:ext cx="13792200" cy="9889429"/>
          </a:xfrm>
          <a:prstGeom prst="rect">
            <a:avLst/>
          </a:prstGeom>
          <a:solidFill>
            <a:srgbClr val="FFFFFF">
              <a:alpha val="89804"/>
            </a:srgb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reactive compressible flow simulations were performed using the </a:t>
            </a:r>
            <a:r>
              <a:rPr kumimoji="0" lang="en-US" sz="36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PeleC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set of codes coupled with 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AMReX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maximum AMR level was set to 3 i.e. the minimum mesh size of 3.90625 × 10</a:t>
            </a:r>
            <a:r>
              <a:rPr kumimoji="0" lang="en-US" sz="3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−6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m. The timestep is controlled by a CFL number of 0.4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MACKS chemical kinetics solver was employed along with a reduced chemical mechanism derived from the SIP engine project in Japan 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6379955A-BF98-0343-F1C8-6C2D33C5AAA4}"/>
                  </a:ext>
                </a:extLst>
              </p:cNvPr>
              <p:cNvSpPr/>
              <p:nvPr/>
            </p:nvSpPr>
            <p:spPr>
              <a:xfrm>
                <a:off x="29801659" y="4290216"/>
                <a:ext cx="13792177" cy="6596168"/>
              </a:xfrm>
              <a:prstGeom prst="rect">
                <a:avLst/>
              </a:prstGeom>
              <a:solidFill>
                <a:srgbClr val="FFFFFF">
                  <a:alpha val="89804"/>
                </a:srgb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marL="571500" lvl="0" indent="-571500">
                  <a:buFont typeface="Arial" panose="020B0604020202020204" pitchFamily="34" charset="0"/>
                  <a:buChar char="•"/>
                  <a:defRPr/>
                </a:pPr>
                <a:r>
                  <a:rPr kumimoji="0" 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The most probable (mode)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6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ξ</m:t>
                    </m:r>
                  </m:oMath>
                </a14:m>
                <a:r>
                  <a:rPr kumimoji="0" 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correlates well with observed AI wave speeds via a hyperbolic relationship. The zone-averaged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6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ξ</m:t>
                    </m:r>
                  </m:oMath>
                </a14:m>
                <a:r>
                  <a:rPr kumimoji="0" 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fails: high-</a:t>
                </a:r>
                <a:r>
                  <a:rPr lang="en-US" sz="3600" dirty="0">
                    <a:solidFill>
                      <a:schemeClr val="tx1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6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ξ</m:t>
                    </m:r>
                  </m:oMath>
                </a14:m>
                <a:r>
                  <a:rPr kumimoji="0" 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outliers (large T-gradient regions) skew the mean, giving inverse and physically incorrect trends</a:t>
                </a:r>
              </a:p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endPara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6379955A-BF98-0343-F1C8-6C2D33C5AA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01659" y="4290216"/>
                <a:ext cx="13792177" cy="6596168"/>
              </a:xfrm>
              <a:prstGeom prst="rect">
                <a:avLst/>
              </a:prstGeom>
              <a:blipFill>
                <a:blip r:embed="rId8"/>
                <a:stretch>
                  <a:fillRect l="-1193" t="-1476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E1719BF6-3A46-ECC8-315C-94243E0ED892}"/>
                  </a:ext>
                </a:extLst>
              </p:cNvPr>
              <p:cNvSpPr/>
              <p:nvPr/>
            </p:nvSpPr>
            <p:spPr>
              <a:xfrm>
                <a:off x="29801661" y="12034684"/>
                <a:ext cx="13792200" cy="6596168"/>
              </a:xfrm>
              <a:prstGeom prst="rect">
                <a:avLst/>
              </a:prstGeom>
              <a:solidFill>
                <a:srgbClr val="FFFFFF">
                  <a:alpha val="89804"/>
                </a:srgb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sz="3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ETD provides a physically meaningful transition criterion rooted in the flame-autoignition relationship, superior to chemistry-only LWI</a:t>
                </a:r>
              </a:p>
              <a:p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sz="3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mode (most probable)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6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ξ</m:t>
                    </m:r>
                  </m:oMath>
                </a14:m>
                <a:r>
                  <a:rPr lang="en-US" sz="3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evaluated at ETD or LWI timing correlates well with observed AI wave speeds via a hyperbolic relationship. Zone-averaged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6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ξ</m:t>
                    </m:r>
                  </m:oMath>
                </a14:m>
                <a:r>
                  <a:rPr lang="en-US" sz="3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does not</a:t>
                </a:r>
              </a:p>
              <a:p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sz="3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unified ETD-</a:t>
                </a:r>
                <a:r>
                  <a:rPr lang="en-US" sz="3600" dirty="0">
                    <a:solidFill>
                      <a:schemeClr val="tx1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6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ξ</m:t>
                    </m:r>
                  </m:oMath>
                </a14:m>
                <a:r>
                  <a:rPr lang="en-US" sz="3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workflow enables swift analysis of massive SI-knock DNS, extensible toward SACI/SI knock-intensity prediction</a:t>
                </a:r>
              </a:p>
              <a:p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6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ξ</m:t>
                    </m:r>
                  </m:oMath>
                </a14:m>
                <a:r>
                  <a:rPr lang="en-US" sz="3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limitations remain for AI waves in strong T-gradient regions or post-merging fronts. Extension to turbulent, 3D SI engine DNS is the next frontier</a:t>
                </a:r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E1719BF6-3A46-ECC8-315C-94243E0ED8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01661" y="12034684"/>
                <a:ext cx="13792200" cy="6596168"/>
              </a:xfrm>
              <a:prstGeom prst="rect">
                <a:avLst/>
              </a:prstGeom>
              <a:blipFill>
                <a:blip r:embed="rId9"/>
                <a:stretch>
                  <a:fillRect l="-1193" r="-1988" b="-1845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Freeform 40">
            <a:extLst>
              <a:ext uri="{FF2B5EF4-FFF2-40B4-BE49-F238E27FC236}">
                <a16:creationId xmlns:a16="http://schemas.microsoft.com/office/drawing/2014/main" id="{0B5F334E-B3E6-FE9A-F09D-75952EEF5D73}"/>
              </a:ext>
            </a:extLst>
          </p:cNvPr>
          <p:cNvSpPr/>
          <p:nvPr/>
        </p:nvSpPr>
        <p:spPr>
          <a:xfrm>
            <a:off x="546100" y="3568700"/>
            <a:ext cx="13792200" cy="715888"/>
          </a:xfrm>
          <a:custGeom>
            <a:avLst/>
            <a:gdLst/>
            <a:ahLst/>
            <a:cxnLst/>
            <a:rect l="l" t="t" r="r" b="b"/>
            <a:pathLst>
              <a:path w="2066023" h="162246">
                <a:moveTo>
                  <a:pt x="1503" y="0"/>
                </a:moveTo>
                <a:lnTo>
                  <a:pt x="2064520" y="0"/>
                </a:lnTo>
                <a:cubicBezTo>
                  <a:pt x="2065350" y="0"/>
                  <a:pt x="2066023" y="673"/>
                  <a:pt x="2066023" y="1503"/>
                </a:cubicBezTo>
                <a:lnTo>
                  <a:pt x="2066023" y="160743"/>
                </a:lnTo>
                <a:cubicBezTo>
                  <a:pt x="2066023" y="161573"/>
                  <a:pt x="2065350" y="162246"/>
                  <a:pt x="2064520" y="162246"/>
                </a:cubicBezTo>
                <a:lnTo>
                  <a:pt x="1503" y="162246"/>
                </a:lnTo>
                <a:cubicBezTo>
                  <a:pt x="673" y="162246"/>
                  <a:pt x="0" y="161573"/>
                  <a:pt x="0" y="160743"/>
                </a:cubicBezTo>
                <a:lnTo>
                  <a:pt x="0" y="1503"/>
                </a:lnTo>
                <a:cubicBezTo>
                  <a:pt x="0" y="673"/>
                  <a:pt x="673" y="0"/>
                  <a:pt x="1503" y="0"/>
                </a:cubicBezTo>
                <a:close/>
              </a:path>
            </a:pathLst>
          </a:custGeom>
          <a:solidFill>
            <a:srgbClr val="2D1380"/>
          </a:solidFill>
          <a:ln w="9525" cap="sq">
            <a:solidFill>
              <a:srgbClr val="000000"/>
            </a:solidFill>
            <a:prstDash val="solid"/>
            <a:miter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Objectives</a:t>
            </a:r>
          </a:p>
        </p:txBody>
      </p:sp>
      <p:sp>
        <p:nvSpPr>
          <p:cNvPr id="59" name="Freeform 40">
            <a:extLst>
              <a:ext uri="{FF2B5EF4-FFF2-40B4-BE49-F238E27FC236}">
                <a16:creationId xmlns:a16="http://schemas.microsoft.com/office/drawing/2014/main" id="{E7520069-4C88-7BAC-AC5B-BAECFB6194E6}"/>
              </a:ext>
            </a:extLst>
          </p:cNvPr>
          <p:cNvSpPr/>
          <p:nvPr/>
        </p:nvSpPr>
        <p:spPr>
          <a:xfrm>
            <a:off x="546075" y="17744991"/>
            <a:ext cx="13792200" cy="715888"/>
          </a:xfrm>
          <a:custGeom>
            <a:avLst/>
            <a:gdLst/>
            <a:ahLst/>
            <a:cxnLst/>
            <a:rect l="l" t="t" r="r" b="b"/>
            <a:pathLst>
              <a:path w="2066023" h="162246">
                <a:moveTo>
                  <a:pt x="1503" y="0"/>
                </a:moveTo>
                <a:lnTo>
                  <a:pt x="2064520" y="0"/>
                </a:lnTo>
                <a:cubicBezTo>
                  <a:pt x="2065350" y="0"/>
                  <a:pt x="2066023" y="673"/>
                  <a:pt x="2066023" y="1503"/>
                </a:cubicBezTo>
                <a:lnTo>
                  <a:pt x="2066023" y="160743"/>
                </a:lnTo>
                <a:cubicBezTo>
                  <a:pt x="2066023" y="161573"/>
                  <a:pt x="2065350" y="162246"/>
                  <a:pt x="2064520" y="162246"/>
                </a:cubicBezTo>
                <a:lnTo>
                  <a:pt x="1503" y="162246"/>
                </a:lnTo>
                <a:cubicBezTo>
                  <a:pt x="673" y="162246"/>
                  <a:pt x="0" y="161573"/>
                  <a:pt x="0" y="160743"/>
                </a:cubicBezTo>
                <a:lnTo>
                  <a:pt x="0" y="1503"/>
                </a:lnTo>
                <a:cubicBezTo>
                  <a:pt x="0" y="673"/>
                  <a:pt x="673" y="0"/>
                  <a:pt x="1503" y="0"/>
                </a:cubicBezTo>
                <a:close/>
              </a:path>
            </a:pathLst>
          </a:custGeom>
          <a:solidFill>
            <a:srgbClr val="2D1380"/>
          </a:solidFill>
          <a:ln w="9525" cap="sq">
            <a:solidFill>
              <a:srgbClr val="000000"/>
            </a:solidFill>
            <a:prstDash val="solid"/>
            <a:miter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Numerical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Freeform 40">
                <a:extLst>
                  <a:ext uri="{FF2B5EF4-FFF2-40B4-BE49-F238E27FC236}">
                    <a16:creationId xmlns:a16="http://schemas.microsoft.com/office/drawing/2014/main" id="{78655A36-4642-83B9-9E96-AA54CE4A5853}"/>
                  </a:ext>
                </a:extLst>
              </p:cNvPr>
              <p:cNvSpPr/>
              <p:nvPr/>
            </p:nvSpPr>
            <p:spPr>
              <a:xfrm>
                <a:off x="29801661" y="3568700"/>
                <a:ext cx="13792200" cy="715888"/>
              </a:xfrm>
              <a:custGeom>
                <a:avLst/>
                <a:gdLst/>
                <a:ahLst/>
                <a:cxnLst/>
                <a:rect l="l" t="t" r="r" b="b"/>
                <a:pathLst>
                  <a:path w="2066023" h="162246">
                    <a:moveTo>
                      <a:pt x="1503" y="0"/>
                    </a:moveTo>
                    <a:lnTo>
                      <a:pt x="2064520" y="0"/>
                    </a:lnTo>
                    <a:cubicBezTo>
                      <a:pt x="2065350" y="0"/>
                      <a:pt x="2066023" y="673"/>
                      <a:pt x="2066023" y="1503"/>
                    </a:cubicBezTo>
                    <a:lnTo>
                      <a:pt x="2066023" y="160743"/>
                    </a:lnTo>
                    <a:cubicBezTo>
                      <a:pt x="2066023" y="161573"/>
                      <a:pt x="2065350" y="162246"/>
                      <a:pt x="2064520" y="162246"/>
                    </a:cubicBezTo>
                    <a:lnTo>
                      <a:pt x="1503" y="162246"/>
                    </a:lnTo>
                    <a:cubicBezTo>
                      <a:pt x="673" y="162246"/>
                      <a:pt x="0" y="161573"/>
                      <a:pt x="0" y="160743"/>
                    </a:cubicBezTo>
                    <a:lnTo>
                      <a:pt x="0" y="1503"/>
                    </a:lnTo>
                    <a:cubicBezTo>
                      <a:pt x="0" y="673"/>
                      <a:pt x="673" y="0"/>
                      <a:pt x="1503" y="0"/>
                    </a:cubicBezTo>
                    <a:close/>
                  </a:path>
                </a:pathLst>
              </a:custGeom>
              <a:solidFill>
                <a:srgbClr val="2D1380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600" i="0" smtClean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ξ</m:t>
                    </m:r>
                  </m:oMath>
                </a14:m>
                <a:r>
                  <a:rPr lang="en-US" sz="36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vs AI Wave Speed</a:t>
                </a:r>
              </a:p>
            </p:txBody>
          </p:sp>
        </mc:Choice>
        <mc:Fallback xmlns="">
          <p:sp>
            <p:nvSpPr>
              <p:cNvPr id="60" name="Freeform 40">
                <a:extLst>
                  <a:ext uri="{FF2B5EF4-FFF2-40B4-BE49-F238E27FC236}">
                    <a16:creationId xmlns:a16="http://schemas.microsoft.com/office/drawing/2014/main" id="{78655A36-4642-83B9-9E96-AA54CE4A58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01661" y="3568700"/>
                <a:ext cx="13792200" cy="715888"/>
              </a:xfrm>
              <a:custGeom>
                <a:avLst/>
                <a:gdLst/>
                <a:ahLst/>
                <a:cxnLst/>
                <a:rect l="l" t="t" r="r" b="b"/>
                <a:pathLst>
                  <a:path w="2066023" h="162246">
                    <a:moveTo>
                      <a:pt x="1503" y="0"/>
                    </a:moveTo>
                    <a:lnTo>
                      <a:pt x="2064520" y="0"/>
                    </a:lnTo>
                    <a:cubicBezTo>
                      <a:pt x="2065350" y="0"/>
                      <a:pt x="2066023" y="673"/>
                      <a:pt x="2066023" y="1503"/>
                    </a:cubicBezTo>
                    <a:lnTo>
                      <a:pt x="2066023" y="160743"/>
                    </a:lnTo>
                    <a:cubicBezTo>
                      <a:pt x="2066023" y="161573"/>
                      <a:pt x="2065350" y="162246"/>
                      <a:pt x="2064520" y="162246"/>
                    </a:cubicBezTo>
                    <a:lnTo>
                      <a:pt x="1503" y="162246"/>
                    </a:lnTo>
                    <a:cubicBezTo>
                      <a:pt x="673" y="162246"/>
                      <a:pt x="0" y="161573"/>
                      <a:pt x="0" y="160743"/>
                    </a:cubicBezTo>
                    <a:lnTo>
                      <a:pt x="0" y="1503"/>
                    </a:lnTo>
                    <a:cubicBezTo>
                      <a:pt x="0" y="673"/>
                      <a:pt x="673" y="0"/>
                      <a:pt x="1503" y="0"/>
                    </a:cubicBezTo>
                    <a:close/>
                  </a:path>
                </a:pathLst>
              </a:custGeom>
              <a:blipFill>
                <a:blip r:embed="rId10"/>
                <a:stretch>
                  <a:fillRect t="-7500" b="-25000"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Freeform 40">
            <a:extLst>
              <a:ext uri="{FF2B5EF4-FFF2-40B4-BE49-F238E27FC236}">
                <a16:creationId xmlns:a16="http://schemas.microsoft.com/office/drawing/2014/main" id="{55570C90-E530-FF60-BE9D-DB7AADB737F8}"/>
              </a:ext>
            </a:extLst>
          </p:cNvPr>
          <p:cNvSpPr/>
          <p:nvPr/>
        </p:nvSpPr>
        <p:spPr>
          <a:xfrm>
            <a:off x="29801661" y="11318796"/>
            <a:ext cx="13792200" cy="715888"/>
          </a:xfrm>
          <a:custGeom>
            <a:avLst/>
            <a:gdLst/>
            <a:ahLst/>
            <a:cxnLst/>
            <a:rect l="l" t="t" r="r" b="b"/>
            <a:pathLst>
              <a:path w="2066023" h="162246">
                <a:moveTo>
                  <a:pt x="1503" y="0"/>
                </a:moveTo>
                <a:lnTo>
                  <a:pt x="2064520" y="0"/>
                </a:lnTo>
                <a:cubicBezTo>
                  <a:pt x="2065350" y="0"/>
                  <a:pt x="2066023" y="673"/>
                  <a:pt x="2066023" y="1503"/>
                </a:cubicBezTo>
                <a:lnTo>
                  <a:pt x="2066023" y="160743"/>
                </a:lnTo>
                <a:cubicBezTo>
                  <a:pt x="2066023" y="161573"/>
                  <a:pt x="2065350" y="162246"/>
                  <a:pt x="2064520" y="162246"/>
                </a:cubicBezTo>
                <a:lnTo>
                  <a:pt x="1503" y="162246"/>
                </a:lnTo>
                <a:cubicBezTo>
                  <a:pt x="673" y="162246"/>
                  <a:pt x="0" y="161573"/>
                  <a:pt x="0" y="160743"/>
                </a:cubicBezTo>
                <a:lnTo>
                  <a:pt x="0" y="1503"/>
                </a:lnTo>
                <a:cubicBezTo>
                  <a:pt x="0" y="673"/>
                  <a:pt x="673" y="0"/>
                  <a:pt x="1503" y="0"/>
                </a:cubicBezTo>
                <a:close/>
              </a:path>
            </a:pathLst>
          </a:custGeom>
          <a:solidFill>
            <a:srgbClr val="2D1380"/>
          </a:solidFill>
          <a:ln w="9525" cap="sq">
            <a:solidFill>
              <a:srgbClr val="000000"/>
            </a:solidFill>
            <a:prstDash val="solid"/>
            <a:miter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83C102C-4672-F0ED-DBC8-E0D644E207C6}"/>
              </a:ext>
            </a:extLst>
          </p:cNvPr>
          <p:cNvSpPr/>
          <p:nvPr/>
        </p:nvSpPr>
        <p:spPr>
          <a:xfrm>
            <a:off x="29806876" y="27822525"/>
            <a:ext cx="13786960" cy="2844329"/>
          </a:xfrm>
          <a:prstGeom prst="rect">
            <a:avLst/>
          </a:prstGeom>
          <a:solidFill>
            <a:srgbClr val="FFFFFF">
              <a:alpha val="89804"/>
            </a:srgb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     J.C. Livengood, P.C. Wu, Correlation of auto-ignition phenomena in internal combustion engines and rapid compression machines, Proc. Combust. Inst. 5 (1955) 347–356.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    Y.B.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Zeldovich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Regime classification of an exothermic reaction with nonuniform initial conditions, Combust. Flame 39 (1980) 211–214.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     X.J. Gu, D.R. Emerson, D. Bradley, Modes of reaction front propagation from hot spots, Combust. Flame 133 (2003) 63–74.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     J. Pan, H. Wei, G. Shu, R. Chen, Effect of pressure wave disturbance on auto-ignition mode transition and knocking intensity under enclosed conditions, Combust. Flame 185 (2017) 63–74.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[5]     Y. Morii, A. K. Dubey, H. Nakamura, K. Maruta, Two-dimensional laboratory-scale DNS for knocking experiment using n-heptane at engine-like condition, Combust. Flame 223 (2021) 330–336.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[6]     Y. Morii, A. Tsunoda, A. K. Dubey, K. Maruta, Analysis of knock onset based on two-dimensional direct numerical simulation and theory of explosive transition of deflagration, Phys. Fluids 35 (2023) 083604. </a:t>
            </a:r>
          </a:p>
        </p:txBody>
      </p:sp>
      <p:sp>
        <p:nvSpPr>
          <p:cNvPr id="62" name="Freeform 40">
            <a:extLst>
              <a:ext uri="{FF2B5EF4-FFF2-40B4-BE49-F238E27FC236}">
                <a16:creationId xmlns:a16="http://schemas.microsoft.com/office/drawing/2014/main" id="{E530F315-7B11-12F0-9D17-56579E7ED82D}"/>
              </a:ext>
            </a:extLst>
          </p:cNvPr>
          <p:cNvSpPr/>
          <p:nvPr/>
        </p:nvSpPr>
        <p:spPr>
          <a:xfrm>
            <a:off x="29801661" y="27109920"/>
            <a:ext cx="13792200" cy="715888"/>
          </a:xfrm>
          <a:custGeom>
            <a:avLst/>
            <a:gdLst/>
            <a:ahLst/>
            <a:cxnLst/>
            <a:rect l="l" t="t" r="r" b="b"/>
            <a:pathLst>
              <a:path w="2066023" h="162246">
                <a:moveTo>
                  <a:pt x="1503" y="0"/>
                </a:moveTo>
                <a:lnTo>
                  <a:pt x="2064520" y="0"/>
                </a:lnTo>
                <a:cubicBezTo>
                  <a:pt x="2065350" y="0"/>
                  <a:pt x="2066023" y="673"/>
                  <a:pt x="2066023" y="1503"/>
                </a:cubicBezTo>
                <a:lnTo>
                  <a:pt x="2066023" y="160743"/>
                </a:lnTo>
                <a:cubicBezTo>
                  <a:pt x="2066023" y="161573"/>
                  <a:pt x="2065350" y="162246"/>
                  <a:pt x="2064520" y="162246"/>
                </a:cubicBezTo>
                <a:lnTo>
                  <a:pt x="1503" y="162246"/>
                </a:lnTo>
                <a:cubicBezTo>
                  <a:pt x="673" y="162246"/>
                  <a:pt x="0" y="161573"/>
                  <a:pt x="0" y="160743"/>
                </a:cubicBezTo>
                <a:lnTo>
                  <a:pt x="0" y="1503"/>
                </a:lnTo>
                <a:cubicBezTo>
                  <a:pt x="0" y="673"/>
                  <a:pt x="673" y="0"/>
                  <a:pt x="1503" y="0"/>
                </a:cubicBezTo>
                <a:close/>
              </a:path>
            </a:pathLst>
          </a:custGeom>
          <a:solidFill>
            <a:srgbClr val="2D1380"/>
          </a:solidFill>
          <a:ln w="9525" cap="sq">
            <a:solidFill>
              <a:srgbClr val="000000"/>
            </a:solidFill>
            <a:prstDash val="solid"/>
            <a:miter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References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D40B780-96AC-9624-7E90-E7E60BB7DBF0}"/>
              </a:ext>
            </a:extLst>
          </p:cNvPr>
          <p:cNvSpPr/>
          <p:nvPr/>
        </p:nvSpPr>
        <p:spPr>
          <a:xfrm>
            <a:off x="29801661" y="19651508"/>
            <a:ext cx="13792200" cy="7100560"/>
          </a:xfrm>
          <a:prstGeom prst="rect">
            <a:avLst/>
          </a:prstGeom>
          <a:solidFill>
            <a:srgbClr val="FFFFFF">
              <a:alpha val="89804"/>
            </a:srgb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Freeform 40">
                <a:extLst>
                  <a:ext uri="{FF2B5EF4-FFF2-40B4-BE49-F238E27FC236}">
                    <a16:creationId xmlns:a16="http://schemas.microsoft.com/office/drawing/2014/main" id="{511D1BDE-2DEA-14E8-360A-C8E0059B468E}"/>
                  </a:ext>
                </a:extLst>
              </p:cNvPr>
              <p:cNvSpPr/>
              <p:nvPr/>
            </p:nvSpPr>
            <p:spPr>
              <a:xfrm>
                <a:off x="29801661" y="18935620"/>
                <a:ext cx="13792200" cy="715888"/>
              </a:xfrm>
              <a:custGeom>
                <a:avLst/>
                <a:gdLst/>
                <a:ahLst/>
                <a:cxnLst/>
                <a:rect l="l" t="t" r="r" b="b"/>
                <a:pathLst>
                  <a:path w="2066023" h="162246">
                    <a:moveTo>
                      <a:pt x="1503" y="0"/>
                    </a:moveTo>
                    <a:lnTo>
                      <a:pt x="2064520" y="0"/>
                    </a:lnTo>
                    <a:cubicBezTo>
                      <a:pt x="2065350" y="0"/>
                      <a:pt x="2066023" y="673"/>
                      <a:pt x="2066023" y="1503"/>
                    </a:cubicBezTo>
                    <a:lnTo>
                      <a:pt x="2066023" y="160743"/>
                    </a:lnTo>
                    <a:cubicBezTo>
                      <a:pt x="2066023" y="161573"/>
                      <a:pt x="2065350" y="162246"/>
                      <a:pt x="2064520" y="162246"/>
                    </a:cubicBezTo>
                    <a:lnTo>
                      <a:pt x="1503" y="162246"/>
                    </a:lnTo>
                    <a:cubicBezTo>
                      <a:pt x="673" y="162246"/>
                      <a:pt x="0" y="161573"/>
                      <a:pt x="0" y="160743"/>
                    </a:cubicBezTo>
                    <a:lnTo>
                      <a:pt x="0" y="1503"/>
                    </a:lnTo>
                    <a:cubicBezTo>
                      <a:pt x="0" y="673"/>
                      <a:pt x="673" y="0"/>
                      <a:pt x="1503" y="0"/>
                    </a:cubicBezTo>
                    <a:close/>
                  </a:path>
                </a:pathLst>
              </a:custGeom>
              <a:solidFill>
                <a:srgbClr val="2D1380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3600" b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Proposed ETD-</a:t>
                </a:r>
                <a:r>
                  <a:rPr lang="en-US" sz="3600"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6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ξ</m:t>
                    </m:r>
                  </m:oMath>
                </a14:m>
                <a:r>
                  <a:rPr lang="en-US" sz="3600" b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Workflow</a:t>
                </a:r>
              </a:p>
            </p:txBody>
          </p:sp>
        </mc:Choice>
        <mc:Fallback xmlns="">
          <p:sp>
            <p:nvSpPr>
              <p:cNvPr id="65" name="Freeform 40">
                <a:extLst>
                  <a:ext uri="{FF2B5EF4-FFF2-40B4-BE49-F238E27FC236}">
                    <a16:creationId xmlns:a16="http://schemas.microsoft.com/office/drawing/2014/main" id="{511D1BDE-2DEA-14E8-360A-C8E0059B46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01661" y="18935620"/>
                <a:ext cx="13792200" cy="715888"/>
              </a:xfrm>
              <a:custGeom>
                <a:avLst/>
                <a:gdLst/>
                <a:ahLst/>
                <a:cxnLst/>
                <a:rect l="l" t="t" r="r" b="b"/>
                <a:pathLst>
                  <a:path w="2066023" h="162246">
                    <a:moveTo>
                      <a:pt x="1503" y="0"/>
                    </a:moveTo>
                    <a:lnTo>
                      <a:pt x="2064520" y="0"/>
                    </a:lnTo>
                    <a:cubicBezTo>
                      <a:pt x="2065350" y="0"/>
                      <a:pt x="2066023" y="673"/>
                      <a:pt x="2066023" y="1503"/>
                    </a:cubicBezTo>
                    <a:lnTo>
                      <a:pt x="2066023" y="160743"/>
                    </a:lnTo>
                    <a:cubicBezTo>
                      <a:pt x="2066023" y="161573"/>
                      <a:pt x="2065350" y="162246"/>
                      <a:pt x="2064520" y="162246"/>
                    </a:cubicBezTo>
                    <a:lnTo>
                      <a:pt x="1503" y="162246"/>
                    </a:lnTo>
                    <a:cubicBezTo>
                      <a:pt x="673" y="162246"/>
                      <a:pt x="0" y="161573"/>
                      <a:pt x="0" y="160743"/>
                    </a:cubicBezTo>
                    <a:lnTo>
                      <a:pt x="0" y="1503"/>
                    </a:lnTo>
                    <a:cubicBezTo>
                      <a:pt x="0" y="673"/>
                      <a:pt x="673" y="0"/>
                      <a:pt x="1503" y="0"/>
                    </a:cubicBezTo>
                    <a:close/>
                  </a:path>
                </a:pathLst>
              </a:custGeom>
              <a:blipFill>
                <a:blip r:embed="rId11"/>
                <a:stretch>
                  <a:fillRect t="-8333" b="-23333"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9" name="Diagram 68">
                <a:extLst>
                  <a:ext uri="{FF2B5EF4-FFF2-40B4-BE49-F238E27FC236}">
                    <a16:creationId xmlns:a16="http://schemas.microsoft.com/office/drawing/2014/main" id="{70EF8513-7BD9-2D36-CD79-EA223626A5B8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806809139"/>
                  </p:ext>
                </p:extLst>
              </p:nvPr>
            </p:nvGraphicFramePr>
            <p:xfrm>
              <a:off x="30528061" y="19899362"/>
              <a:ext cx="12339400" cy="6717166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2" r:lo="rId13" r:qs="rId14" r:cs="rId15"/>
              </a:graphicData>
            </a:graphic>
          </p:graphicFrame>
        </mc:Choice>
        <mc:Fallback>
          <p:graphicFrame>
            <p:nvGraphicFramePr>
              <p:cNvPr id="69" name="Diagram 68">
                <a:extLst>
                  <a:ext uri="{FF2B5EF4-FFF2-40B4-BE49-F238E27FC236}">
                    <a16:creationId xmlns:a16="http://schemas.microsoft.com/office/drawing/2014/main" id="{70EF8513-7BD9-2D36-CD79-EA223626A5B8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806809139"/>
                  </p:ext>
                </p:extLst>
              </p:nvPr>
            </p:nvGraphicFramePr>
            <p:xfrm>
              <a:off x="30528061" y="19899362"/>
              <a:ext cx="12339400" cy="6717166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7" r:lo="rId13" r:qs="rId14" r:cs="rId15"/>
              </a:graphicData>
            </a:graphic>
          </p:graphicFrame>
        </mc:Fallback>
      </mc:AlternateContent>
      <p:pic>
        <p:nvPicPr>
          <p:cNvPr id="81" name="Picture 80">
            <a:extLst>
              <a:ext uri="{FF2B5EF4-FFF2-40B4-BE49-F238E27FC236}">
                <a16:creationId xmlns:a16="http://schemas.microsoft.com/office/drawing/2014/main" id="{1E8DC0C2-F418-4B83-A885-2EB8E45ADD12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96661" y="6403903"/>
            <a:ext cx="4797175" cy="4468723"/>
          </a:xfrm>
          <a:prstGeom prst="rect">
            <a:avLst/>
          </a:prstGeom>
          <a:noFill/>
          <a:ln w="6350">
            <a:noFill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ECAA608-D511-1627-BF9F-AD8212531A3E}"/>
              </a:ext>
            </a:extLst>
          </p:cNvPr>
          <p:cNvSpPr/>
          <p:nvPr/>
        </p:nvSpPr>
        <p:spPr>
          <a:xfrm>
            <a:off x="546075" y="15402894"/>
            <a:ext cx="13792200" cy="2026195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Research Gap :-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2D/3D DNS of knocking combustion generates vast data but lack a unified, physics-based workflow for swift knock-onset identification and autoignition mode classification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8EB67E8-574F-2E52-6EB4-57E2F7C06B4A}"/>
              </a:ext>
            </a:extLst>
          </p:cNvPr>
          <p:cNvGrpSpPr/>
          <p:nvPr/>
        </p:nvGrpSpPr>
        <p:grpSpPr>
          <a:xfrm>
            <a:off x="659291" y="22547895"/>
            <a:ext cx="13537345" cy="3911065"/>
            <a:chOff x="630970" y="23505595"/>
            <a:chExt cx="13537345" cy="3911065"/>
          </a:xfrm>
        </p:grpSpPr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52AEA179-2919-8BAC-0BC6-D5ADDAF624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37" t="13321" r="4506" b="2966"/>
            <a:stretch>
              <a:fillRect/>
            </a:stretch>
          </p:blipFill>
          <p:spPr bwMode="auto">
            <a:xfrm>
              <a:off x="630970" y="23752324"/>
              <a:ext cx="6823008" cy="1560732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197FF6A-2A85-3057-0A92-606F1E912B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7520818" y="25353298"/>
              <a:ext cx="6629015" cy="1467427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7A2D3F85-46E6-FA74-9435-48B7709DB2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76300" y="25350062"/>
              <a:ext cx="6373047" cy="1467427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8719FEE4-5A1A-4C98-11D8-EDB1162A3C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7541413" y="23505595"/>
              <a:ext cx="6626902" cy="1498331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6397BEE2-A014-4DB1-9A95-7A63F9791A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876300" y="26834351"/>
              <a:ext cx="6373047" cy="582309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3CDCFD06-D27E-718C-9082-F19FE23E1C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rcRect l="13436"/>
            <a:stretch>
              <a:fillRect/>
            </a:stretch>
          </p:blipFill>
          <p:spPr>
            <a:xfrm>
              <a:off x="7316478" y="26977176"/>
              <a:ext cx="3378846" cy="396526"/>
            </a:xfrm>
            <a:prstGeom prst="rect">
              <a:avLst/>
            </a:prstGeom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AA452133-6F2B-7525-92A2-3D4DECC12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rcRect l="15417"/>
            <a:stretch>
              <a:fillRect/>
            </a:stretch>
          </p:blipFill>
          <p:spPr>
            <a:xfrm>
              <a:off x="10762455" y="26968807"/>
              <a:ext cx="3401918" cy="425640"/>
            </a:xfrm>
            <a:prstGeom prst="rect">
              <a:avLst/>
            </a:prstGeom>
          </p:spPr>
        </p:pic>
      </p:grpSp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4A1E13FD-E194-53D5-6033-1E433BC370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213155"/>
              </p:ext>
            </p:extLst>
          </p:nvPr>
        </p:nvGraphicFramePr>
        <p:xfrm>
          <a:off x="719715" y="26593198"/>
          <a:ext cx="13432244" cy="14630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305620">
                  <a:extLst>
                    <a:ext uri="{9D8B030D-6E8A-4147-A177-3AD203B41FA5}">
                      <a16:colId xmlns:a16="http://schemas.microsoft.com/office/drawing/2014/main" val="3707039973"/>
                    </a:ext>
                  </a:extLst>
                </a:gridCol>
                <a:gridCol w="10126624">
                  <a:extLst>
                    <a:ext uri="{9D8B030D-6E8A-4147-A177-3AD203B41FA5}">
                      <a16:colId xmlns:a16="http://schemas.microsoft.com/office/drawing/2014/main" val="4502222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Case 1: 1000 K, 3 atm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End-gas AI due to compression-wave reflection from the end-walls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5120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Case 1: 1150 K, 3 atm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AI zones due to pressure-wave reflections from end walls and side wall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15038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Case 1: 1150 K, 10 atm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regions at corners near SI flame front due to transverse pressure waves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275111"/>
                  </a:ext>
                </a:extLst>
              </a:tr>
            </a:tbl>
          </a:graphicData>
        </a:graphic>
      </p:graphicFrame>
      <p:sp>
        <p:nvSpPr>
          <p:cNvPr id="82" name="Rectangle 81">
            <a:extLst>
              <a:ext uri="{FF2B5EF4-FFF2-40B4-BE49-F238E27FC236}">
                <a16:creationId xmlns:a16="http://schemas.microsoft.com/office/drawing/2014/main" id="{4E710FD5-38CB-D71F-9C90-3C7A7CA2FD71}"/>
              </a:ext>
            </a:extLst>
          </p:cNvPr>
          <p:cNvSpPr/>
          <p:nvPr/>
        </p:nvSpPr>
        <p:spPr>
          <a:xfrm>
            <a:off x="546074" y="28365790"/>
            <a:ext cx="13774309" cy="2301064"/>
          </a:xfrm>
          <a:prstGeom prst="rect">
            <a:avLst/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Key Observation (vs 1D)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:- 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2D DNS, pressure-wave effects are weaker than in 1D studies due to multidirectional propagation &amp; interference. AI near flame front results from constructive wave interference rather than preheat-zone ignition</a:t>
            </a:r>
            <a:endParaRPr kumimoji="0" lang="en-US" sz="36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5" name="Table 84">
                <a:extLst>
                  <a:ext uri="{FF2B5EF4-FFF2-40B4-BE49-F238E27FC236}">
                    <a16:creationId xmlns:a16="http://schemas.microsoft.com/office/drawing/2014/main" id="{7775C492-C6FB-21FD-8E8E-E161664D0A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71904493"/>
                  </p:ext>
                </p:extLst>
              </p:nvPr>
            </p:nvGraphicFramePr>
            <p:xfrm>
              <a:off x="15183583" y="9494670"/>
              <a:ext cx="13792200" cy="854208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61905">
                      <a:extLst>
                        <a:ext uri="{9D8B030D-6E8A-4147-A177-3AD203B41FA5}">
                          <a16:colId xmlns:a16="http://schemas.microsoft.com/office/drawing/2014/main" val="1805691508"/>
                        </a:ext>
                      </a:extLst>
                    </a:gridCol>
                    <a:gridCol w="13030295">
                      <a:extLst>
                        <a:ext uri="{9D8B030D-6E8A-4147-A177-3AD203B41FA5}">
                          <a16:colId xmlns:a16="http://schemas.microsoft.com/office/drawing/2014/main" val="3849828148"/>
                        </a:ext>
                      </a:extLst>
                    </a:gridCol>
                  </a:tblGrid>
                  <a:tr h="24709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LWI</a:t>
                          </a:r>
                        </a:p>
                      </a:txBody>
                      <a:tcPr vert="vert270"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Livengood–Wu Integral</a:t>
                          </a:r>
                        </a:p>
                        <a:p>
                          <a:endParaRPr lang="en-US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trlPr>
                                      <a:rPr lang="en-US" sz="36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sz="36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sSub>
                                      <m:sSubPr>
                                        <m:ctrlPr>
                                          <a:rPr lang="en-US" sz="36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6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sz="36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𝐴𝐼</m:t>
                                        </m:r>
                                      </m:sub>
                                    </m:sSub>
                                  </m:sup>
                                  <m:e>
                                    <m:f>
                                      <m:fPr>
                                        <m:ctrlPr>
                                          <a:rPr lang="en-US" sz="36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36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3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𝜏</m:t>
                                        </m:r>
                                        <m:r>
                                          <a:rPr lang="en-US" sz="3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3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𝑇</m:t>
                                        </m:r>
                                        <m:r>
                                          <a:rPr lang="en-US" sz="3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3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𝑃</m:t>
                                        </m:r>
                                        <m:r>
                                          <a:rPr lang="en-US" sz="3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)</m:t>
                                        </m:r>
                                      </m:den>
                                    </m:f>
                                    <m:r>
                                      <a:rPr lang="en-US" sz="3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𝑑𝑡</m:t>
                                    </m:r>
                                    <m:r>
                                      <a:rPr lang="en-US" sz="3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=1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en-US" sz="3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endParaRPr lang="en-US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r>
                            <a:rPr lang="en-US" sz="3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 purely chemistry-based 0D criterion that treats the unburned mixture as a well-stirred reactor progressing toward ignition</a:t>
                          </a:r>
                          <a:endParaRPr lang="en-US" sz="36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3342421"/>
                      </a:ext>
                    </a:extLst>
                  </a:tr>
                  <a:tr h="23943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ETD</a:t>
                          </a:r>
                        </a:p>
                      </a:txBody>
                      <a:tcPr vert="vert270"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Explosive Transition of Deflagration </a:t>
                          </a:r>
                        </a:p>
                        <a:p>
                          <a:endParaRPr lang="en-US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r>
                            <a:rPr lang="en-US" sz="3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For Le &gt; 1 mixtures, ETD is the maximum unburned-gas temperature at which a freely propagating laminar premixed flame solution still exists at the prevailing pressure, computed here as </a:t>
                          </a:r>
                          <a:r>
                            <a:rPr lang="en-US" sz="36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 K at 3 atm </a:t>
                          </a:r>
                          <a:r>
                            <a:rPr lang="en-US" sz="3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and </a:t>
                          </a:r>
                          <a:r>
                            <a:rPr lang="en-US" sz="36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1224 K at 10 atm </a:t>
                          </a:r>
                          <a:r>
                            <a:rPr lang="en-US" sz="3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via Cantera</a:t>
                          </a:r>
                        </a:p>
                        <a:p>
                          <a:endParaRPr lang="en-US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r>
                            <a:rPr lang="en-US" sz="3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Beyond this threshold the bijection between inlet condition and flame structure breaks down: no premixed flame solution exists for any domain length, marking an irreversible collapse of the deflagration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1292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5" name="Table 84">
                <a:extLst>
                  <a:ext uri="{FF2B5EF4-FFF2-40B4-BE49-F238E27FC236}">
                    <a16:creationId xmlns:a16="http://schemas.microsoft.com/office/drawing/2014/main" id="{7775C492-C6FB-21FD-8E8E-E161664D0A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71904493"/>
                  </p:ext>
                </p:extLst>
              </p:nvPr>
            </p:nvGraphicFramePr>
            <p:xfrm>
              <a:off x="15183583" y="9494670"/>
              <a:ext cx="13792200" cy="854208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61905">
                      <a:extLst>
                        <a:ext uri="{9D8B030D-6E8A-4147-A177-3AD203B41FA5}">
                          <a16:colId xmlns:a16="http://schemas.microsoft.com/office/drawing/2014/main" val="1805691508"/>
                        </a:ext>
                      </a:extLst>
                    </a:gridCol>
                    <a:gridCol w="13030295">
                      <a:extLst>
                        <a:ext uri="{9D8B030D-6E8A-4147-A177-3AD203B41FA5}">
                          <a16:colId xmlns:a16="http://schemas.microsoft.com/office/drawing/2014/main" val="3849828148"/>
                        </a:ext>
                      </a:extLst>
                    </a:gridCol>
                  </a:tblGrid>
                  <a:tr h="35128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LWI</a:t>
                          </a:r>
                        </a:p>
                      </a:txBody>
                      <a:tcPr vert="vert270"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6"/>
                          <a:stretch>
                            <a:fillRect l="-6124" t="-2773" r="-94" b="-1493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3342421"/>
                      </a:ext>
                    </a:extLst>
                  </a:tr>
                  <a:tr h="5029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ETD</a:t>
                          </a:r>
                        </a:p>
                      </a:txBody>
                      <a:tcPr vert="vert270"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Explosive Transition of Deflagration </a:t>
                          </a:r>
                        </a:p>
                        <a:p>
                          <a:endParaRPr lang="en-US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r>
                            <a:rPr lang="en-US" sz="3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For Le &gt; 1 mixtures, ETD is the maximum unburned-gas temperature at which a freely propagating laminar premixed flame solution still exists at the prevailing pressure, computed here as </a:t>
                          </a:r>
                          <a:r>
                            <a:rPr lang="en-US" sz="36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 K at 3 atm </a:t>
                          </a:r>
                          <a:r>
                            <a:rPr lang="en-US" sz="3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and </a:t>
                          </a:r>
                          <a:r>
                            <a:rPr lang="en-US" sz="36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1224 K at 10 atm </a:t>
                          </a:r>
                          <a:r>
                            <a:rPr lang="en-US" sz="3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via Cantera</a:t>
                          </a:r>
                        </a:p>
                        <a:p>
                          <a:endParaRPr lang="en-US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r>
                            <a:rPr lang="en-US" sz="3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Beyond this threshold the bijection between inlet condition and flame structure breaks down: no premixed flame solution exists for any domain length, marking an irreversible collapse of the deflagration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1292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8" name="Freeform 40">
            <a:extLst>
              <a:ext uri="{FF2B5EF4-FFF2-40B4-BE49-F238E27FC236}">
                <a16:creationId xmlns:a16="http://schemas.microsoft.com/office/drawing/2014/main" id="{7E064F2F-2E33-100D-5D8D-35D0A2EDB5D0}"/>
              </a:ext>
            </a:extLst>
          </p:cNvPr>
          <p:cNvSpPr/>
          <p:nvPr/>
        </p:nvSpPr>
        <p:spPr>
          <a:xfrm>
            <a:off x="15180228" y="20986157"/>
            <a:ext cx="13792200" cy="715888"/>
          </a:xfrm>
          <a:custGeom>
            <a:avLst/>
            <a:gdLst/>
            <a:ahLst/>
            <a:cxnLst/>
            <a:rect l="l" t="t" r="r" b="b"/>
            <a:pathLst>
              <a:path w="2066023" h="162246">
                <a:moveTo>
                  <a:pt x="1503" y="0"/>
                </a:moveTo>
                <a:lnTo>
                  <a:pt x="2064520" y="0"/>
                </a:lnTo>
                <a:cubicBezTo>
                  <a:pt x="2065350" y="0"/>
                  <a:pt x="2066023" y="673"/>
                  <a:pt x="2066023" y="1503"/>
                </a:cubicBezTo>
                <a:lnTo>
                  <a:pt x="2066023" y="160743"/>
                </a:lnTo>
                <a:cubicBezTo>
                  <a:pt x="2066023" y="161573"/>
                  <a:pt x="2065350" y="162246"/>
                  <a:pt x="2064520" y="162246"/>
                </a:cubicBezTo>
                <a:lnTo>
                  <a:pt x="1503" y="162246"/>
                </a:lnTo>
                <a:cubicBezTo>
                  <a:pt x="673" y="162246"/>
                  <a:pt x="0" y="161573"/>
                  <a:pt x="0" y="160743"/>
                </a:cubicBezTo>
                <a:lnTo>
                  <a:pt x="0" y="1503"/>
                </a:lnTo>
                <a:cubicBezTo>
                  <a:pt x="0" y="673"/>
                  <a:pt x="673" y="0"/>
                  <a:pt x="1503" y="0"/>
                </a:cubicBezTo>
                <a:close/>
              </a:path>
            </a:pathLst>
          </a:custGeom>
          <a:solidFill>
            <a:srgbClr val="2D1380"/>
          </a:solidFill>
          <a:ln w="9525" cap="sq">
            <a:solidFill>
              <a:srgbClr val="000000"/>
            </a:solidFill>
            <a:prstDash val="solid"/>
            <a:miter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Auto-ignition Mode Prediction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0" name="Diagram 89">
                <a:extLst>
                  <a:ext uri="{FF2B5EF4-FFF2-40B4-BE49-F238E27FC236}">
                    <a16:creationId xmlns:a16="http://schemas.microsoft.com/office/drawing/2014/main" id="{6CB29CCE-2741-BBE4-B22C-249B965FAA2F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176605308"/>
                  </p:ext>
                </p:extLst>
              </p:nvPr>
            </p:nvGraphicFramePr>
            <p:xfrm>
              <a:off x="15180228" y="21829312"/>
              <a:ext cx="13779501" cy="4712411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7" r:lo="rId28" r:qs="rId29" r:cs="rId30"/>
              </a:graphicData>
            </a:graphic>
          </p:graphicFrame>
        </mc:Choice>
        <mc:Fallback xmlns="">
          <p:graphicFrame>
            <p:nvGraphicFramePr>
              <p:cNvPr id="90" name="Diagram 89">
                <a:extLst>
                  <a:ext uri="{FF2B5EF4-FFF2-40B4-BE49-F238E27FC236}">
                    <a16:creationId xmlns:a16="http://schemas.microsoft.com/office/drawing/2014/main" id="{6CB29CCE-2741-BBE4-B22C-249B965FAA2F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176605308"/>
                  </p:ext>
                </p:extLst>
              </p:nvPr>
            </p:nvGraphicFramePr>
            <p:xfrm>
              <a:off x="15180228" y="21829312"/>
              <a:ext cx="13779501" cy="4712411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2" r:lo="rId33" r:qs="rId34" r:cs="rId35"/>
              </a:graphicData>
            </a:graphic>
          </p:graphicFrame>
        </mc:Fallback>
      </mc:AlternateContent>
      <p:sp>
        <p:nvSpPr>
          <p:cNvPr id="91" name="Rectangle 90">
            <a:extLst>
              <a:ext uri="{FF2B5EF4-FFF2-40B4-BE49-F238E27FC236}">
                <a16:creationId xmlns:a16="http://schemas.microsoft.com/office/drawing/2014/main" id="{55B0FFBA-1A3F-44FD-4C38-F2E30074755C}"/>
              </a:ext>
            </a:extLst>
          </p:cNvPr>
          <p:cNvSpPr/>
          <p:nvPr/>
        </p:nvSpPr>
        <p:spPr>
          <a:xfrm>
            <a:off x="15167529" y="26746895"/>
            <a:ext cx="13792200" cy="3919959"/>
          </a:xfrm>
          <a:prstGeom prst="rect">
            <a:avLst/>
          </a:prstGeom>
          <a:solidFill>
            <a:srgbClr val="FFFFFF">
              <a:alpha val="89804"/>
            </a:srgb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ξ evaluated across the entire end-gas region (excluding SI flame zone) at ETD timing. Mode (most probable) ξ &lt; 1 for all cases → supersonic deflagration predicted throughout</a:t>
            </a: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Sa throughout the region (&lt;&lt;1), also indicates a predominance of strong, homogeneous ignition rather than a single localized hotspot early in the knocking process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C86A0BD0-264E-4DD3-6105-A8441F380B33}"/>
              </a:ext>
            </a:extLst>
          </p:cNvPr>
          <p:cNvSpPr/>
          <p:nvPr/>
        </p:nvSpPr>
        <p:spPr>
          <a:xfrm>
            <a:off x="546100" y="31737485"/>
            <a:ext cx="23845144" cy="1099468"/>
          </a:xfrm>
          <a:prstGeom prst="rect">
            <a:avLst/>
          </a:prstGeom>
          <a:solidFill>
            <a:srgbClr val="FFFFFF">
              <a:alpha val="89804"/>
            </a:srgb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work was supported by a collaborative project between IFS, Tohoku University, and IIT Roorkee, with project code CX02SEP23. This research (with acronym HYCOMBS) is part of the CREATE Thematic </a:t>
            </a:r>
            <a:r>
              <a:rPr lang="en-US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Programme</a:t>
            </a:r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Decarbonisation</a:t>
            </a:r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is partially supported by the National Research Foundation, Prime Minister's Office, Singapore under its Campus for Research Excellence and Technological Enterprise (CREATE) </a:t>
            </a:r>
            <a:r>
              <a:rPr lang="en-US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programme</a:t>
            </a:r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F6FDAA4-FBC7-4334-D1EE-8F33C001F84F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971002" y="4350149"/>
            <a:ext cx="4324172" cy="27432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76B900E-5A9F-F55E-A9A9-0530B1B70510}"/>
              </a:ext>
            </a:extLst>
          </p:cNvPr>
          <p:cNvSpPr txBox="1"/>
          <p:nvPr/>
        </p:nvSpPr>
        <p:spPr>
          <a:xfrm>
            <a:off x="546075" y="4535897"/>
            <a:ext cx="926596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marR="0" lvl="0" indent="-5715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Engine knock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occurs when end-gas auto-</a:t>
            </a:r>
            <a:b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ignites ahead of the spark-ignited (SI) flame, </a:t>
            </a:r>
            <a:b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causing reduced performance, increased </a:t>
            </a:r>
            <a:b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emissions, and potential engine damage</a:t>
            </a:r>
            <a:endParaRPr lang="en-US" sz="3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4" name="Picture 13" descr="Tohoku University">
            <a:extLst>
              <a:ext uri="{FF2B5EF4-FFF2-40B4-BE49-F238E27FC236}">
                <a16:creationId xmlns:a16="http://schemas.microsoft.com/office/drawing/2014/main" id="{7F1DECC2-223B-AD5E-2EA4-B59827B3F11F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41855360" y="30872176"/>
            <a:ext cx="2061240" cy="2020824"/>
          </a:xfrm>
          <a:prstGeom prst="ellipse">
            <a:avLst/>
          </a:prstGeom>
          <a:ln w="190500" cap="rnd">
            <a:noFill/>
            <a:prstDash val="solid"/>
          </a:ln>
          <a:effectLst/>
        </p:spPr>
      </p:pic>
      <p:sp>
        <p:nvSpPr>
          <p:cNvPr id="83" name="Freeform 40">
            <a:extLst>
              <a:ext uri="{FF2B5EF4-FFF2-40B4-BE49-F238E27FC236}">
                <a16:creationId xmlns:a16="http://schemas.microsoft.com/office/drawing/2014/main" id="{8D00ABE9-3682-8EFF-4DAC-3AAE0FD3863A}"/>
              </a:ext>
            </a:extLst>
          </p:cNvPr>
          <p:cNvSpPr/>
          <p:nvPr/>
        </p:nvSpPr>
        <p:spPr>
          <a:xfrm>
            <a:off x="15164175" y="8762303"/>
            <a:ext cx="13808253" cy="715888"/>
          </a:xfrm>
          <a:custGeom>
            <a:avLst/>
            <a:gdLst/>
            <a:ahLst/>
            <a:cxnLst/>
            <a:rect l="l" t="t" r="r" b="b"/>
            <a:pathLst>
              <a:path w="2066023" h="162246">
                <a:moveTo>
                  <a:pt x="1503" y="0"/>
                </a:moveTo>
                <a:lnTo>
                  <a:pt x="2064520" y="0"/>
                </a:lnTo>
                <a:cubicBezTo>
                  <a:pt x="2065350" y="0"/>
                  <a:pt x="2066023" y="673"/>
                  <a:pt x="2066023" y="1503"/>
                </a:cubicBezTo>
                <a:lnTo>
                  <a:pt x="2066023" y="160743"/>
                </a:lnTo>
                <a:cubicBezTo>
                  <a:pt x="2066023" y="161573"/>
                  <a:pt x="2065350" y="162246"/>
                  <a:pt x="2064520" y="162246"/>
                </a:cubicBezTo>
                <a:lnTo>
                  <a:pt x="1503" y="162246"/>
                </a:lnTo>
                <a:cubicBezTo>
                  <a:pt x="673" y="162246"/>
                  <a:pt x="0" y="161573"/>
                  <a:pt x="0" y="160743"/>
                </a:cubicBezTo>
                <a:lnTo>
                  <a:pt x="0" y="1503"/>
                </a:lnTo>
                <a:cubicBezTo>
                  <a:pt x="0" y="673"/>
                  <a:pt x="673" y="0"/>
                  <a:pt x="1503" y="0"/>
                </a:cubicBezTo>
                <a:close/>
              </a:path>
            </a:pathLst>
          </a:custGeom>
          <a:solidFill>
            <a:srgbClr val="2D1380"/>
          </a:solidFill>
          <a:ln w="9525" cap="sq">
            <a:solidFill>
              <a:srgbClr val="000000"/>
            </a:solidFill>
            <a:prstDash val="solid"/>
            <a:miter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Knock Onset Models: ETD vs LWI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817038F-77A4-89CF-BCE9-BA69FDFA1E5F}"/>
              </a:ext>
            </a:extLst>
          </p:cNvPr>
          <p:cNvSpPr/>
          <p:nvPr/>
        </p:nvSpPr>
        <p:spPr>
          <a:xfrm>
            <a:off x="15164153" y="18053733"/>
            <a:ext cx="13808275" cy="2580572"/>
          </a:xfrm>
          <a:prstGeom prst="rect">
            <a:avLst/>
          </a:prstGeom>
          <a:solidFill>
            <a:schemeClr val="accent3">
              <a:lumMod val="75000"/>
            </a:schemeClr>
          </a:solidFill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ETD corresponds to the transition from flame dominated process to autoignition dominated process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.e. the point at which SI flame can no longer maintain classical premixed structure. In NTC fuels and high-CR engines, LWI degrades; ETD is physically grounded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5A30467-ED19-7B1D-9EFB-41499F8D7636}"/>
              </a:ext>
            </a:extLst>
          </p:cNvPr>
          <p:cNvSpPr/>
          <p:nvPr/>
        </p:nvSpPr>
        <p:spPr>
          <a:xfrm>
            <a:off x="15173868" y="3568700"/>
            <a:ext cx="13792199" cy="4956441"/>
          </a:xfrm>
          <a:prstGeom prst="rect">
            <a:avLst/>
          </a:prstGeom>
          <a:solidFill>
            <a:srgbClr val="FFFFFF">
              <a:alpha val="89804"/>
            </a:srgb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9096E6E-7F85-E482-040A-92252D9EFE97}"/>
              </a:ext>
            </a:extLst>
          </p:cNvPr>
          <p:cNvGrpSpPr>
            <a:grpSpLocks noChangeAspect="1"/>
          </p:cNvGrpSpPr>
          <p:nvPr/>
        </p:nvGrpSpPr>
        <p:grpSpPr>
          <a:xfrm>
            <a:off x="16855696" y="3669099"/>
            <a:ext cx="11570812" cy="4824534"/>
            <a:chOff x="0" y="0"/>
            <a:chExt cx="5199428" cy="216916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87225562-ED71-FD12-1C3F-779274EE79D1}"/>
                </a:ext>
              </a:extLst>
            </p:cNvPr>
            <p:cNvGrpSpPr/>
            <p:nvPr/>
          </p:nvGrpSpPr>
          <p:grpSpPr>
            <a:xfrm>
              <a:off x="0" y="36998"/>
              <a:ext cx="2445343" cy="2130424"/>
              <a:chOff x="0" y="-33196"/>
              <a:chExt cx="2445699" cy="2138424"/>
            </a:xfrm>
          </p:grpSpPr>
          <p:pic>
            <p:nvPicPr>
              <p:cNvPr id="46" name="Picture 45">
                <a:extLst>
                  <a:ext uri="{FF2B5EF4-FFF2-40B4-BE49-F238E27FC236}">
                    <a16:creationId xmlns:a16="http://schemas.microsoft.com/office/drawing/2014/main" id="{DAB0AA49-2B54-9DC2-0F35-DBFDD687AF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-33196"/>
                <a:ext cx="2445386" cy="68072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6783EA1F-D1F7-559A-D438-1C4516E3AD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1423239"/>
                <a:ext cx="2445385" cy="681989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CB4EFB45-72B3-19E0-5686-920A1AD96D0E}"/>
                  </a:ext>
                </a:extLst>
              </p:cNvPr>
              <p:cNvGrpSpPr/>
              <p:nvPr/>
            </p:nvGrpSpPr>
            <p:grpSpPr>
              <a:xfrm>
                <a:off x="0" y="685800"/>
                <a:ext cx="2445699" cy="681346"/>
                <a:chOff x="0" y="0"/>
                <a:chExt cx="2446020" cy="681355"/>
              </a:xfrm>
            </p:grpSpPr>
            <p:pic>
              <p:nvPicPr>
                <p:cNvPr id="56" name="Picture 55">
                  <a:extLst>
                    <a:ext uri="{FF2B5EF4-FFF2-40B4-BE49-F238E27FC236}">
                      <a16:creationId xmlns:a16="http://schemas.microsoft.com/office/drawing/2014/main" id="{FA72F873-3972-5F27-D405-9B27249A13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0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0"/>
                  <a:ext cx="2446020" cy="68135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8E832EE3-2426-859D-5C7F-AA1E3D8AB910}"/>
                    </a:ext>
                  </a:extLst>
                </p:cNvPr>
                <p:cNvSpPr/>
                <p:nvPr/>
              </p:nvSpPr>
              <p:spPr>
                <a:xfrm>
                  <a:off x="572494" y="0"/>
                  <a:ext cx="667184" cy="515281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7000"/>
                    </a:lnSpc>
                    <a:spcAft>
                      <a:spcPts val="800"/>
                    </a:spcAft>
                    <a:buNone/>
                  </a:pPr>
                  <a:r>
                    <a:rPr lang="en-US" b="1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Vrinda" panose="020B0502040204020203" pitchFamily="34" charset="0"/>
                    </a:rPr>
                    <a:t>Zone 1</a:t>
                  </a:r>
                  <a:endParaRPr lang="en-US" dirty="0">
                    <a:effectLst/>
                    <a:ea typeface="Calibri" panose="020F0502020204030204" pitchFamily="34" charset="0"/>
                    <a:cs typeface="Vrinda" panose="020B0502040204020203" pitchFamily="34" charset="0"/>
                  </a:endParaRPr>
                </a:p>
              </p:txBody>
            </p:sp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9977A9DF-D278-CE59-5B88-55F8DEBADCF5}"/>
                    </a:ext>
                  </a:extLst>
                </p:cNvPr>
                <p:cNvSpPr/>
                <p:nvPr/>
              </p:nvSpPr>
              <p:spPr>
                <a:xfrm>
                  <a:off x="1534602" y="0"/>
                  <a:ext cx="616115" cy="515281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7000"/>
                    </a:lnSpc>
                    <a:spcAft>
                      <a:spcPts val="800"/>
                    </a:spcAft>
                    <a:buNone/>
                  </a:pPr>
                  <a:r>
                    <a:rPr lang="en-US" b="1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Vrinda" panose="020B0502040204020203" pitchFamily="34" charset="0"/>
                    </a:rPr>
                    <a:t>Zone 2</a:t>
                  </a:r>
                  <a:endParaRPr lang="en-US" dirty="0">
                    <a:effectLst/>
                    <a:ea typeface="Calibri" panose="020F0502020204030204" pitchFamily="34" charset="0"/>
                    <a:cs typeface="Vrinda" panose="020B0502040204020203" pitchFamily="34" charset="0"/>
                  </a:endParaRPr>
                </a:p>
              </p:txBody>
            </p:sp>
          </p:grp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14489EBF-A385-5CF7-02EE-AC7AEDCB0837}"/>
                </a:ext>
              </a:extLst>
            </p:cNvPr>
            <p:cNvGrpSpPr/>
            <p:nvPr/>
          </p:nvGrpSpPr>
          <p:grpSpPr>
            <a:xfrm>
              <a:off x="2753771" y="0"/>
              <a:ext cx="2445657" cy="2169160"/>
              <a:chOff x="0" y="0"/>
              <a:chExt cx="2445699" cy="2169160"/>
            </a:xfrm>
          </p:grpSpPr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7119918F-5059-B75A-45F2-685E0CD643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50" y="0"/>
                <a:ext cx="2437765" cy="72136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0" name="Picture 39">
                <a:extLst>
                  <a:ext uri="{FF2B5EF4-FFF2-40B4-BE49-F238E27FC236}">
                    <a16:creationId xmlns:a16="http://schemas.microsoft.com/office/drawing/2014/main" id="{4796B211-AD8F-2D05-3A83-4D4AE7B7B1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050" y="1447800"/>
                <a:ext cx="2355215" cy="72136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EA7F7A-E64A-E951-3FD5-52D30D72DF84}"/>
                  </a:ext>
                </a:extLst>
              </p:cNvPr>
              <p:cNvGrpSpPr/>
              <p:nvPr/>
            </p:nvGrpSpPr>
            <p:grpSpPr>
              <a:xfrm>
                <a:off x="0" y="723900"/>
                <a:ext cx="2445699" cy="724526"/>
                <a:chOff x="0" y="0"/>
                <a:chExt cx="2446020" cy="724535"/>
              </a:xfrm>
            </p:grpSpPr>
            <p:pic>
              <p:nvPicPr>
                <p:cNvPr id="42" name="Picture 41">
                  <a:extLst>
                    <a:ext uri="{FF2B5EF4-FFF2-40B4-BE49-F238E27FC236}">
                      <a16:creationId xmlns:a16="http://schemas.microsoft.com/office/drawing/2014/main" id="{DDB433F4-71D2-72ED-69B3-89B9FEE8803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0"/>
                  <a:ext cx="2446020" cy="72453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CA9E8487-4DA7-1CAA-8BFF-FF6E62B4258B}"/>
                    </a:ext>
                  </a:extLst>
                </p:cNvPr>
                <p:cNvSpPr/>
                <p:nvPr/>
              </p:nvSpPr>
              <p:spPr>
                <a:xfrm>
                  <a:off x="564542" y="39757"/>
                  <a:ext cx="666750" cy="514985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7000"/>
                    </a:lnSpc>
                    <a:spcAft>
                      <a:spcPts val="800"/>
                    </a:spcAft>
                    <a:buNone/>
                  </a:pPr>
                  <a:r>
                    <a:rPr lang="en-US" b="1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Vrinda" panose="020B0502040204020203" pitchFamily="34" charset="0"/>
                    </a:rPr>
                    <a:t>Zone 1</a:t>
                  </a:r>
                  <a:endParaRPr lang="en-US" dirty="0">
                    <a:effectLst/>
                    <a:ea typeface="Calibri" panose="020F0502020204030204" pitchFamily="34" charset="0"/>
                    <a:cs typeface="Vrinda" panose="020B0502040204020203" pitchFamily="34" charset="0"/>
                  </a:endParaRPr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73E6435A-AE76-A45A-5908-C8C626FCCDD8}"/>
                    </a:ext>
                  </a:extLst>
                </p:cNvPr>
                <p:cNvSpPr/>
                <p:nvPr/>
              </p:nvSpPr>
              <p:spPr>
                <a:xfrm>
                  <a:off x="1518699" y="39757"/>
                  <a:ext cx="615950" cy="514985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7000"/>
                    </a:lnSpc>
                    <a:spcAft>
                      <a:spcPts val="800"/>
                    </a:spcAft>
                    <a:buNone/>
                  </a:pPr>
                  <a:r>
                    <a:rPr lang="en-US" b="1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Vrinda" panose="020B0502040204020203" pitchFamily="34" charset="0"/>
                    </a:rPr>
                    <a:t>Zone 2</a:t>
                  </a:r>
                  <a:endParaRPr lang="en-US" dirty="0">
                    <a:effectLst/>
                    <a:ea typeface="Calibri" panose="020F0502020204030204" pitchFamily="34" charset="0"/>
                    <a:cs typeface="Vrinda" panose="020B0502040204020203" pitchFamily="34" charset="0"/>
                  </a:endParaRPr>
                </a:p>
              </p:txBody>
            </p:sp>
          </p:grpSp>
        </p:grpSp>
      </p:grpSp>
      <p:sp>
        <p:nvSpPr>
          <p:cNvPr id="70" name="Freeform 40">
            <a:extLst>
              <a:ext uri="{FF2B5EF4-FFF2-40B4-BE49-F238E27FC236}">
                <a16:creationId xmlns:a16="http://schemas.microsoft.com/office/drawing/2014/main" id="{B7934495-11E4-29B6-6B9E-72969407E707}"/>
              </a:ext>
            </a:extLst>
          </p:cNvPr>
          <p:cNvSpPr/>
          <p:nvPr/>
        </p:nvSpPr>
        <p:spPr>
          <a:xfrm>
            <a:off x="15164154" y="3568701"/>
            <a:ext cx="1272514" cy="4956440"/>
          </a:xfrm>
          <a:custGeom>
            <a:avLst/>
            <a:gdLst/>
            <a:ahLst/>
            <a:cxnLst/>
            <a:rect l="l" t="t" r="r" b="b"/>
            <a:pathLst>
              <a:path w="2066023" h="162246">
                <a:moveTo>
                  <a:pt x="1503" y="0"/>
                </a:moveTo>
                <a:lnTo>
                  <a:pt x="2064520" y="0"/>
                </a:lnTo>
                <a:cubicBezTo>
                  <a:pt x="2065350" y="0"/>
                  <a:pt x="2066023" y="673"/>
                  <a:pt x="2066023" y="1503"/>
                </a:cubicBezTo>
                <a:lnTo>
                  <a:pt x="2066023" y="160743"/>
                </a:lnTo>
                <a:cubicBezTo>
                  <a:pt x="2066023" y="161573"/>
                  <a:pt x="2065350" y="162246"/>
                  <a:pt x="2064520" y="162246"/>
                </a:cubicBezTo>
                <a:lnTo>
                  <a:pt x="1503" y="162246"/>
                </a:lnTo>
                <a:cubicBezTo>
                  <a:pt x="673" y="162246"/>
                  <a:pt x="0" y="161573"/>
                  <a:pt x="0" y="160743"/>
                </a:cubicBezTo>
                <a:lnTo>
                  <a:pt x="0" y="1503"/>
                </a:lnTo>
                <a:cubicBezTo>
                  <a:pt x="0" y="673"/>
                  <a:pt x="673" y="0"/>
                  <a:pt x="1503" y="0"/>
                </a:cubicBezTo>
                <a:close/>
              </a:path>
            </a:pathLst>
          </a:custGeom>
          <a:solidFill>
            <a:srgbClr val="2D1380"/>
          </a:solidFill>
          <a:ln w="9525" cap="sq">
            <a:solidFill>
              <a:srgbClr val="000000"/>
            </a:solidFill>
            <a:prstDash val="solid"/>
            <a:miter/>
          </a:ln>
        </p:spPr>
        <p:txBody>
          <a:bodyPr vert="vert27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Temperature (left) &amp; Pressure (right) Profiles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EFE26D86-6B04-71F7-736E-9BA0E4E96247}"/>
                  </a:ext>
                </a:extLst>
              </p:cNvPr>
              <p:cNvSpPr txBox="1"/>
              <p:nvPr/>
            </p:nvSpPr>
            <p:spPr>
              <a:xfrm>
                <a:off x="29817736" y="6840535"/>
                <a:ext cx="8978900" cy="2862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indent="-5715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6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ξ</m:t>
                    </m:r>
                  </m:oMath>
                </a14:m>
                <a:r>
                  <a:rPr kumimoji="0" 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cannot reliably interpret (</a:t>
                </a:r>
                <a:r>
                  <a:rPr kumimoji="0" lang="en-US" sz="3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kumimoji="0" 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AI waves propagating through significant temperature gradients, or (ii) waves arising from merging</a:t>
                </a:r>
                <a:br>
                  <a:rPr kumimoji="0" 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kumimoji="0" 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initial AI fronts. In 3D scenarios, correlation may weaken further</a:t>
                </a:r>
                <a:endParaRPr lang="en-US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EFE26D86-6B04-71F7-736E-9BA0E4E962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17736" y="6840535"/>
                <a:ext cx="8978900" cy="2862322"/>
              </a:xfrm>
              <a:prstGeom prst="rect">
                <a:avLst/>
              </a:prstGeom>
              <a:blipFill>
                <a:blip r:embed="rId44"/>
                <a:stretch>
                  <a:fillRect t="-3404" r="-2105" b="-6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6E0C347FD1B245A759898568A6A879" ma:contentTypeVersion="23" ma:contentTypeDescription="Create a new document." ma:contentTypeScope="" ma:versionID="8eb096f6c02bcb2d75233ef256050519">
  <xsd:schema xmlns:xsd="http://www.w3.org/2001/XMLSchema" xmlns:xs="http://www.w3.org/2001/XMLSchema" xmlns:p="http://schemas.microsoft.com/office/2006/metadata/properties" xmlns:ns2="0fe0c5bf-73fc-442f-86a7-6f98388a9de6" xmlns:ns3="aec28093-786d-4429-99f9-734a58510632" targetNamespace="http://schemas.microsoft.com/office/2006/metadata/properties" ma:root="true" ma:fieldsID="3de3855676f7a326da4654439a691f9a" ns2:_="" ns3:_="">
    <xsd:import namespace="0fe0c5bf-73fc-442f-86a7-6f98388a9de6"/>
    <xsd:import namespace="aec28093-786d-4429-99f9-734a585106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EventHashCode" minOccurs="0"/>
                <xsd:element ref="ns2:MediaServiceGenerationTim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e0c5bf-73fc-442f-86a7-6f98388a9de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0e350f5c-a2a8-4cc1-a29e-4a88446b5fa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c28093-786d-4429-99f9-734a58510632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f646da3d-611e-45af-817b-6325ce723ac2}" ma:internalName="TaxCatchAll" ma:showField="CatchAllData" ma:web="aec28093-786d-4429-99f9-734a585106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ec28093-786d-4429-99f9-734a58510632" xsi:nil="true"/>
    <lcf76f155ced4ddcb4097134ff3c332f xmlns="0fe0c5bf-73fc-442f-86a7-6f98388a9de6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1E06580-874D-4C96-B09D-13DE9DB5A54F}">
  <ds:schemaRefs>
    <ds:schemaRef ds:uri="0fe0c5bf-73fc-442f-86a7-6f98388a9de6"/>
    <ds:schemaRef ds:uri="aec28093-786d-4429-99f9-734a5851063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1B00A9D-3E7B-4156-9622-A82E192BD56F}">
  <ds:schemaRefs>
    <ds:schemaRef ds:uri="http://schemas.microsoft.com/office/2006/documentManagement/types"/>
    <ds:schemaRef ds:uri="aec28093-786d-4429-99f9-734a58510632"/>
    <ds:schemaRef ds:uri="http://schemas.microsoft.com/office/2006/metadata/properties"/>
    <ds:schemaRef ds:uri="0fe0c5bf-73fc-442f-86a7-6f98388a9de6"/>
    <ds:schemaRef ds:uri="http://www.w3.org/XML/1998/namespace"/>
    <ds:schemaRef ds:uri="http://purl.org/dc/dcmitype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92B7A8B4-4E15-496D-9F33-B054E3B1B79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1329</Words>
  <Application>Microsoft Office PowerPoint</Application>
  <PresentationFormat>Custom</PresentationFormat>
  <Paragraphs>98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Cambria Math</vt:lpstr>
      <vt:lpstr>Times New Roman Bold</vt:lpstr>
      <vt:lpstr>Times New Roman</vt:lpstr>
      <vt:lpstr>Calibri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PPP Final Template</dc:title>
  <dc:creator>Combustion Office</dc:creator>
  <cp:lastModifiedBy>Jain, Arjav</cp:lastModifiedBy>
  <cp:revision>1</cp:revision>
  <dcterms:created xsi:type="dcterms:W3CDTF">2006-08-16T00:00:00Z</dcterms:created>
  <dcterms:modified xsi:type="dcterms:W3CDTF">2026-06-17T05:00:13Z</dcterms:modified>
  <dc:identifier>DAHIzDq5AYc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0x0101004A6E0C347FD1B245A759898568A6A879</vt:lpwstr>
  </property>
  <property fmtid="{D5CDD505-2E9C-101B-9397-08002B2CF9AE}" pid="3" name="MediaServiceImageTags">
    <vt:lpwstr/>
  </property>
</Properties>
</file>