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345" r:id="rId2"/>
    <p:sldId id="350" r:id="rId3"/>
    <p:sldId id="372" r:id="rId4"/>
    <p:sldId id="374" r:id="rId5"/>
    <p:sldId id="366" r:id="rId6"/>
    <p:sldId id="373" r:id="rId7"/>
    <p:sldId id="367" r:id="rId8"/>
    <p:sldId id="375" r:id="rId9"/>
    <p:sldId id="368" r:id="rId10"/>
    <p:sldId id="376" r:id="rId11"/>
    <p:sldId id="377" r:id="rId12"/>
    <p:sldId id="369" r:id="rId13"/>
    <p:sldId id="378" r:id="rId14"/>
    <p:sldId id="379" r:id="rId15"/>
    <p:sldId id="380" r:id="rId16"/>
    <p:sldId id="381" r:id="rId17"/>
    <p:sldId id="382" r:id="rId18"/>
    <p:sldId id="383" r:id="rId19"/>
    <p:sldId id="384" r:id="rId20"/>
    <p:sldId id="385" r:id="rId21"/>
    <p:sldId id="386" r:id="rId22"/>
    <p:sldId id="387" r:id="rId23"/>
    <p:sldId id="388" r:id="rId24"/>
    <p:sldId id="370" r:id="rId25"/>
    <p:sldId id="389" r:id="rId26"/>
    <p:sldId id="390" r:id="rId27"/>
    <p:sldId id="391" r:id="rId28"/>
    <p:sldId id="392" r:id="rId29"/>
    <p:sldId id="394" r:id="rId30"/>
    <p:sldId id="396" r:id="rId31"/>
    <p:sldId id="397" r:id="rId32"/>
    <p:sldId id="398" r:id="rId33"/>
    <p:sldId id="399" r:id="rId34"/>
    <p:sldId id="371" r:id="rId35"/>
    <p:sldId id="400" r:id="rId36"/>
    <p:sldId id="401" r:id="rId37"/>
    <p:sldId id="402" r:id="rId38"/>
    <p:sldId id="403" r:id="rId39"/>
    <p:sldId id="316" r:id="rId40"/>
    <p:sldId id="283"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F05"/>
    <a:srgbClr val="13294B"/>
    <a:srgbClr val="C84113"/>
    <a:srgbClr val="3B6C35"/>
    <a:srgbClr val="4B868E"/>
    <a:srgbClr val="FBB24D"/>
    <a:srgbClr val="F050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537D83-19FF-4D3F-B344-E5BBA5FE3122}" v="1019" dt="2025-12-09T23:34:16.2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17" autoAdjust="0"/>
    <p:restoredTop sz="95787" autoAdjust="0"/>
  </p:normalViewPr>
  <p:slideViewPr>
    <p:cSldViewPr snapToGrid="0">
      <p:cViewPr>
        <p:scale>
          <a:sx n="100" d="100"/>
          <a:sy n="100" d="100"/>
        </p:scale>
        <p:origin x="708" y="55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21" d="100"/>
          <a:sy n="121" d="100"/>
        </p:scale>
        <p:origin x="5022"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n, Arjav" userId="828bfa26-2f31-4520-9267-9bb5f376eeab" providerId="ADAL" clId="{F8418092-08C3-4E53-BBB9-99845DC2C8E1}"/>
    <pc:docChg chg="undo redo custSel addSld delSld modSld sldOrd modMainMaster">
      <pc:chgData name="Jain, Arjav" userId="828bfa26-2f31-4520-9267-9bb5f376eeab" providerId="ADAL" clId="{F8418092-08C3-4E53-BBB9-99845DC2C8E1}" dt="2025-12-09T23:37:58.541" v="6180" actId="20577"/>
      <pc:docMkLst>
        <pc:docMk/>
      </pc:docMkLst>
      <pc:sldChg chg="del">
        <pc:chgData name="Jain, Arjav" userId="828bfa26-2f31-4520-9267-9bb5f376eeab" providerId="ADAL" clId="{F8418092-08C3-4E53-BBB9-99845DC2C8E1}" dt="2025-12-09T18:28:34.542" v="743" actId="47"/>
        <pc:sldMkLst>
          <pc:docMk/>
          <pc:sldMk cId="3402913384" sldId="287"/>
        </pc:sldMkLst>
      </pc:sldChg>
      <pc:sldChg chg="del">
        <pc:chgData name="Jain, Arjav" userId="828bfa26-2f31-4520-9267-9bb5f376eeab" providerId="ADAL" clId="{F8418092-08C3-4E53-BBB9-99845DC2C8E1}" dt="2025-12-09T18:28:35.658" v="744" actId="47"/>
        <pc:sldMkLst>
          <pc:docMk/>
          <pc:sldMk cId="2769133326" sldId="288"/>
        </pc:sldMkLst>
      </pc:sldChg>
      <pc:sldChg chg="del">
        <pc:chgData name="Jain, Arjav" userId="828bfa26-2f31-4520-9267-9bb5f376eeab" providerId="ADAL" clId="{F8418092-08C3-4E53-BBB9-99845DC2C8E1}" dt="2025-12-09T18:28:36.688" v="745" actId="47"/>
        <pc:sldMkLst>
          <pc:docMk/>
          <pc:sldMk cId="619203631" sldId="289"/>
        </pc:sldMkLst>
      </pc:sldChg>
      <pc:sldChg chg="del">
        <pc:chgData name="Jain, Arjav" userId="828bfa26-2f31-4520-9267-9bb5f376eeab" providerId="ADAL" clId="{F8418092-08C3-4E53-BBB9-99845DC2C8E1}" dt="2025-12-09T18:28:20.478" v="739" actId="47"/>
        <pc:sldMkLst>
          <pc:docMk/>
          <pc:sldMk cId="1248698087" sldId="312"/>
        </pc:sldMkLst>
      </pc:sldChg>
      <pc:sldChg chg="del">
        <pc:chgData name="Jain, Arjav" userId="828bfa26-2f31-4520-9267-9bb5f376eeab" providerId="ADAL" clId="{F8418092-08C3-4E53-BBB9-99845DC2C8E1}" dt="2025-12-09T18:28:23.304" v="740" actId="47"/>
        <pc:sldMkLst>
          <pc:docMk/>
          <pc:sldMk cId="1393295001" sldId="313"/>
        </pc:sldMkLst>
      </pc:sldChg>
      <pc:sldChg chg="del">
        <pc:chgData name="Jain, Arjav" userId="828bfa26-2f31-4520-9267-9bb5f376eeab" providerId="ADAL" clId="{F8418092-08C3-4E53-BBB9-99845DC2C8E1}" dt="2025-12-09T18:28:23.884" v="741" actId="47"/>
        <pc:sldMkLst>
          <pc:docMk/>
          <pc:sldMk cId="1865333716" sldId="314"/>
        </pc:sldMkLst>
      </pc:sldChg>
      <pc:sldChg chg="addSp delSp modSp mod modClrScheme chgLayout">
        <pc:chgData name="Jain, Arjav" userId="828bfa26-2f31-4520-9267-9bb5f376eeab" providerId="ADAL" clId="{F8418092-08C3-4E53-BBB9-99845DC2C8E1}" dt="2025-12-09T18:39:00.016" v="1299" actId="478"/>
        <pc:sldMkLst>
          <pc:docMk/>
          <pc:sldMk cId="3957009347" sldId="316"/>
        </pc:sldMkLst>
        <pc:spChg chg="mod ord">
          <ac:chgData name="Jain, Arjav" userId="828bfa26-2f31-4520-9267-9bb5f376eeab" providerId="ADAL" clId="{F8418092-08C3-4E53-BBB9-99845DC2C8E1}" dt="2025-12-09T18:38:56.343" v="1298" actId="700"/>
          <ac:spMkLst>
            <pc:docMk/>
            <pc:sldMk cId="3957009347" sldId="316"/>
            <ac:spMk id="2" creationId="{B213379A-269B-438F-1824-6428A4BBE9F0}"/>
          </ac:spMkLst>
        </pc:spChg>
        <pc:spChg chg="mod ord">
          <ac:chgData name="Jain, Arjav" userId="828bfa26-2f31-4520-9267-9bb5f376eeab" providerId="ADAL" clId="{F8418092-08C3-4E53-BBB9-99845DC2C8E1}" dt="2025-12-09T18:38:56.343" v="1298" actId="700"/>
          <ac:spMkLst>
            <pc:docMk/>
            <pc:sldMk cId="3957009347" sldId="316"/>
            <ac:spMk id="3" creationId="{B0CE55A2-6B88-F73F-AA53-29ABC356CA17}"/>
          </ac:spMkLst>
        </pc:spChg>
        <pc:spChg chg="mod ord">
          <ac:chgData name="Jain, Arjav" userId="828bfa26-2f31-4520-9267-9bb5f376eeab" providerId="ADAL" clId="{F8418092-08C3-4E53-BBB9-99845DC2C8E1}" dt="2025-12-09T18:38:56.343" v="1298" actId="700"/>
          <ac:spMkLst>
            <pc:docMk/>
            <pc:sldMk cId="3957009347" sldId="316"/>
            <ac:spMk id="4" creationId="{6CD670A0-C0C2-15D3-5A7C-EA84679534C4}"/>
          </ac:spMkLst>
        </pc:spChg>
        <pc:spChg chg="mod ord">
          <ac:chgData name="Jain, Arjav" userId="828bfa26-2f31-4520-9267-9bb5f376eeab" providerId="ADAL" clId="{F8418092-08C3-4E53-BBB9-99845DC2C8E1}" dt="2025-12-09T18:38:56.343" v="1298" actId="700"/>
          <ac:spMkLst>
            <pc:docMk/>
            <pc:sldMk cId="3957009347" sldId="316"/>
            <ac:spMk id="5" creationId="{2AB39040-A0B2-9F21-2450-4C56BC4B599E}"/>
          </ac:spMkLst>
        </pc:spChg>
        <pc:spChg chg="del">
          <ac:chgData name="Jain, Arjav" userId="828bfa26-2f31-4520-9267-9bb5f376eeab" providerId="ADAL" clId="{F8418092-08C3-4E53-BBB9-99845DC2C8E1}" dt="2025-12-09T18:35:05.890" v="1242" actId="478"/>
          <ac:spMkLst>
            <pc:docMk/>
            <pc:sldMk cId="3957009347" sldId="316"/>
            <ac:spMk id="6" creationId="{3473FC3D-4A10-E27E-B453-56565BF6566B}"/>
          </ac:spMkLst>
        </pc:spChg>
        <pc:spChg chg="add del mod ord">
          <ac:chgData name="Jain, Arjav" userId="828bfa26-2f31-4520-9267-9bb5f376eeab" providerId="ADAL" clId="{F8418092-08C3-4E53-BBB9-99845DC2C8E1}" dt="2025-12-09T18:39:00.016" v="1299" actId="478"/>
          <ac:spMkLst>
            <pc:docMk/>
            <pc:sldMk cId="3957009347" sldId="316"/>
            <ac:spMk id="7" creationId="{7F2C1E05-73E3-C208-D78E-ABD536B6365E}"/>
          </ac:spMkLst>
        </pc:spChg>
      </pc:sldChg>
      <pc:sldChg chg="del">
        <pc:chgData name="Jain, Arjav" userId="828bfa26-2f31-4520-9267-9bb5f376eeab" providerId="ADAL" clId="{F8418092-08C3-4E53-BBB9-99845DC2C8E1}" dt="2025-12-09T18:28:32.660" v="742" actId="47"/>
        <pc:sldMkLst>
          <pc:docMk/>
          <pc:sldMk cId="544582818" sldId="317"/>
        </pc:sldMkLst>
      </pc:sldChg>
      <pc:sldChg chg="addSp delSp modSp mod">
        <pc:chgData name="Jain, Arjav" userId="828bfa26-2f31-4520-9267-9bb5f376eeab" providerId="ADAL" clId="{F8418092-08C3-4E53-BBB9-99845DC2C8E1}" dt="2025-12-09T18:34:24.797" v="1172" actId="20577"/>
        <pc:sldMkLst>
          <pc:docMk/>
          <pc:sldMk cId="1776956824" sldId="345"/>
        </pc:sldMkLst>
        <pc:spChg chg="del mod">
          <ac:chgData name="Jain, Arjav" userId="828bfa26-2f31-4520-9267-9bb5f376eeab" providerId="ADAL" clId="{F8418092-08C3-4E53-BBB9-99845DC2C8E1}" dt="2025-12-09T18:30:20.835" v="922" actId="478"/>
          <ac:spMkLst>
            <pc:docMk/>
            <pc:sldMk cId="1776956824" sldId="345"/>
            <ac:spMk id="2" creationId="{640067AC-9C77-E42B-121E-87C11EF20D74}"/>
          </ac:spMkLst>
        </pc:spChg>
        <pc:spChg chg="mod">
          <ac:chgData name="Jain, Arjav" userId="828bfa26-2f31-4520-9267-9bb5f376eeab" providerId="ADAL" clId="{F8418092-08C3-4E53-BBB9-99845DC2C8E1}" dt="2025-12-09T18:34:24.797" v="1172" actId="20577"/>
          <ac:spMkLst>
            <pc:docMk/>
            <pc:sldMk cId="1776956824" sldId="345"/>
            <ac:spMk id="3" creationId="{9018651D-C1C9-2C2C-5DAE-68D0CF0C0E78}"/>
          </ac:spMkLst>
        </pc:spChg>
        <pc:spChg chg="mod">
          <ac:chgData name="Jain, Arjav" userId="828bfa26-2f31-4520-9267-9bb5f376eeab" providerId="ADAL" clId="{F8418092-08C3-4E53-BBB9-99845DC2C8E1}" dt="2025-12-09T18:29:10.877" v="790" actId="404"/>
          <ac:spMkLst>
            <pc:docMk/>
            <pc:sldMk cId="1776956824" sldId="345"/>
            <ac:spMk id="4" creationId="{0098A998-0233-2AD2-51CE-AAF4FE9C4446}"/>
          </ac:spMkLst>
        </pc:spChg>
        <pc:spChg chg="add mod">
          <ac:chgData name="Jain, Arjav" userId="828bfa26-2f31-4520-9267-9bb5f376eeab" providerId="ADAL" clId="{F8418092-08C3-4E53-BBB9-99845DC2C8E1}" dt="2025-12-09T18:30:44.359" v="969" actId="20577"/>
          <ac:spMkLst>
            <pc:docMk/>
            <pc:sldMk cId="1776956824" sldId="345"/>
            <ac:spMk id="6" creationId="{96E6979C-C47D-6827-2CD1-236E4DE28AB0}"/>
          </ac:spMkLst>
        </pc:spChg>
      </pc:sldChg>
      <pc:sldChg chg="del">
        <pc:chgData name="Jain, Arjav" userId="828bfa26-2f31-4520-9267-9bb5f376eeab" providerId="ADAL" clId="{F8418092-08C3-4E53-BBB9-99845DC2C8E1}" dt="2025-12-09T18:27:47.928" v="734" actId="47"/>
        <pc:sldMkLst>
          <pc:docMk/>
          <pc:sldMk cId="2346427422" sldId="347"/>
        </pc:sldMkLst>
      </pc:sldChg>
      <pc:sldChg chg="del">
        <pc:chgData name="Jain, Arjav" userId="828bfa26-2f31-4520-9267-9bb5f376eeab" providerId="ADAL" clId="{F8418092-08C3-4E53-BBB9-99845DC2C8E1}" dt="2025-12-09T18:27:51.258" v="735" actId="47"/>
        <pc:sldMkLst>
          <pc:docMk/>
          <pc:sldMk cId="1125934323" sldId="348"/>
        </pc:sldMkLst>
      </pc:sldChg>
      <pc:sldChg chg="del">
        <pc:chgData name="Jain, Arjav" userId="828bfa26-2f31-4520-9267-9bb5f376eeab" providerId="ADAL" clId="{F8418092-08C3-4E53-BBB9-99845DC2C8E1}" dt="2025-12-09T18:27:59.248" v="737" actId="47"/>
        <pc:sldMkLst>
          <pc:docMk/>
          <pc:sldMk cId="2541503757" sldId="349"/>
        </pc:sldMkLst>
      </pc:sldChg>
      <pc:sldChg chg="addSp delSp modSp mod modClrScheme chgLayout">
        <pc:chgData name="Jain, Arjav" userId="828bfa26-2f31-4520-9267-9bb5f376eeab" providerId="ADAL" clId="{F8418092-08C3-4E53-BBB9-99845DC2C8E1}" dt="2025-12-09T18:38:15.480" v="1283" actId="20577"/>
        <pc:sldMkLst>
          <pc:docMk/>
          <pc:sldMk cId="226234669" sldId="350"/>
        </pc:sldMkLst>
        <pc:spChg chg="mod ord">
          <ac:chgData name="Jain, Arjav" userId="828bfa26-2f31-4520-9267-9bb5f376eeab" providerId="ADAL" clId="{F8418092-08C3-4E53-BBB9-99845DC2C8E1}" dt="2025-12-09T18:35:22.095" v="1243" actId="700"/>
          <ac:spMkLst>
            <pc:docMk/>
            <pc:sldMk cId="226234669" sldId="350"/>
            <ac:spMk id="2" creationId="{E4E68721-72A1-80DA-6E11-78E260FBDE5B}"/>
          </ac:spMkLst>
        </pc:spChg>
        <pc:spChg chg="del mod ord">
          <ac:chgData name="Jain, Arjav" userId="828bfa26-2f31-4520-9267-9bb5f376eeab" providerId="ADAL" clId="{F8418092-08C3-4E53-BBB9-99845DC2C8E1}" dt="2025-12-09T18:35:22.095" v="1243" actId="700"/>
          <ac:spMkLst>
            <pc:docMk/>
            <pc:sldMk cId="226234669" sldId="350"/>
            <ac:spMk id="3" creationId="{B4843D06-1385-BE3C-F69A-B2A7C6D55ACF}"/>
          </ac:spMkLst>
        </pc:spChg>
        <pc:spChg chg="del">
          <ac:chgData name="Jain, Arjav" userId="828bfa26-2f31-4520-9267-9bb5f376eeab" providerId="ADAL" clId="{F8418092-08C3-4E53-BBB9-99845DC2C8E1}" dt="2025-12-09T18:35:22.095" v="1243" actId="700"/>
          <ac:spMkLst>
            <pc:docMk/>
            <pc:sldMk cId="226234669" sldId="350"/>
            <ac:spMk id="4" creationId="{C41A61FC-3A6B-03B0-DFB5-A786985E79CC}"/>
          </ac:spMkLst>
        </pc:spChg>
        <pc:spChg chg="mod ord">
          <ac:chgData name="Jain, Arjav" userId="828bfa26-2f31-4520-9267-9bb5f376eeab" providerId="ADAL" clId="{F8418092-08C3-4E53-BBB9-99845DC2C8E1}" dt="2025-12-09T18:35:22.095" v="1243" actId="700"/>
          <ac:spMkLst>
            <pc:docMk/>
            <pc:sldMk cId="226234669" sldId="350"/>
            <ac:spMk id="5" creationId="{B704873C-F321-B445-EB6C-D6440711F8BB}"/>
          </ac:spMkLst>
        </pc:spChg>
        <pc:spChg chg="add mod ord">
          <ac:chgData name="Jain, Arjav" userId="828bfa26-2f31-4520-9267-9bb5f376eeab" providerId="ADAL" clId="{F8418092-08C3-4E53-BBB9-99845DC2C8E1}" dt="2025-12-09T18:38:15.480" v="1283" actId="20577"/>
          <ac:spMkLst>
            <pc:docMk/>
            <pc:sldMk cId="226234669" sldId="350"/>
            <ac:spMk id="6" creationId="{BCBC194C-8D94-1602-82F3-0A3DD4BF23DC}"/>
          </ac:spMkLst>
        </pc:spChg>
      </pc:sldChg>
      <pc:sldChg chg="del">
        <pc:chgData name="Jain, Arjav" userId="828bfa26-2f31-4520-9267-9bb5f376eeab" providerId="ADAL" clId="{F8418092-08C3-4E53-BBB9-99845DC2C8E1}" dt="2025-12-09T18:27:57.608" v="736" actId="47"/>
        <pc:sldMkLst>
          <pc:docMk/>
          <pc:sldMk cId="1612614525" sldId="351"/>
        </pc:sldMkLst>
      </pc:sldChg>
      <pc:sldChg chg="del">
        <pc:chgData name="Jain, Arjav" userId="828bfa26-2f31-4520-9267-9bb5f376eeab" providerId="ADAL" clId="{F8418092-08C3-4E53-BBB9-99845DC2C8E1}" dt="2025-12-09T18:27:57.608" v="736" actId="47"/>
        <pc:sldMkLst>
          <pc:docMk/>
          <pc:sldMk cId="3197434027" sldId="352"/>
        </pc:sldMkLst>
      </pc:sldChg>
      <pc:sldChg chg="del">
        <pc:chgData name="Jain, Arjav" userId="828bfa26-2f31-4520-9267-9bb5f376eeab" providerId="ADAL" clId="{F8418092-08C3-4E53-BBB9-99845DC2C8E1}" dt="2025-12-09T18:34:00.278" v="1134" actId="47"/>
        <pc:sldMkLst>
          <pc:docMk/>
          <pc:sldMk cId="519110293" sldId="353"/>
        </pc:sldMkLst>
      </pc:sldChg>
      <pc:sldChg chg="del">
        <pc:chgData name="Jain, Arjav" userId="828bfa26-2f31-4520-9267-9bb5f376eeab" providerId="ADAL" clId="{F8418092-08C3-4E53-BBB9-99845DC2C8E1}" dt="2025-12-09T18:28:06.575" v="738" actId="47"/>
        <pc:sldMkLst>
          <pc:docMk/>
          <pc:sldMk cId="905048880" sldId="354"/>
        </pc:sldMkLst>
      </pc:sldChg>
      <pc:sldChg chg="addSp delSp modSp del mod modClrScheme chgLayout">
        <pc:chgData name="Jain, Arjav" userId="828bfa26-2f31-4520-9267-9bb5f376eeab" providerId="ADAL" clId="{F8418092-08C3-4E53-BBB9-99845DC2C8E1}" dt="2025-12-09T18:35:52.343" v="1250" actId="47"/>
        <pc:sldMkLst>
          <pc:docMk/>
          <pc:sldMk cId="3393201788" sldId="355"/>
        </pc:sldMkLst>
      </pc:sldChg>
      <pc:sldChg chg="del">
        <pc:chgData name="Jain, Arjav" userId="828bfa26-2f31-4520-9267-9bb5f376eeab" providerId="ADAL" clId="{F8418092-08C3-4E53-BBB9-99845DC2C8E1}" dt="2025-12-09T18:35:52.343" v="1250" actId="47"/>
        <pc:sldMkLst>
          <pc:docMk/>
          <pc:sldMk cId="1668986876" sldId="356"/>
        </pc:sldMkLst>
      </pc:sldChg>
      <pc:sldChg chg="del">
        <pc:chgData name="Jain, Arjav" userId="828bfa26-2f31-4520-9267-9bb5f376eeab" providerId="ADAL" clId="{F8418092-08C3-4E53-BBB9-99845DC2C8E1}" dt="2025-12-09T18:35:52.343" v="1250" actId="47"/>
        <pc:sldMkLst>
          <pc:docMk/>
          <pc:sldMk cId="2170092855" sldId="357"/>
        </pc:sldMkLst>
      </pc:sldChg>
      <pc:sldChg chg="del">
        <pc:chgData name="Jain, Arjav" userId="828bfa26-2f31-4520-9267-9bb5f376eeab" providerId="ADAL" clId="{F8418092-08C3-4E53-BBB9-99845DC2C8E1}" dt="2025-12-09T18:35:52.343" v="1250" actId="47"/>
        <pc:sldMkLst>
          <pc:docMk/>
          <pc:sldMk cId="2575961454" sldId="358"/>
        </pc:sldMkLst>
      </pc:sldChg>
      <pc:sldChg chg="del">
        <pc:chgData name="Jain, Arjav" userId="828bfa26-2f31-4520-9267-9bb5f376eeab" providerId="ADAL" clId="{F8418092-08C3-4E53-BBB9-99845DC2C8E1}" dt="2025-12-09T18:35:52.343" v="1250" actId="47"/>
        <pc:sldMkLst>
          <pc:docMk/>
          <pc:sldMk cId="3512276271" sldId="359"/>
        </pc:sldMkLst>
      </pc:sldChg>
      <pc:sldChg chg="del">
        <pc:chgData name="Jain, Arjav" userId="828bfa26-2f31-4520-9267-9bb5f376eeab" providerId="ADAL" clId="{F8418092-08C3-4E53-BBB9-99845DC2C8E1}" dt="2025-12-09T18:35:52.343" v="1250" actId="47"/>
        <pc:sldMkLst>
          <pc:docMk/>
          <pc:sldMk cId="3995800485" sldId="360"/>
        </pc:sldMkLst>
      </pc:sldChg>
      <pc:sldChg chg="del">
        <pc:chgData name="Jain, Arjav" userId="828bfa26-2f31-4520-9267-9bb5f376eeab" providerId="ADAL" clId="{F8418092-08C3-4E53-BBB9-99845DC2C8E1}" dt="2025-12-09T18:35:52.343" v="1250" actId="47"/>
        <pc:sldMkLst>
          <pc:docMk/>
          <pc:sldMk cId="3759842038" sldId="361"/>
        </pc:sldMkLst>
      </pc:sldChg>
      <pc:sldChg chg="del">
        <pc:chgData name="Jain, Arjav" userId="828bfa26-2f31-4520-9267-9bb5f376eeab" providerId="ADAL" clId="{F8418092-08C3-4E53-BBB9-99845DC2C8E1}" dt="2025-12-09T18:35:52.343" v="1250" actId="47"/>
        <pc:sldMkLst>
          <pc:docMk/>
          <pc:sldMk cId="3617652343" sldId="362"/>
        </pc:sldMkLst>
      </pc:sldChg>
      <pc:sldChg chg="del">
        <pc:chgData name="Jain, Arjav" userId="828bfa26-2f31-4520-9267-9bb5f376eeab" providerId="ADAL" clId="{F8418092-08C3-4E53-BBB9-99845DC2C8E1}" dt="2025-12-09T18:35:52.343" v="1250" actId="47"/>
        <pc:sldMkLst>
          <pc:docMk/>
          <pc:sldMk cId="1291710761" sldId="363"/>
        </pc:sldMkLst>
      </pc:sldChg>
      <pc:sldChg chg="del">
        <pc:chgData name="Jain, Arjav" userId="828bfa26-2f31-4520-9267-9bb5f376eeab" providerId="ADAL" clId="{F8418092-08C3-4E53-BBB9-99845DC2C8E1}" dt="2025-12-09T18:35:52.343" v="1250" actId="47"/>
        <pc:sldMkLst>
          <pc:docMk/>
          <pc:sldMk cId="872675097" sldId="364"/>
        </pc:sldMkLst>
      </pc:sldChg>
      <pc:sldChg chg="del">
        <pc:chgData name="Jain, Arjav" userId="828bfa26-2f31-4520-9267-9bb5f376eeab" providerId="ADAL" clId="{F8418092-08C3-4E53-BBB9-99845DC2C8E1}" dt="2025-12-09T18:35:52.343" v="1250" actId="47"/>
        <pc:sldMkLst>
          <pc:docMk/>
          <pc:sldMk cId="3618002385" sldId="365"/>
        </pc:sldMkLst>
      </pc:sldChg>
      <pc:sldChg chg="del">
        <pc:chgData name="Jain, Arjav" userId="828bfa26-2f31-4520-9267-9bb5f376eeab" providerId="ADAL" clId="{F8418092-08C3-4E53-BBB9-99845DC2C8E1}" dt="2025-12-09T18:27:47.928" v="734" actId="47"/>
        <pc:sldMkLst>
          <pc:docMk/>
          <pc:sldMk cId="626001484" sldId="366"/>
        </pc:sldMkLst>
      </pc:sldChg>
      <pc:sldChg chg="addSp delSp modSp add del mod modClrScheme chgLayout">
        <pc:chgData name="Jain, Arjav" userId="828bfa26-2f31-4520-9267-9bb5f376eeab" providerId="ADAL" clId="{F8418092-08C3-4E53-BBB9-99845DC2C8E1}" dt="2025-12-09T18:38:24.355" v="1285" actId="20577"/>
        <pc:sldMkLst>
          <pc:docMk/>
          <pc:sldMk cId="2947032256" sldId="366"/>
        </pc:sldMkLst>
        <pc:spChg chg="mod ord">
          <ac:chgData name="Jain, Arjav" userId="828bfa26-2f31-4520-9267-9bb5f376eeab" providerId="ADAL" clId="{F8418092-08C3-4E53-BBB9-99845DC2C8E1}" dt="2025-12-09T18:35:27.320" v="1244" actId="700"/>
          <ac:spMkLst>
            <pc:docMk/>
            <pc:sldMk cId="2947032256" sldId="366"/>
            <ac:spMk id="2" creationId="{A643A287-AEAE-8598-8536-6F74949CACEA}"/>
          </ac:spMkLst>
        </pc:spChg>
        <pc:spChg chg="del mod ord">
          <ac:chgData name="Jain, Arjav" userId="828bfa26-2f31-4520-9267-9bb5f376eeab" providerId="ADAL" clId="{F8418092-08C3-4E53-BBB9-99845DC2C8E1}" dt="2025-12-09T18:32:24.144" v="1063" actId="700"/>
          <ac:spMkLst>
            <pc:docMk/>
            <pc:sldMk cId="2947032256" sldId="366"/>
            <ac:spMk id="3" creationId="{B692595E-C01A-3193-FD8C-537EBDBF79E2}"/>
          </ac:spMkLst>
        </pc:spChg>
        <pc:spChg chg="del mod ord">
          <ac:chgData name="Jain, Arjav" userId="828bfa26-2f31-4520-9267-9bb5f376eeab" providerId="ADAL" clId="{F8418092-08C3-4E53-BBB9-99845DC2C8E1}" dt="2025-12-09T18:32:24.144" v="1063" actId="700"/>
          <ac:spMkLst>
            <pc:docMk/>
            <pc:sldMk cId="2947032256" sldId="366"/>
            <ac:spMk id="4" creationId="{DACDFEE0-D5B5-D3BB-5E7B-8F1372546A3D}"/>
          </ac:spMkLst>
        </pc:spChg>
        <pc:spChg chg="mod ord">
          <ac:chgData name="Jain, Arjav" userId="828bfa26-2f31-4520-9267-9bb5f376eeab" providerId="ADAL" clId="{F8418092-08C3-4E53-BBB9-99845DC2C8E1}" dt="2025-12-09T18:35:27.320" v="1244" actId="700"/>
          <ac:spMkLst>
            <pc:docMk/>
            <pc:sldMk cId="2947032256" sldId="366"/>
            <ac:spMk id="5" creationId="{0D147321-483D-BF94-1AC5-14D8E69C33B7}"/>
          </ac:spMkLst>
        </pc:spChg>
        <pc:spChg chg="add del mod ord">
          <ac:chgData name="Jain, Arjav" userId="828bfa26-2f31-4520-9267-9bb5f376eeab" providerId="ADAL" clId="{F8418092-08C3-4E53-BBB9-99845DC2C8E1}" dt="2025-12-09T18:35:27.320" v="1244" actId="700"/>
          <ac:spMkLst>
            <pc:docMk/>
            <pc:sldMk cId="2947032256" sldId="366"/>
            <ac:spMk id="6" creationId="{83E10891-D6BF-3899-C0F9-26879C38CED7}"/>
          </ac:spMkLst>
        </pc:spChg>
        <pc:spChg chg="add del mod ord">
          <ac:chgData name="Jain, Arjav" userId="828bfa26-2f31-4520-9267-9bb5f376eeab" providerId="ADAL" clId="{F8418092-08C3-4E53-BBB9-99845DC2C8E1}" dt="2025-12-09T18:35:27.320" v="1244" actId="700"/>
          <ac:spMkLst>
            <pc:docMk/>
            <pc:sldMk cId="2947032256" sldId="366"/>
            <ac:spMk id="7" creationId="{95EE9D1F-AF46-97D5-A162-A2D332BCD05F}"/>
          </ac:spMkLst>
        </pc:spChg>
        <pc:spChg chg="add mod ord">
          <ac:chgData name="Jain, Arjav" userId="828bfa26-2f31-4520-9267-9bb5f376eeab" providerId="ADAL" clId="{F8418092-08C3-4E53-BBB9-99845DC2C8E1}" dt="2025-12-09T18:38:24.355" v="1285" actId="20577"/>
          <ac:spMkLst>
            <pc:docMk/>
            <pc:sldMk cId="2947032256" sldId="366"/>
            <ac:spMk id="8" creationId="{376D382F-AAF9-D4DA-1DC7-C7FCDA226782}"/>
          </ac:spMkLst>
        </pc:spChg>
      </pc:sldChg>
      <pc:sldChg chg="addSp delSp modSp add mod modClrScheme chgLayout">
        <pc:chgData name="Jain, Arjav" userId="828bfa26-2f31-4520-9267-9bb5f376eeab" providerId="ADAL" clId="{F8418092-08C3-4E53-BBB9-99845DC2C8E1}" dt="2025-12-09T18:38:27.794" v="1287" actId="20577"/>
        <pc:sldMkLst>
          <pc:docMk/>
          <pc:sldMk cId="1507103243" sldId="367"/>
        </pc:sldMkLst>
        <pc:spChg chg="mod ord">
          <ac:chgData name="Jain, Arjav" userId="828bfa26-2f31-4520-9267-9bb5f376eeab" providerId="ADAL" clId="{F8418092-08C3-4E53-BBB9-99845DC2C8E1}" dt="2025-12-09T18:35:30.889" v="1245" actId="700"/>
          <ac:spMkLst>
            <pc:docMk/>
            <pc:sldMk cId="1507103243" sldId="367"/>
            <ac:spMk id="2" creationId="{ABF9E056-8FF2-C2D7-0B75-5B123DE9C19D}"/>
          </ac:spMkLst>
        </pc:spChg>
        <pc:spChg chg="del mod ord">
          <ac:chgData name="Jain, Arjav" userId="828bfa26-2f31-4520-9267-9bb5f376eeab" providerId="ADAL" clId="{F8418092-08C3-4E53-BBB9-99845DC2C8E1}" dt="2025-12-09T18:35:30.889" v="1245" actId="700"/>
          <ac:spMkLst>
            <pc:docMk/>
            <pc:sldMk cId="1507103243" sldId="367"/>
            <ac:spMk id="3" creationId="{87C67034-E41F-0991-F215-9872C1F361A7}"/>
          </ac:spMkLst>
        </pc:spChg>
        <pc:spChg chg="del">
          <ac:chgData name="Jain, Arjav" userId="828bfa26-2f31-4520-9267-9bb5f376eeab" providerId="ADAL" clId="{F8418092-08C3-4E53-BBB9-99845DC2C8E1}" dt="2025-12-09T18:35:30.889" v="1245" actId="700"/>
          <ac:spMkLst>
            <pc:docMk/>
            <pc:sldMk cId="1507103243" sldId="367"/>
            <ac:spMk id="4" creationId="{0564A62A-F370-2FD8-BBA9-C003B7399591}"/>
          </ac:spMkLst>
        </pc:spChg>
        <pc:spChg chg="mod ord">
          <ac:chgData name="Jain, Arjav" userId="828bfa26-2f31-4520-9267-9bb5f376eeab" providerId="ADAL" clId="{F8418092-08C3-4E53-BBB9-99845DC2C8E1}" dt="2025-12-09T18:35:30.889" v="1245" actId="700"/>
          <ac:spMkLst>
            <pc:docMk/>
            <pc:sldMk cId="1507103243" sldId="367"/>
            <ac:spMk id="5" creationId="{942F3FFA-BB72-C20B-A63E-F13872FDDF75}"/>
          </ac:spMkLst>
        </pc:spChg>
        <pc:spChg chg="add mod ord">
          <ac:chgData name="Jain, Arjav" userId="828bfa26-2f31-4520-9267-9bb5f376eeab" providerId="ADAL" clId="{F8418092-08C3-4E53-BBB9-99845DC2C8E1}" dt="2025-12-09T18:38:27.794" v="1287" actId="20577"/>
          <ac:spMkLst>
            <pc:docMk/>
            <pc:sldMk cId="1507103243" sldId="367"/>
            <ac:spMk id="6" creationId="{857A766C-9102-6688-7159-93111594ECA3}"/>
          </ac:spMkLst>
        </pc:spChg>
      </pc:sldChg>
      <pc:sldChg chg="addSp delSp modSp add mod modClrScheme chgLayout">
        <pc:chgData name="Jain, Arjav" userId="828bfa26-2f31-4520-9267-9bb5f376eeab" providerId="ADAL" clId="{F8418092-08C3-4E53-BBB9-99845DC2C8E1}" dt="2025-12-09T18:38:30.672" v="1289" actId="20577"/>
        <pc:sldMkLst>
          <pc:docMk/>
          <pc:sldMk cId="3161688786" sldId="368"/>
        </pc:sldMkLst>
        <pc:spChg chg="mod ord">
          <ac:chgData name="Jain, Arjav" userId="828bfa26-2f31-4520-9267-9bb5f376eeab" providerId="ADAL" clId="{F8418092-08C3-4E53-BBB9-99845DC2C8E1}" dt="2025-12-09T18:35:34.242" v="1246" actId="700"/>
          <ac:spMkLst>
            <pc:docMk/>
            <pc:sldMk cId="3161688786" sldId="368"/>
            <ac:spMk id="2" creationId="{3CDDA66A-CEF1-6FA3-B609-C4CC416F7C60}"/>
          </ac:spMkLst>
        </pc:spChg>
        <pc:spChg chg="del mod ord">
          <ac:chgData name="Jain, Arjav" userId="828bfa26-2f31-4520-9267-9bb5f376eeab" providerId="ADAL" clId="{F8418092-08C3-4E53-BBB9-99845DC2C8E1}" dt="2025-12-09T18:32:30.520" v="1064" actId="700"/>
          <ac:spMkLst>
            <pc:docMk/>
            <pc:sldMk cId="3161688786" sldId="368"/>
            <ac:spMk id="3" creationId="{565ABC98-69CE-43A6-02BE-3B6A5994ABB6}"/>
          </ac:spMkLst>
        </pc:spChg>
        <pc:spChg chg="del mod ord">
          <ac:chgData name="Jain, Arjav" userId="828bfa26-2f31-4520-9267-9bb5f376eeab" providerId="ADAL" clId="{F8418092-08C3-4E53-BBB9-99845DC2C8E1}" dt="2025-12-09T18:32:30.520" v="1064" actId="700"/>
          <ac:spMkLst>
            <pc:docMk/>
            <pc:sldMk cId="3161688786" sldId="368"/>
            <ac:spMk id="4" creationId="{2FA1C167-1ADF-0FC9-D16E-5D832CDA1257}"/>
          </ac:spMkLst>
        </pc:spChg>
        <pc:spChg chg="mod ord">
          <ac:chgData name="Jain, Arjav" userId="828bfa26-2f31-4520-9267-9bb5f376eeab" providerId="ADAL" clId="{F8418092-08C3-4E53-BBB9-99845DC2C8E1}" dt="2025-12-09T18:35:34.242" v="1246" actId="700"/>
          <ac:spMkLst>
            <pc:docMk/>
            <pc:sldMk cId="3161688786" sldId="368"/>
            <ac:spMk id="5" creationId="{9D159561-205C-263E-B248-E5243A689055}"/>
          </ac:spMkLst>
        </pc:spChg>
        <pc:spChg chg="add del mod ord">
          <ac:chgData name="Jain, Arjav" userId="828bfa26-2f31-4520-9267-9bb5f376eeab" providerId="ADAL" clId="{F8418092-08C3-4E53-BBB9-99845DC2C8E1}" dt="2025-12-09T18:35:34.242" v="1246" actId="700"/>
          <ac:spMkLst>
            <pc:docMk/>
            <pc:sldMk cId="3161688786" sldId="368"/>
            <ac:spMk id="6" creationId="{085AA93F-3AFA-5C7B-0B30-64E350D1D387}"/>
          </ac:spMkLst>
        </pc:spChg>
        <pc:spChg chg="add del mod ord">
          <ac:chgData name="Jain, Arjav" userId="828bfa26-2f31-4520-9267-9bb5f376eeab" providerId="ADAL" clId="{F8418092-08C3-4E53-BBB9-99845DC2C8E1}" dt="2025-12-09T18:35:34.242" v="1246" actId="700"/>
          <ac:spMkLst>
            <pc:docMk/>
            <pc:sldMk cId="3161688786" sldId="368"/>
            <ac:spMk id="7" creationId="{B7D12395-F7C4-2DA1-D1CD-63BE1810CFC8}"/>
          </ac:spMkLst>
        </pc:spChg>
        <pc:spChg chg="add mod ord">
          <ac:chgData name="Jain, Arjav" userId="828bfa26-2f31-4520-9267-9bb5f376eeab" providerId="ADAL" clId="{F8418092-08C3-4E53-BBB9-99845DC2C8E1}" dt="2025-12-09T18:38:30.672" v="1289" actId="20577"/>
          <ac:spMkLst>
            <pc:docMk/>
            <pc:sldMk cId="3161688786" sldId="368"/>
            <ac:spMk id="8" creationId="{ECB0C6D3-B14F-DBB4-8E75-6F7340A23F72}"/>
          </ac:spMkLst>
        </pc:spChg>
      </pc:sldChg>
      <pc:sldChg chg="addSp delSp modSp add mod ord modClrScheme chgLayout">
        <pc:chgData name="Jain, Arjav" userId="828bfa26-2f31-4520-9267-9bb5f376eeab" providerId="ADAL" clId="{F8418092-08C3-4E53-BBB9-99845DC2C8E1}" dt="2025-12-09T18:38:36.514" v="1291" actId="20577"/>
        <pc:sldMkLst>
          <pc:docMk/>
          <pc:sldMk cId="1294298131" sldId="369"/>
        </pc:sldMkLst>
        <pc:spChg chg="mod ord">
          <ac:chgData name="Jain, Arjav" userId="828bfa26-2f31-4520-9267-9bb5f376eeab" providerId="ADAL" clId="{F8418092-08C3-4E53-BBB9-99845DC2C8E1}" dt="2025-12-09T18:35:38.063" v="1247" actId="700"/>
          <ac:spMkLst>
            <pc:docMk/>
            <pc:sldMk cId="1294298131" sldId="369"/>
            <ac:spMk id="2" creationId="{D12659BF-F463-8FFF-BF34-ABA4B4242CFA}"/>
          </ac:spMkLst>
        </pc:spChg>
        <pc:spChg chg="del mod ord">
          <ac:chgData name="Jain, Arjav" userId="828bfa26-2f31-4520-9267-9bb5f376eeab" providerId="ADAL" clId="{F8418092-08C3-4E53-BBB9-99845DC2C8E1}" dt="2025-12-09T18:35:38.063" v="1247" actId="700"/>
          <ac:spMkLst>
            <pc:docMk/>
            <pc:sldMk cId="1294298131" sldId="369"/>
            <ac:spMk id="3" creationId="{245E6CFE-6E6A-9B44-DC08-51F6E6ECDE89}"/>
          </ac:spMkLst>
        </pc:spChg>
        <pc:spChg chg="del">
          <ac:chgData name="Jain, Arjav" userId="828bfa26-2f31-4520-9267-9bb5f376eeab" providerId="ADAL" clId="{F8418092-08C3-4E53-BBB9-99845DC2C8E1}" dt="2025-12-09T18:35:38.063" v="1247" actId="700"/>
          <ac:spMkLst>
            <pc:docMk/>
            <pc:sldMk cId="1294298131" sldId="369"/>
            <ac:spMk id="4" creationId="{ACF2ED37-9189-AFFB-A271-5AD483CE8AD9}"/>
          </ac:spMkLst>
        </pc:spChg>
        <pc:spChg chg="mod ord">
          <ac:chgData name="Jain, Arjav" userId="828bfa26-2f31-4520-9267-9bb5f376eeab" providerId="ADAL" clId="{F8418092-08C3-4E53-BBB9-99845DC2C8E1}" dt="2025-12-09T18:35:38.063" v="1247" actId="700"/>
          <ac:spMkLst>
            <pc:docMk/>
            <pc:sldMk cId="1294298131" sldId="369"/>
            <ac:spMk id="5" creationId="{289FAFD2-AD0D-C066-9566-0D34B31B0011}"/>
          </ac:spMkLst>
        </pc:spChg>
        <pc:spChg chg="add mod ord">
          <ac:chgData name="Jain, Arjav" userId="828bfa26-2f31-4520-9267-9bb5f376eeab" providerId="ADAL" clId="{F8418092-08C3-4E53-BBB9-99845DC2C8E1}" dt="2025-12-09T18:38:36.514" v="1291" actId="20577"/>
          <ac:spMkLst>
            <pc:docMk/>
            <pc:sldMk cId="1294298131" sldId="369"/>
            <ac:spMk id="6" creationId="{4DBCDCC6-9EB4-DB5B-801C-162A85FD44B0}"/>
          </ac:spMkLst>
        </pc:spChg>
      </pc:sldChg>
      <pc:sldChg chg="addSp delSp modSp add mod ord modClrScheme chgLayout">
        <pc:chgData name="Jain, Arjav" userId="828bfa26-2f31-4520-9267-9bb5f376eeab" providerId="ADAL" clId="{F8418092-08C3-4E53-BBB9-99845DC2C8E1}" dt="2025-12-09T18:38:39.268" v="1293" actId="20577"/>
        <pc:sldMkLst>
          <pc:docMk/>
          <pc:sldMk cId="1642164207" sldId="370"/>
        </pc:sldMkLst>
        <pc:spChg chg="mod ord">
          <ac:chgData name="Jain, Arjav" userId="828bfa26-2f31-4520-9267-9bb5f376eeab" providerId="ADAL" clId="{F8418092-08C3-4E53-BBB9-99845DC2C8E1}" dt="2025-12-09T18:35:40.935" v="1248" actId="700"/>
          <ac:spMkLst>
            <pc:docMk/>
            <pc:sldMk cId="1642164207" sldId="370"/>
            <ac:spMk id="2" creationId="{111AE574-1F22-9C30-5363-51D0BB45C02D}"/>
          </ac:spMkLst>
        </pc:spChg>
        <pc:spChg chg="add mod ord">
          <ac:chgData name="Jain, Arjav" userId="828bfa26-2f31-4520-9267-9bb5f376eeab" providerId="ADAL" clId="{F8418092-08C3-4E53-BBB9-99845DC2C8E1}" dt="2025-12-09T18:38:39.268" v="1293" actId="20577"/>
          <ac:spMkLst>
            <pc:docMk/>
            <pc:sldMk cId="1642164207" sldId="370"/>
            <ac:spMk id="3" creationId="{1A2E99C8-F0E8-3032-6CE8-307DF73447FD}"/>
          </ac:spMkLst>
        </pc:spChg>
        <pc:spChg chg="mod ord">
          <ac:chgData name="Jain, Arjav" userId="828bfa26-2f31-4520-9267-9bb5f376eeab" providerId="ADAL" clId="{F8418092-08C3-4E53-BBB9-99845DC2C8E1}" dt="2025-12-09T18:35:40.935" v="1248" actId="700"/>
          <ac:spMkLst>
            <pc:docMk/>
            <pc:sldMk cId="1642164207" sldId="370"/>
            <ac:spMk id="5" creationId="{D7D6CD3E-7C67-A14D-B60A-ADBCD13C976C}"/>
          </ac:spMkLst>
        </pc:spChg>
        <pc:spChg chg="del mod ord">
          <ac:chgData name="Jain, Arjav" userId="828bfa26-2f31-4520-9267-9bb5f376eeab" providerId="ADAL" clId="{F8418092-08C3-4E53-BBB9-99845DC2C8E1}" dt="2025-12-09T18:35:40.935" v="1248" actId="700"/>
          <ac:spMkLst>
            <pc:docMk/>
            <pc:sldMk cId="1642164207" sldId="370"/>
            <ac:spMk id="6" creationId="{CCF5B578-C38D-F940-D08E-561854148593}"/>
          </ac:spMkLst>
        </pc:spChg>
        <pc:spChg chg="del">
          <ac:chgData name="Jain, Arjav" userId="828bfa26-2f31-4520-9267-9bb5f376eeab" providerId="ADAL" clId="{F8418092-08C3-4E53-BBB9-99845DC2C8E1}" dt="2025-12-09T18:35:40.935" v="1248" actId="700"/>
          <ac:spMkLst>
            <pc:docMk/>
            <pc:sldMk cId="1642164207" sldId="370"/>
            <ac:spMk id="7" creationId="{A8B2A2D6-1B37-2FB6-7A61-4E036454301C}"/>
          </ac:spMkLst>
        </pc:spChg>
      </pc:sldChg>
      <pc:sldChg chg="addSp delSp modSp add mod ord modClrScheme chgLayout">
        <pc:chgData name="Jain, Arjav" userId="828bfa26-2f31-4520-9267-9bb5f376eeab" providerId="ADAL" clId="{F8418092-08C3-4E53-BBB9-99845DC2C8E1}" dt="2025-12-09T18:38:42.811" v="1295" actId="20577"/>
        <pc:sldMkLst>
          <pc:docMk/>
          <pc:sldMk cId="1388559511" sldId="371"/>
        </pc:sldMkLst>
        <pc:spChg chg="mod ord">
          <ac:chgData name="Jain, Arjav" userId="828bfa26-2f31-4520-9267-9bb5f376eeab" providerId="ADAL" clId="{F8418092-08C3-4E53-BBB9-99845DC2C8E1}" dt="2025-12-09T18:35:44.873" v="1249" actId="700"/>
          <ac:spMkLst>
            <pc:docMk/>
            <pc:sldMk cId="1388559511" sldId="371"/>
            <ac:spMk id="2" creationId="{46BCFFF3-CA37-852B-51AD-0202EF64EE04}"/>
          </ac:spMkLst>
        </pc:spChg>
        <pc:spChg chg="add del mod ord">
          <ac:chgData name="Jain, Arjav" userId="828bfa26-2f31-4520-9267-9bb5f376eeab" providerId="ADAL" clId="{F8418092-08C3-4E53-BBB9-99845DC2C8E1}" dt="2025-12-09T18:35:44.873" v="1249" actId="700"/>
          <ac:spMkLst>
            <pc:docMk/>
            <pc:sldMk cId="1388559511" sldId="371"/>
            <ac:spMk id="3" creationId="{9642E284-62B3-82CE-1091-229350A123DF}"/>
          </ac:spMkLst>
        </pc:spChg>
        <pc:spChg chg="add del mod ord">
          <ac:chgData name="Jain, Arjav" userId="828bfa26-2f31-4520-9267-9bb5f376eeab" providerId="ADAL" clId="{F8418092-08C3-4E53-BBB9-99845DC2C8E1}" dt="2025-12-09T18:35:44.873" v="1249" actId="700"/>
          <ac:spMkLst>
            <pc:docMk/>
            <pc:sldMk cId="1388559511" sldId="371"/>
            <ac:spMk id="4" creationId="{1C83E0D6-6E00-8CC3-4380-183C39970455}"/>
          </ac:spMkLst>
        </pc:spChg>
        <pc:spChg chg="mod ord">
          <ac:chgData name="Jain, Arjav" userId="828bfa26-2f31-4520-9267-9bb5f376eeab" providerId="ADAL" clId="{F8418092-08C3-4E53-BBB9-99845DC2C8E1}" dt="2025-12-09T18:35:44.873" v="1249" actId="700"/>
          <ac:spMkLst>
            <pc:docMk/>
            <pc:sldMk cId="1388559511" sldId="371"/>
            <ac:spMk id="5" creationId="{CE759C41-DE04-88BE-8F0D-C32B37BD0241}"/>
          </ac:spMkLst>
        </pc:spChg>
        <pc:spChg chg="add del mod ord">
          <ac:chgData name="Jain, Arjav" userId="828bfa26-2f31-4520-9267-9bb5f376eeab" providerId="ADAL" clId="{F8418092-08C3-4E53-BBB9-99845DC2C8E1}" dt="2025-12-09T18:33:54.368" v="1133" actId="700"/>
          <ac:spMkLst>
            <pc:docMk/>
            <pc:sldMk cId="1388559511" sldId="371"/>
            <ac:spMk id="6" creationId="{6A685E25-235C-0DF0-318D-4317D8E9F092}"/>
          </ac:spMkLst>
        </pc:spChg>
        <pc:spChg chg="add del mod ord">
          <ac:chgData name="Jain, Arjav" userId="828bfa26-2f31-4520-9267-9bb5f376eeab" providerId="ADAL" clId="{F8418092-08C3-4E53-BBB9-99845DC2C8E1}" dt="2025-12-09T18:33:54.368" v="1133" actId="700"/>
          <ac:spMkLst>
            <pc:docMk/>
            <pc:sldMk cId="1388559511" sldId="371"/>
            <ac:spMk id="7" creationId="{57828535-F99B-5246-CDD0-003272805BAF}"/>
          </ac:spMkLst>
        </pc:spChg>
        <pc:spChg chg="add mod ord">
          <ac:chgData name="Jain, Arjav" userId="828bfa26-2f31-4520-9267-9bb5f376eeab" providerId="ADAL" clId="{F8418092-08C3-4E53-BBB9-99845DC2C8E1}" dt="2025-12-09T18:38:42.811" v="1295" actId="20577"/>
          <ac:spMkLst>
            <pc:docMk/>
            <pc:sldMk cId="1388559511" sldId="371"/>
            <ac:spMk id="8" creationId="{12DB330B-E4F2-56C6-BDC4-9AA0F0B74D84}"/>
          </ac:spMkLst>
        </pc:spChg>
      </pc:sldChg>
      <pc:sldChg chg="new del">
        <pc:chgData name="Jain, Arjav" userId="828bfa26-2f31-4520-9267-9bb5f376eeab" providerId="ADAL" clId="{F8418092-08C3-4E53-BBB9-99845DC2C8E1}" dt="2025-12-09T18:39:31.641" v="1301" actId="680"/>
        <pc:sldMkLst>
          <pc:docMk/>
          <pc:sldMk cId="2906831812" sldId="372"/>
        </pc:sldMkLst>
      </pc:sldChg>
      <pc:sldChg chg="addSp modSp new mod ord">
        <pc:chgData name="Jain, Arjav" userId="828bfa26-2f31-4520-9267-9bb5f376eeab" providerId="ADAL" clId="{F8418092-08C3-4E53-BBB9-99845DC2C8E1}" dt="2025-12-09T18:51:22.768" v="1489" actId="1076"/>
        <pc:sldMkLst>
          <pc:docMk/>
          <pc:sldMk cId="3736776149" sldId="372"/>
        </pc:sldMkLst>
        <pc:spChg chg="mod">
          <ac:chgData name="Jain, Arjav" userId="828bfa26-2f31-4520-9267-9bb5f376eeab" providerId="ADAL" clId="{F8418092-08C3-4E53-BBB9-99845DC2C8E1}" dt="2025-12-09T18:39:41.317" v="1316" actId="20577"/>
          <ac:spMkLst>
            <pc:docMk/>
            <pc:sldMk cId="3736776149" sldId="372"/>
            <ac:spMk id="2" creationId="{DD8CB2B4-5D1A-C767-5EF3-065318F9F652}"/>
          </ac:spMkLst>
        </pc:spChg>
        <pc:spChg chg="mod">
          <ac:chgData name="Jain, Arjav" userId="828bfa26-2f31-4520-9267-9bb5f376eeab" providerId="ADAL" clId="{F8418092-08C3-4E53-BBB9-99845DC2C8E1}" dt="2025-12-09T18:47:56.326" v="1471" actId="255"/>
          <ac:spMkLst>
            <pc:docMk/>
            <pc:sldMk cId="3736776149" sldId="372"/>
            <ac:spMk id="3" creationId="{A017F1C2-48EF-D014-106C-AABAA2D4FAE1}"/>
          </ac:spMkLst>
        </pc:spChg>
        <pc:spChg chg="mod">
          <ac:chgData name="Jain, Arjav" userId="828bfa26-2f31-4520-9267-9bb5f376eeab" providerId="ADAL" clId="{F8418092-08C3-4E53-BBB9-99845DC2C8E1}" dt="2025-12-09T18:39:44.372" v="1318" actId="20577"/>
          <ac:spMkLst>
            <pc:docMk/>
            <pc:sldMk cId="3736776149" sldId="372"/>
            <ac:spMk id="4" creationId="{8062AE83-C2AE-D22E-48B4-111DF12B7495}"/>
          </ac:spMkLst>
        </pc:spChg>
        <pc:picChg chg="add mod">
          <ac:chgData name="Jain, Arjav" userId="828bfa26-2f31-4520-9267-9bb5f376eeab" providerId="ADAL" clId="{F8418092-08C3-4E53-BBB9-99845DC2C8E1}" dt="2025-12-09T18:46:04.009" v="1377" actId="1076"/>
          <ac:picMkLst>
            <pc:docMk/>
            <pc:sldMk cId="3736776149" sldId="372"/>
            <ac:picMk id="6" creationId="{689D0E3D-BCD8-21C4-30E5-9CACD0AFCD0F}"/>
          </ac:picMkLst>
        </pc:picChg>
        <pc:picChg chg="add mod">
          <ac:chgData name="Jain, Arjav" userId="828bfa26-2f31-4520-9267-9bb5f376eeab" providerId="ADAL" clId="{F8418092-08C3-4E53-BBB9-99845DC2C8E1}" dt="2025-12-09T18:46:04.009" v="1377" actId="1076"/>
          <ac:picMkLst>
            <pc:docMk/>
            <pc:sldMk cId="3736776149" sldId="372"/>
            <ac:picMk id="7" creationId="{689D0E3D-BCD8-21C4-30E5-9CACD0AFCD0F}"/>
          </ac:picMkLst>
        </pc:picChg>
        <pc:picChg chg="add mod">
          <ac:chgData name="Jain, Arjav" userId="828bfa26-2f31-4520-9267-9bb5f376eeab" providerId="ADAL" clId="{F8418092-08C3-4E53-BBB9-99845DC2C8E1}" dt="2025-12-09T18:46:04.009" v="1377" actId="1076"/>
          <ac:picMkLst>
            <pc:docMk/>
            <pc:sldMk cId="3736776149" sldId="372"/>
            <ac:picMk id="8" creationId="{689D0E3D-BCD8-21C4-30E5-9CACD0AFCD0F}"/>
          </ac:picMkLst>
        </pc:picChg>
        <pc:picChg chg="add mod">
          <ac:chgData name="Jain, Arjav" userId="828bfa26-2f31-4520-9267-9bb5f376eeab" providerId="ADAL" clId="{F8418092-08C3-4E53-BBB9-99845DC2C8E1}" dt="2025-12-09T18:46:04.009" v="1377" actId="1076"/>
          <ac:picMkLst>
            <pc:docMk/>
            <pc:sldMk cId="3736776149" sldId="372"/>
            <ac:picMk id="9" creationId="{689D0E3D-BCD8-21C4-30E5-9CACD0AFCD0F}"/>
          </ac:picMkLst>
        </pc:picChg>
        <pc:picChg chg="add mod">
          <ac:chgData name="Jain, Arjav" userId="828bfa26-2f31-4520-9267-9bb5f376eeab" providerId="ADAL" clId="{F8418092-08C3-4E53-BBB9-99845DC2C8E1}" dt="2025-12-09T18:46:04.009" v="1377" actId="1076"/>
          <ac:picMkLst>
            <pc:docMk/>
            <pc:sldMk cId="3736776149" sldId="372"/>
            <ac:picMk id="10" creationId="{99A335D1-F99C-DF9C-C018-64F6FB0A14BE}"/>
          </ac:picMkLst>
        </pc:picChg>
        <pc:picChg chg="add mod">
          <ac:chgData name="Jain, Arjav" userId="828bfa26-2f31-4520-9267-9bb5f376eeab" providerId="ADAL" clId="{F8418092-08C3-4E53-BBB9-99845DC2C8E1}" dt="2025-12-09T18:51:22.768" v="1489" actId="1076"/>
          <ac:picMkLst>
            <pc:docMk/>
            <pc:sldMk cId="3736776149" sldId="372"/>
            <ac:picMk id="12" creationId="{FC9FE474-8029-2C56-20B5-D64D7E0095CD}"/>
          </ac:picMkLst>
        </pc:picChg>
      </pc:sldChg>
      <pc:sldChg chg="addSp delSp modSp add mod ord">
        <pc:chgData name="Jain, Arjav" userId="828bfa26-2f31-4520-9267-9bb5f376eeab" providerId="ADAL" clId="{F8418092-08C3-4E53-BBB9-99845DC2C8E1}" dt="2025-12-09T19:09:35.487" v="1907" actId="403"/>
        <pc:sldMkLst>
          <pc:docMk/>
          <pc:sldMk cId="74826147" sldId="373"/>
        </pc:sldMkLst>
        <pc:spChg chg="mod">
          <ac:chgData name="Jain, Arjav" userId="828bfa26-2f31-4520-9267-9bb5f376eeab" providerId="ADAL" clId="{F8418092-08C3-4E53-BBB9-99845DC2C8E1}" dt="2025-12-09T18:51:41.519" v="1520" actId="20577"/>
          <ac:spMkLst>
            <pc:docMk/>
            <pc:sldMk cId="74826147" sldId="373"/>
            <ac:spMk id="2" creationId="{124DA182-E8C2-97E3-7D02-966A5082CD36}"/>
          </ac:spMkLst>
        </pc:spChg>
        <pc:spChg chg="mod">
          <ac:chgData name="Jain, Arjav" userId="828bfa26-2f31-4520-9267-9bb5f376eeab" providerId="ADAL" clId="{F8418092-08C3-4E53-BBB9-99845DC2C8E1}" dt="2025-12-09T19:09:35.487" v="1907" actId="403"/>
          <ac:spMkLst>
            <pc:docMk/>
            <pc:sldMk cId="74826147" sldId="373"/>
            <ac:spMk id="3" creationId="{FECEAC50-7919-E823-F364-40420A05BC48}"/>
          </ac:spMkLst>
        </pc:spChg>
        <pc:picChg chg="del">
          <ac:chgData name="Jain, Arjav" userId="828bfa26-2f31-4520-9267-9bb5f376eeab" providerId="ADAL" clId="{F8418092-08C3-4E53-BBB9-99845DC2C8E1}" dt="2025-12-09T18:49:02.460" v="1480" actId="478"/>
          <ac:picMkLst>
            <pc:docMk/>
            <pc:sldMk cId="74826147" sldId="373"/>
            <ac:picMk id="6" creationId="{B4C37DB7-7175-E117-19BB-F57604F2484F}"/>
          </ac:picMkLst>
        </pc:picChg>
        <pc:picChg chg="del">
          <ac:chgData name="Jain, Arjav" userId="828bfa26-2f31-4520-9267-9bb5f376eeab" providerId="ADAL" clId="{F8418092-08C3-4E53-BBB9-99845DC2C8E1}" dt="2025-12-09T18:49:01.638" v="1479" actId="478"/>
          <ac:picMkLst>
            <pc:docMk/>
            <pc:sldMk cId="74826147" sldId="373"/>
            <ac:picMk id="7" creationId="{22EEAD53-2730-DC73-11E5-7605DC419A82}"/>
          </ac:picMkLst>
        </pc:picChg>
        <pc:picChg chg="del">
          <ac:chgData name="Jain, Arjav" userId="828bfa26-2f31-4520-9267-9bb5f376eeab" providerId="ADAL" clId="{F8418092-08C3-4E53-BBB9-99845DC2C8E1}" dt="2025-12-09T18:49:00.111" v="1478" actId="478"/>
          <ac:picMkLst>
            <pc:docMk/>
            <pc:sldMk cId="74826147" sldId="373"/>
            <ac:picMk id="8" creationId="{82DDA5A8-8A73-78AF-19C3-635616CC92A8}"/>
          </ac:picMkLst>
        </pc:picChg>
        <pc:picChg chg="del">
          <ac:chgData name="Jain, Arjav" userId="828bfa26-2f31-4520-9267-9bb5f376eeab" providerId="ADAL" clId="{F8418092-08C3-4E53-BBB9-99845DC2C8E1}" dt="2025-12-09T18:49:03.203" v="1481" actId="478"/>
          <ac:picMkLst>
            <pc:docMk/>
            <pc:sldMk cId="74826147" sldId="373"/>
            <ac:picMk id="9" creationId="{9633336D-2F4A-C948-834C-B86A2D7BAB01}"/>
          </ac:picMkLst>
        </pc:picChg>
        <pc:picChg chg="del">
          <ac:chgData name="Jain, Arjav" userId="828bfa26-2f31-4520-9267-9bb5f376eeab" providerId="ADAL" clId="{F8418092-08C3-4E53-BBB9-99845DC2C8E1}" dt="2025-12-09T18:49:04.838" v="1482" actId="478"/>
          <ac:picMkLst>
            <pc:docMk/>
            <pc:sldMk cId="74826147" sldId="373"/>
            <ac:picMk id="10" creationId="{5E5998DE-B017-13E5-4CCD-08AA3C386F68}"/>
          </ac:picMkLst>
        </pc:picChg>
        <pc:picChg chg="add mod">
          <ac:chgData name="Jain, Arjav" userId="828bfa26-2f31-4520-9267-9bb5f376eeab" providerId="ADAL" clId="{F8418092-08C3-4E53-BBB9-99845DC2C8E1}" dt="2025-12-09T19:02:13.627" v="1739" actId="1076"/>
          <ac:picMkLst>
            <pc:docMk/>
            <pc:sldMk cId="74826147" sldId="373"/>
            <ac:picMk id="12" creationId="{D08601C2-7203-702F-6C3E-E28834B3E73C}"/>
          </ac:picMkLst>
        </pc:picChg>
        <pc:picChg chg="add mod">
          <ac:chgData name="Jain, Arjav" userId="828bfa26-2f31-4520-9267-9bb5f376eeab" providerId="ADAL" clId="{F8418092-08C3-4E53-BBB9-99845DC2C8E1}" dt="2025-12-09T19:02:13.627" v="1739" actId="1076"/>
          <ac:picMkLst>
            <pc:docMk/>
            <pc:sldMk cId="74826147" sldId="373"/>
            <ac:picMk id="14" creationId="{1E98D3D0-59DA-3C99-25D8-A64676CE698D}"/>
          </ac:picMkLst>
        </pc:picChg>
        <pc:picChg chg="add mod">
          <ac:chgData name="Jain, Arjav" userId="828bfa26-2f31-4520-9267-9bb5f376eeab" providerId="ADAL" clId="{F8418092-08C3-4E53-BBB9-99845DC2C8E1}" dt="2025-12-09T19:01:41.387" v="1732" actId="1076"/>
          <ac:picMkLst>
            <pc:docMk/>
            <pc:sldMk cId="74826147" sldId="373"/>
            <ac:picMk id="16" creationId="{2EFAD92C-56AB-F095-01D5-0FF7721B31E3}"/>
          </ac:picMkLst>
        </pc:picChg>
        <pc:picChg chg="add mod ord">
          <ac:chgData name="Jain, Arjav" userId="828bfa26-2f31-4520-9267-9bb5f376eeab" providerId="ADAL" clId="{F8418092-08C3-4E53-BBB9-99845DC2C8E1}" dt="2025-12-09T19:01:41.387" v="1732" actId="1076"/>
          <ac:picMkLst>
            <pc:docMk/>
            <pc:sldMk cId="74826147" sldId="373"/>
            <ac:picMk id="18" creationId="{DD1E930C-6373-E693-6A87-836F06570BCE}"/>
          </ac:picMkLst>
        </pc:picChg>
      </pc:sldChg>
      <pc:sldChg chg="addSp delSp modSp add mod">
        <pc:chgData name="Jain, Arjav" userId="828bfa26-2f31-4520-9267-9bb5f376eeab" providerId="ADAL" clId="{F8418092-08C3-4E53-BBB9-99845DC2C8E1}" dt="2025-12-09T18:58:47.706" v="1710" actId="1076"/>
        <pc:sldMkLst>
          <pc:docMk/>
          <pc:sldMk cId="324371604" sldId="374"/>
        </pc:sldMkLst>
        <pc:spChg chg="mod">
          <ac:chgData name="Jain, Arjav" userId="828bfa26-2f31-4520-9267-9bb5f376eeab" providerId="ADAL" clId="{F8418092-08C3-4E53-BBB9-99845DC2C8E1}" dt="2025-12-09T18:58:38.340" v="1709" actId="20577"/>
          <ac:spMkLst>
            <pc:docMk/>
            <pc:sldMk cId="324371604" sldId="374"/>
            <ac:spMk id="3" creationId="{80A5D06C-11C6-9388-CC3B-ABC5DB9E392F}"/>
          </ac:spMkLst>
        </pc:spChg>
        <pc:spChg chg="add mod">
          <ac:chgData name="Jain, Arjav" userId="828bfa26-2f31-4520-9267-9bb5f376eeab" providerId="ADAL" clId="{F8418092-08C3-4E53-BBB9-99845DC2C8E1}" dt="2025-12-09T18:58:47.706" v="1710" actId="1076"/>
          <ac:spMkLst>
            <pc:docMk/>
            <pc:sldMk cId="324371604" sldId="374"/>
            <ac:spMk id="14" creationId="{83C4AE2B-F066-10C7-7800-7F1E174273C7}"/>
          </ac:spMkLst>
        </pc:spChg>
        <pc:picChg chg="del">
          <ac:chgData name="Jain, Arjav" userId="828bfa26-2f31-4520-9267-9bb5f376eeab" providerId="ADAL" clId="{F8418092-08C3-4E53-BBB9-99845DC2C8E1}" dt="2025-12-09T18:54:14.080" v="1540" actId="478"/>
          <ac:picMkLst>
            <pc:docMk/>
            <pc:sldMk cId="324371604" sldId="374"/>
            <ac:picMk id="6" creationId="{7E6E0A41-3BA3-AF76-4833-E3C65A6DDA5B}"/>
          </ac:picMkLst>
        </pc:picChg>
        <pc:picChg chg="del">
          <ac:chgData name="Jain, Arjav" userId="828bfa26-2f31-4520-9267-9bb5f376eeab" providerId="ADAL" clId="{F8418092-08C3-4E53-BBB9-99845DC2C8E1}" dt="2025-12-09T18:54:14.920" v="1541" actId="478"/>
          <ac:picMkLst>
            <pc:docMk/>
            <pc:sldMk cId="324371604" sldId="374"/>
            <ac:picMk id="7" creationId="{14E559E1-753A-61D9-D9ED-3BA7FC70E43D}"/>
          </ac:picMkLst>
        </pc:picChg>
        <pc:picChg chg="del">
          <ac:chgData name="Jain, Arjav" userId="828bfa26-2f31-4520-9267-9bb5f376eeab" providerId="ADAL" clId="{F8418092-08C3-4E53-BBB9-99845DC2C8E1}" dt="2025-12-09T18:54:13.186" v="1539" actId="478"/>
          <ac:picMkLst>
            <pc:docMk/>
            <pc:sldMk cId="324371604" sldId="374"/>
            <ac:picMk id="8" creationId="{07EF8BCC-A1F7-0EDB-78D0-785C822EBA40}"/>
          </ac:picMkLst>
        </pc:picChg>
        <pc:picChg chg="del">
          <ac:chgData name="Jain, Arjav" userId="828bfa26-2f31-4520-9267-9bb5f376eeab" providerId="ADAL" clId="{F8418092-08C3-4E53-BBB9-99845DC2C8E1}" dt="2025-12-09T18:54:17.959" v="1542" actId="478"/>
          <ac:picMkLst>
            <pc:docMk/>
            <pc:sldMk cId="324371604" sldId="374"/>
            <ac:picMk id="9" creationId="{22385174-17DB-8294-C281-83434C56F536}"/>
          </ac:picMkLst>
        </pc:picChg>
        <pc:picChg chg="del">
          <ac:chgData name="Jain, Arjav" userId="828bfa26-2f31-4520-9267-9bb5f376eeab" providerId="ADAL" clId="{F8418092-08C3-4E53-BBB9-99845DC2C8E1}" dt="2025-12-09T18:54:17.959" v="1542" actId="478"/>
          <ac:picMkLst>
            <pc:docMk/>
            <pc:sldMk cId="324371604" sldId="374"/>
            <ac:picMk id="10" creationId="{0F465722-DD44-D534-87BC-A25074B57EC8}"/>
          </ac:picMkLst>
        </pc:picChg>
        <pc:picChg chg="del">
          <ac:chgData name="Jain, Arjav" userId="828bfa26-2f31-4520-9267-9bb5f376eeab" providerId="ADAL" clId="{F8418092-08C3-4E53-BBB9-99845DC2C8E1}" dt="2025-12-09T18:54:17.959" v="1542" actId="478"/>
          <ac:picMkLst>
            <pc:docMk/>
            <pc:sldMk cId="324371604" sldId="374"/>
            <ac:picMk id="12" creationId="{83A681AC-F7F3-906A-1463-CF442245EAC9}"/>
          </ac:picMkLst>
        </pc:picChg>
        <pc:picChg chg="add mod">
          <ac:chgData name="Jain, Arjav" userId="828bfa26-2f31-4520-9267-9bb5f376eeab" providerId="ADAL" clId="{F8418092-08C3-4E53-BBB9-99845DC2C8E1}" dt="2025-12-09T18:58:47.706" v="1710" actId="1076"/>
          <ac:picMkLst>
            <pc:docMk/>
            <pc:sldMk cId="324371604" sldId="374"/>
            <ac:picMk id="13" creationId="{40D06F46-9B5C-6837-A444-B7A5A6AEFF4C}"/>
          </ac:picMkLst>
        </pc:picChg>
      </pc:sldChg>
      <pc:sldChg chg="addSp delSp modSp add mod ord">
        <pc:chgData name="Jain, Arjav" userId="828bfa26-2f31-4520-9267-9bb5f376eeab" providerId="ADAL" clId="{F8418092-08C3-4E53-BBB9-99845DC2C8E1}" dt="2025-12-09T19:28:18.467" v="2611" actId="1076"/>
        <pc:sldMkLst>
          <pc:docMk/>
          <pc:sldMk cId="2004683725" sldId="375"/>
        </pc:sldMkLst>
        <pc:spChg chg="mod">
          <ac:chgData name="Jain, Arjav" userId="828bfa26-2f31-4520-9267-9bb5f376eeab" providerId="ADAL" clId="{F8418092-08C3-4E53-BBB9-99845DC2C8E1}" dt="2025-12-09T19:09:56.976" v="1926" actId="20577"/>
          <ac:spMkLst>
            <pc:docMk/>
            <pc:sldMk cId="2004683725" sldId="375"/>
            <ac:spMk id="2" creationId="{DC513454-6A48-EDEA-DD7B-632466BEB114}"/>
          </ac:spMkLst>
        </pc:spChg>
        <pc:spChg chg="mod">
          <ac:chgData name="Jain, Arjav" userId="828bfa26-2f31-4520-9267-9bb5f376eeab" providerId="ADAL" clId="{F8418092-08C3-4E53-BBB9-99845DC2C8E1}" dt="2025-12-09T19:28:02.817" v="2609" actId="14100"/>
          <ac:spMkLst>
            <pc:docMk/>
            <pc:sldMk cId="2004683725" sldId="375"/>
            <ac:spMk id="3" creationId="{F6C2DC59-83C2-4FA8-96AC-D79E63A7CA6F}"/>
          </ac:spMkLst>
        </pc:spChg>
        <pc:spChg chg="add mod">
          <ac:chgData name="Jain, Arjav" userId="828bfa26-2f31-4520-9267-9bb5f376eeab" providerId="ADAL" clId="{F8418092-08C3-4E53-BBB9-99845DC2C8E1}" dt="2025-12-09T19:25:57.489" v="2553" actId="1036"/>
          <ac:spMkLst>
            <pc:docMk/>
            <pc:sldMk cId="2004683725" sldId="375"/>
            <ac:spMk id="20" creationId="{C3E02E6F-AA96-3294-CB54-6FA69A750A5F}"/>
          </ac:spMkLst>
        </pc:spChg>
        <pc:spChg chg="add mod">
          <ac:chgData name="Jain, Arjav" userId="828bfa26-2f31-4520-9267-9bb5f376eeab" providerId="ADAL" clId="{F8418092-08C3-4E53-BBB9-99845DC2C8E1}" dt="2025-12-09T19:26:28.817" v="2576" actId="1076"/>
          <ac:spMkLst>
            <pc:docMk/>
            <pc:sldMk cId="2004683725" sldId="375"/>
            <ac:spMk id="25" creationId="{C4D88A14-C3D9-12D2-3B55-770440B25E5D}"/>
          </ac:spMkLst>
        </pc:spChg>
        <pc:spChg chg="add mod">
          <ac:chgData name="Jain, Arjav" userId="828bfa26-2f31-4520-9267-9bb5f376eeab" providerId="ADAL" clId="{F8418092-08C3-4E53-BBB9-99845DC2C8E1}" dt="2025-12-09T19:26:35.323" v="2585" actId="20577"/>
          <ac:spMkLst>
            <pc:docMk/>
            <pc:sldMk cId="2004683725" sldId="375"/>
            <ac:spMk id="26" creationId="{DE7FFACA-D908-0CD1-66B5-A65A6D7395A0}"/>
          </ac:spMkLst>
        </pc:spChg>
        <pc:picChg chg="add mod">
          <ac:chgData name="Jain, Arjav" userId="828bfa26-2f31-4520-9267-9bb5f376eeab" providerId="ADAL" clId="{F8418092-08C3-4E53-BBB9-99845DC2C8E1}" dt="2025-12-09T19:25:57.489" v="2553" actId="1036"/>
          <ac:picMkLst>
            <pc:docMk/>
            <pc:sldMk cId="2004683725" sldId="375"/>
            <ac:picMk id="7" creationId="{AE8739BD-FC73-266E-B91D-CEE9B97425F2}"/>
          </ac:picMkLst>
        </pc:picChg>
        <pc:picChg chg="add mod">
          <ac:chgData name="Jain, Arjav" userId="828bfa26-2f31-4520-9267-9bb5f376eeab" providerId="ADAL" clId="{F8418092-08C3-4E53-BBB9-99845DC2C8E1}" dt="2025-12-09T19:25:57.489" v="2553" actId="1036"/>
          <ac:picMkLst>
            <pc:docMk/>
            <pc:sldMk cId="2004683725" sldId="375"/>
            <ac:picMk id="9" creationId="{91D00F9F-21C5-CCBF-C216-2F964464AB10}"/>
          </ac:picMkLst>
        </pc:picChg>
        <pc:picChg chg="add del mod">
          <ac:chgData name="Jain, Arjav" userId="828bfa26-2f31-4520-9267-9bb5f376eeab" providerId="ADAL" clId="{F8418092-08C3-4E53-BBB9-99845DC2C8E1}" dt="2025-12-09T19:14:03.644" v="2072" actId="22"/>
          <ac:picMkLst>
            <pc:docMk/>
            <pc:sldMk cId="2004683725" sldId="375"/>
            <ac:picMk id="11" creationId="{51EBDAEE-9B92-AB9D-5FBD-A3C2AEDB1161}"/>
          </ac:picMkLst>
        </pc:picChg>
        <pc:picChg chg="del">
          <ac:chgData name="Jain, Arjav" userId="828bfa26-2f31-4520-9267-9bb5f376eeab" providerId="ADAL" clId="{F8418092-08C3-4E53-BBB9-99845DC2C8E1}" dt="2025-12-09T19:10:06.690" v="1928" actId="478"/>
          <ac:picMkLst>
            <pc:docMk/>
            <pc:sldMk cId="2004683725" sldId="375"/>
            <ac:picMk id="12" creationId="{26668A8C-8C4E-F525-A44B-76E15BCBC1CC}"/>
          </ac:picMkLst>
        </pc:picChg>
        <pc:picChg chg="del">
          <ac:chgData name="Jain, Arjav" userId="828bfa26-2f31-4520-9267-9bb5f376eeab" providerId="ADAL" clId="{F8418092-08C3-4E53-BBB9-99845DC2C8E1}" dt="2025-12-09T19:10:06.690" v="1928" actId="478"/>
          <ac:picMkLst>
            <pc:docMk/>
            <pc:sldMk cId="2004683725" sldId="375"/>
            <ac:picMk id="14" creationId="{AA47D4C0-C32F-3CDE-D5E0-EDBC5F398468}"/>
          </ac:picMkLst>
        </pc:picChg>
        <pc:picChg chg="add mod">
          <ac:chgData name="Jain, Arjav" userId="828bfa26-2f31-4520-9267-9bb5f376eeab" providerId="ADAL" clId="{F8418092-08C3-4E53-BBB9-99845DC2C8E1}" dt="2025-12-09T19:28:07.750" v="2610" actId="1076"/>
          <ac:picMkLst>
            <pc:docMk/>
            <pc:sldMk cId="2004683725" sldId="375"/>
            <ac:picMk id="15" creationId="{9DC879C5-A76A-D66B-1735-87B714577A11}"/>
          </ac:picMkLst>
        </pc:picChg>
        <pc:picChg chg="del">
          <ac:chgData name="Jain, Arjav" userId="828bfa26-2f31-4520-9267-9bb5f376eeab" providerId="ADAL" clId="{F8418092-08C3-4E53-BBB9-99845DC2C8E1}" dt="2025-12-09T19:10:06.690" v="1928" actId="478"/>
          <ac:picMkLst>
            <pc:docMk/>
            <pc:sldMk cId="2004683725" sldId="375"/>
            <ac:picMk id="16" creationId="{69287722-9482-8B57-9B1D-9DEA161F4976}"/>
          </ac:picMkLst>
        </pc:picChg>
        <pc:picChg chg="del">
          <ac:chgData name="Jain, Arjav" userId="828bfa26-2f31-4520-9267-9bb5f376eeab" providerId="ADAL" clId="{F8418092-08C3-4E53-BBB9-99845DC2C8E1}" dt="2025-12-09T19:10:06.690" v="1928" actId="478"/>
          <ac:picMkLst>
            <pc:docMk/>
            <pc:sldMk cId="2004683725" sldId="375"/>
            <ac:picMk id="18" creationId="{1CA7C7CF-0B38-9102-B680-FE8850E63384}"/>
          </ac:picMkLst>
        </pc:picChg>
        <pc:picChg chg="add mod">
          <ac:chgData name="Jain, Arjav" userId="828bfa26-2f31-4520-9267-9bb5f376eeab" providerId="ADAL" clId="{F8418092-08C3-4E53-BBB9-99845DC2C8E1}" dt="2025-12-09T19:28:18.467" v="2611" actId="1076"/>
          <ac:picMkLst>
            <pc:docMk/>
            <pc:sldMk cId="2004683725" sldId="375"/>
            <ac:picMk id="19" creationId="{0C8FA5E6-4A4B-2264-D3D9-093982AFA2C8}"/>
          </ac:picMkLst>
        </pc:picChg>
        <pc:picChg chg="add mod">
          <ac:chgData name="Jain, Arjav" userId="828bfa26-2f31-4520-9267-9bb5f376eeab" providerId="ADAL" clId="{F8418092-08C3-4E53-BBB9-99845DC2C8E1}" dt="2025-12-09T19:25:39.462" v="2526" actId="1076"/>
          <ac:picMkLst>
            <pc:docMk/>
            <pc:sldMk cId="2004683725" sldId="375"/>
            <ac:picMk id="22" creationId="{7A5D04AA-BBD5-AA53-D963-2370666B403C}"/>
          </ac:picMkLst>
        </pc:picChg>
        <pc:picChg chg="add mod">
          <ac:chgData name="Jain, Arjav" userId="828bfa26-2f31-4520-9267-9bb5f376eeab" providerId="ADAL" clId="{F8418092-08C3-4E53-BBB9-99845DC2C8E1}" dt="2025-12-09T19:25:49.269" v="2529" actId="1076"/>
          <ac:picMkLst>
            <pc:docMk/>
            <pc:sldMk cId="2004683725" sldId="375"/>
            <ac:picMk id="24" creationId="{E290A00E-6A6F-3E93-E57B-FDEFC742F25F}"/>
          </ac:picMkLst>
        </pc:picChg>
      </pc:sldChg>
      <pc:sldChg chg="addSp delSp modSp add mod ord">
        <pc:chgData name="Jain, Arjav" userId="828bfa26-2f31-4520-9267-9bb5f376eeab" providerId="ADAL" clId="{F8418092-08C3-4E53-BBB9-99845DC2C8E1}" dt="2025-12-09T19:35:53.272" v="2749" actId="255"/>
        <pc:sldMkLst>
          <pc:docMk/>
          <pc:sldMk cId="37533630" sldId="376"/>
        </pc:sldMkLst>
        <pc:spChg chg="mod">
          <ac:chgData name="Jain, Arjav" userId="828bfa26-2f31-4520-9267-9bb5f376eeab" providerId="ADAL" clId="{F8418092-08C3-4E53-BBB9-99845DC2C8E1}" dt="2025-12-09T19:29:05.147" v="2634" actId="1076"/>
          <ac:spMkLst>
            <pc:docMk/>
            <pc:sldMk cId="37533630" sldId="376"/>
            <ac:spMk id="2" creationId="{445247FA-7705-1493-F86D-7B57024FCACF}"/>
          </ac:spMkLst>
        </pc:spChg>
        <pc:spChg chg="mod">
          <ac:chgData name="Jain, Arjav" userId="828bfa26-2f31-4520-9267-9bb5f376eeab" providerId="ADAL" clId="{F8418092-08C3-4E53-BBB9-99845DC2C8E1}" dt="2025-12-09T19:35:53.272" v="2749" actId="255"/>
          <ac:spMkLst>
            <pc:docMk/>
            <pc:sldMk cId="37533630" sldId="376"/>
            <ac:spMk id="3" creationId="{71EBF2E2-347F-02BA-09F1-F1969AD2C5E8}"/>
          </ac:spMkLst>
        </pc:spChg>
        <pc:picChg chg="add mod">
          <ac:chgData name="Jain, Arjav" userId="828bfa26-2f31-4520-9267-9bb5f376eeab" providerId="ADAL" clId="{F8418092-08C3-4E53-BBB9-99845DC2C8E1}" dt="2025-12-09T19:31:15.077" v="2648" actId="1076"/>
          <ac:picMkLst>
            <pc:docMk/>
            <pc:sldMk cId="37533630" sldId="376"/>
            <ac:picMk id="6" creationId="{165935A3-B95E-CB16-32B6-7B5DBED667DF}"/>
          </ac:picMkLst>
        </pc:picChg>
        <pc:picChg chg="add mod">
          <ac:chgData name="Jain, Arjav" userId="828bfa26-2f31-4520-9267-9bb5f376eeab" providerId="ADAL" clId="{F8418092-08C3-4E53-BBB9-99845DC2C8E1}" dt="2025-12-09T19:31:15.077" v="2648" actId="1076"/>
          <ac:picMkLst>
            <pc:docMk/>
            <pc:sldMk cId="37533630" sldId="376"/>
            <ac:picMk id="8" creationId="{E806CAB0-067F-F3E1-B67E-965B4298B3B8}"/>
          </ac:picMkLst>
        </pc:picChg>
        <pc:picChg chg="del">
          <ac:chgData name="Jain, Arjav" userId="828bfa26-2f31-4520-9267-9bb5f376eeab" providerId="ADAL" clId="{F8418092-08C3-4E53-BBB9-99845DC2C8E1}" dt="2025-12-09T19:29:08.790" v="2635" actId="478"/>
          <ac:picMkLst>
            <pc:docMk/>
            <pc:sldMk cId="37533630" sldId="376"/>
            <ac:picMk id="12" creationId="{6042A61C-0CAF-DE0D-86FE-8DC593467E89}"/>
          </ac:picMkLst>
        </pc:picChg>
        <pc:picChg chg="del">
          <ac:chgData name="Jain, Arjav" userId="828bfa26-2f31-4520-9267-9bb5f376eeab" providerId="ADAL" clId="{F8418092-08C3-4E53-BBB9-99845DC2C8E1}" dt="2025-12-09T19:29:08.790" v="2635" actId="478"/>
          <ac:picMkLst>
            <pc:docMk/>
            <pc:sldMk cId="37533630" sldId="376"/>
            <ac:picMk id="14" creationId="{4826E596-AD16-38AC-A26F-66A6722BB79B}"/>
          </ac:picMkLst>
        </pc:picChg>
        <pc:picChg chg="del">
          <ac:chgData name="Jain, Arjav" userId="828bfa26-2f31-4520-9267-9bb5f376eeab" providerId="ADAL" clId="{F8418092-08C3-4E53-BBB9-99845DC2C8E1}" dt="2025-12-09T19:29:08.790" v="2635" actId="478"/>
          <ac:picMkLst>
            <pc:docMk/>
            <pc:sldMk cId="37533630" sldId="376"/>
            <ac:picMk id="16" creationId="{19DE25AA-5ACD-63C4-1766-7DAEAF3EDC5E}"/>
          </ac:picMkLst>
        </pc:picChg>
        <pc:picChg chg="del">
          <ac:chgData name="Jain, Arjav" userId="828bfa26-2f31-4520-9267-9bb5f376eeab" providerId="ADAL" clId="{F8418092-08C3-4E53-BBB9-99845DC2C8E1}" dt="2025-12-09T19:29:08.790" v="2635" actId="478"/>
          <ac:picMkLst>
            <pc:docMk/>
            <pc:sldMk cId="37533630" sldId="376"/>
            <ac:picMk id="18" creationId="{CF09D61E-59DF-0E48-3828-04E6D691BED7}"/>
          </ac:picMkLst>
        </pc:picChg>
      </pc:sldChg>
      <pc:sldChg chg="addSp delSp modSp add mod">
        <pc:chgData name="Jain, Arjav" userId="828bfa26-2f31-4520-9267-9bb5f376eeab" providerId="ADAL" clId="{F8418092-08C3-4E53-BBB9-99845DC2C8E1}" dt="2025-12-09T19:44:13.807" v="2982" actId="478"/>
        <pc:sldMkLst>
          <pc:docMk/>
          <pc:sldMk cId="3951025753" sldId="377"/>
        </pc:sldMkLst>
        <pc:spChg chg="mod">
          <ac:chgData name="Jain, Arjav" userId="828bfa26-2f31-4520-9267-9bb5f376eeab" providerId="ADAL" clId="{F8418092-08C3-4E53-BBB9-99845DC2C8E1}" dt="2025-12-09T19:43:40.261" v="2968" actId="14100"/>
          <ac:spMkLst>
            <pc:docMk/>
            <pc:sldMk cId="3951025753" sldId="377"/>
            <ac:spMk id="3" creationId="{81A68218-48D0-E6CC-760A-7A4AAA2C76DD}"/>
          </ac:spMkLst>
        </pc:spChg>
        <pc:spChg chg="add">
          <ac:chgData name="Jain, Arjav" userId="828bfa26-2f31-4520-9267-9bb5f376eeab" providerId="ADAL" clId="{F8418092-08C3-4E53-BBB9-99845DC2C8E1}" dt="2025-12-09T19:38:03.840" v="2787"/>
          <ac:spMkLst>
            <pc:docMk/>
            <pc:sldMk cId="3951025753" sldId="377"/>
            <ac:spMk id="7" creationId="{D2E4F52A-BB73-46BE-0A7F-55B98BCABBBD}"/>
          </ac:spMkLst>
        </pc:spChg>
        <pc:picChg chg="del">
          <ac:chgData name="Jain, Arjav" userId="828bfa26-2f31-4520-9267-9bb5f376eeab" providerId="ADAL" clId="{F8418092-08C3-4E53-BBB9-99845DC2C8E1}" dt="2025-12-09T19:39:47.459" v="2839" actId="478"/>
          <ac:picMkLst>
            <pc:docMk/>
            <pc:sldMk cId="3951025753" sldId="377"/>
            <ac:picMk id="6" creationId="{69F62349-01AD-64BB-6F71-97E797C0DEC5}"/>
          </ac:picMkLst>
        </pc:picChg>
        <pc:picChg chg="del">
          <ac:chgData name="Jain, Arjav" userId="828bfa26-2f31-4520-9267-9bb5f376eeab" providerId="ADAL" clId="{F8418092-08C3-4E53-BBB9-99845DC2C8E1}" dt="2025-12-09T19:39:46.370" v="2838" actId="478"/>
          <ac:picMkLst>
            <pc:docMk/>
            <pc:sldMk cId="3951025753" sldId="377"/>
            <ac:picMk id="8" creationId="{B168CC2A-D4CC-3A38-7E35-03B71045F418}"/>
          </ac:picMkLst>
        </pc:picChg>
        <pc:picChg chg="add del mod">
          <ac:chgData name="Jain, Arjav" userId="828bfa26-2f31-4520-9267-9bb5f376eeab" providerId="ADAL" clId="{F8418092-08C3-4E53-BBB9-99845DC2C8E1}" dt="2025-12-09T19:44:13.807" v="2982" actId="478"/>
          <ac:picMkLst>
            <pc:docMk/>
            <pc:sldMk cId="3951025753" sldId="377"/>
            <ac:picMk id="9" creationId="{85B728D6-2395-2539-9185-329C4D3E06A4}"/>
          </ac:picMkLst>
        </pc:picChg>
        <pc:picChg chg="add del mod">
          <ac:chgData name="Jain, Arjav" userId="828bfa26-2f31-4520-9267-9bb5f376eeab" providerId="ADAL" clId="{F8418092-08C3-4E53-BBB9-99845DC2C8E1}" dt="2025-12-09T19:44:13.402" v="2981" actId="478"/>
          <ac:picMkLst>
            <pc:docMk/>
            <pc:sldMk cId="3951025753" sldId="377"/>
            <ac:picMk id="10" creationId="{77DAA013-41A8-A267-1992-B6C8BC6AF830}"/>
          </ac:picMkLst>
        </pc:picChg>
        <pc:picChg chg="add del mod">
          <ac:chgData name="Jain, Arjav" userId="828bfa26-2f31-4520-9267-9bb5f376eeab" providerId="ADAL" clId="{F8418092-08C3-4E53-BBB9-99845DC2C8E1}" dt="2025-12-09T19:44:13.037" v="2980" actId="22"/>
          <ac:picMkLst>
            <pc:docMk/>
            <pc:sldMk cId="3951025753" sldId="377"/>
            <ac:picMk id="12" creationId="{269AE241-A506-B347-1D87-BBBFCBEB4A17}"/>
          </ac:picMkLst>
        </pc:picChg>
      </pc:sldChg>
      <pc:sldChg chg="addSp delSp modSp add mod ord">
        <pc:chgData name="Jain, Arjav" userId="828bfa26-2f31-4520-9267-9bb5f376eeab" providerId="ADAL" clId="{F8418092-08C3-4E53-BBB9-99845DC2C8E1}" dt="2025-12-09T20:39:56.259" v="4812" actId="20577"/>
        <pc:sldMkLst>
          <pc:docMk/>
          <pc:sldMk cId="3589935467" sldId="378"/>
        </pc:sldMkLst>
        <pc:spChg chg="mod">
          <ac:chgData name="Jain, Arjav" userId="828bfa26-2f31-4520-9267-9bb5f376eeab" providerId="ADAL" clId="{F8418092-08C3-4E53-BBB9-99845DC2C8E1}" dt="2025-12-09T19:44:42.800" v="3026" actId="20577"/>
          <ac:spMkLst>
            <pc:docMk/>
            <pc:sldMk cId="3589935467" sldId="378"/>
            <ac:spMk id="2" creationId="{9F15F859-12B2-2BC5-AFE5-2F824D876F2E}"/>
          </ac:spMkLst>
        </pc:spChg>
        <pc:spChg chg="mod">
          <ac:chgData name="Jain, Arjav" userId="828bfa26-2f31-4520-9267-9bb5f376eeab" providerId="ADAL" clId="{F8418092-08C3-4E53-BBB9-99845DC2C8E1}" dt="2025-12-09T20:39:52.520" v="4809" actId="20577"/>
          <ac:spMkLst>
            <pc:docMk/>
            <pc:sldMk cId="3589935467" sldId="378"/>
            <ac:spMk id="3" creationId="{BBC37758-EC62-633E-BC2A-869512F74634}"/>
          </ac:spMkLst>
        </pc:spChg>
        <pc:spChg chg="add mod">
          <ac:chgData name="Jain, Arjav" userId="828bfa26-2f31-4520-9267-9bb5f376eeab" providerId="ADAL" clId="{F8418092-08C3-4E53-BBB9-99845DC2C8E1}" dt="2025-12-09T20:39:56.259" v="4812" actId="20577"/>
          <ac:spMkLst>
            <pc:docMk/>
            <pc:sldMk cId="3589935467" sldId="378"/>
            <ac:spMk id="12" creationId="{0E616F0E-73B7-E230-4FAF-2A4E070138FC}"/>
          </ac:spMkLst>
        </pc:spChg>
        <pc:graphicFrameChg chg="add mod">
          <ac:chgData name="Jain, Arjav" userId="828bfa26-2f31-4520-9267-9bb5f376eeab" providerId="ADAL" clId="{F8418092-08C3-4E53-BBB9-99845DC2C8E1}" dt="2025-12-09T19:47:16.484" v="3209"/>
          <ac:graphicFrameMkLst>
            <pc:docMk/>
            <pc:sldMk cId="3589935467" sldId="378"/>
            <ac:graphicFrameMk id="7" creationId="{28EA7587-FB35-03D9-18B7-06C8D4CB2C9C}"/>
          </ac:graphicFrameMkLst>
        </pc:graphicFrameChg>
        <pc:picChg chg="add mod">
          <ac:chgData name="Jain, Arjav" userId="828bfa26-2f31-4520-9267-9bb5f376eeab" providerId="ADAL" clId="{F8418092-08C3-4E53-BBB9-99845DC2C8E1}" dt="2025-12-09T19:49:20.017" v="3239" actId="1076"/>
          <ac:picMkLst>
            <pc:docMk/>
            <pc:sldMk cId="3589935467" sldId="378"/>
            <ac:picMk id="6" creationId="{9111BC47-C5BF-0D84-C106-3818F34DE509}"/>
          </ac:picMkLst>
        </pc:picChg>
        <pc:picChg chg="del">
          <ac:chgData name="Jain, Arjav" userId="828bfa26-2f31-4520-9267-9bb5f376eeab" providerId="ADAL" clId="{F8418092-08C3-4E53-BBB9-99845DC2C8E1}" dt="2025-12-09T19:44:45.912" v="3027" actId="478"/>
          <ac:picMkLst>
            <pc:docMk/>
            <pc:sldMk cId="3589935467" sldId="378"/>
            <ac:picMk id="9" creationId="{C42940DB-EB7C-5F20-BE46-52265DA9A471}"/>
          </ac:picMkLst>
        </pc:picChg>
        <pc:picChg chg="del">
          <ac:chgData name="Jain, Arjav" userId="828bfa26-2f31-4520-9267-9bb5f376eeab" providerId="ADAL" clId="{F8418092-08C3-4E53-BBB9-99845DC2C8E1}" dt="2025-12-09T19:44:47.217" v="3028" actId="478"/>
          <ac:picMkLst>
            <pc:docMk/>
            <pc:sldMk cId="3589935467" sldId="378"/>
            <ac:picMk id="10" creationId="{039C20AA-D1E4-EF18-7D06-D4024A79D97B}"/>
          </ac:picMkLst>
        </pc:picChg>
        <pc:picChg chg="add mod">
          <ac:chgData name="Jain, Arjav" userId="828bfa26-2f31-4520-9267-9bb5f376eeab" providerId="ADAL" clId="{F8418092-08C3-4E53-BBB9-99845DC2C8E1}" dt="2025-12-09T19:55:56.006" v="3388" actId="1076"/>
          <ac:picMkLst>
            <pc:docMk/>
            <pc:sldMk cId="3589935467" sldId="378"/>
            <ac:picMk id="11" creationId="{6D3A4B51-7A4D-34D3-D844-14C499972023}"/>
          </ac:picMkLst>
        </pc:picChg>
      </pc:sldChg>
      <pc:sldChg chg="addSp delSp modSp add mod ord">
        <pc:chgData name="Jain, Arjav" userId="828bfa26-2f31-4520-9267-9bb5f376eeab" providerId="ADAL" clId="{F8418092-08C3-4E53-BBB9-99845DC2C8E1}" dt="2025-12-09T20:12:04.942" v="4282" actId="20577"/>
        <pc:sldMkLst>
          <pc:docMk/>
          <pc:sldMk cId="4029527593" sldId="379"/>
        </pc:sldMkLst>
        <pc:spChg chg="mod">
          <ac:chgData name="Jain, Arjav" userId="828bfa26-2f31-4520-9267-9bb5f376eeab" providerId="ADAL" clId="{F8418092-08C3-4E53-BBB9-99845DC2C8E1}" dt="2025-12-09T19:56:35.155" v="3424" actId="20577"/>
          <ac:spMkLst>
            <pc:docMk/>
            <pc:sldMk cId="4029527593" sldId="379"/>
            <ac:spMk id="2" creationId="{A2336E2C-A76C-97F3-2371-F98E95D040D3}"/>
          </ac:spMkLst>
        </pc:spChg>
        <pc:spChg chg="mod">
          <ac:chgData name="Jain, Arjav" userId="828bfa26-2f31-4520-9267-9bb5f376eeab" providerId="ADAL" clId="{F8418092-08C3-4E53-BBB9-99845DC2C8E1}" dt="2025-12-09T20:12:04.942" v="4282" actId="20577"/>
          <ac:spMkLst>
            <pc:docMk/>
            <pc:sldMk cId="4029527593" sldId="379"/>
            <ac:spMk id="3" creationId="{40EA7C63-D2FE-7110-A0B6-45E7C3BD9CAA}"/>
          </ac:spMkLst>
        </pc:spChg>
        <pc:picChg chg="add mod">
          <ac:chgData name="Jain, Arjav" userId="828bfa26-2f31-4520-9267-9bb5f376eeab" providerId="ADAL" clId="{F8418092-08C3-4E53-BBB9-99845DC2C8E1}" dt="2025-12-09T20:00:32.896" v="3472" actId="1076"/>
          <ac:picMkLst>
            <pc:docMk/>
            <pc:sldMk cId="4029527593" sldId="379"/>
            <ac:picMk id="6" creationId="{75A670AD-C018-4FFD-6E5A-BE519C863E88}"/>
          </ac:picMkLst>
        </pc:picChg>
        <pc:picChg chg="add del mod">
          <ac:chgData name="Jain, Arjav" userId="828bfa26-2f31-4520-9267-9bb5f376eeab" providerId="ADAL" clId="{F8418092-08C3-4E53-BBB9-99845DC2C8E1}" dt="2025-12-09T19:59:04.717" v="3447" actId="478"/>
          <ac:picMkLst>
            <pc:docMk/>
            <pc:sldMk cId="4029527593" sldId="379"/>
            <ac:picMk id="8" creationId="{760BD5CC-6EBE-B2A0-2FD7-ADFF7C9749AB}"/>
          </ac:picMkLst>
        </pc:picChg>
        <pc:picChg chg="del">
          <ac:chgData name="Jain, Arjav" userId="828bfa26-2f31-4520-9267-9bb5f376eeab" providerId="ADAL" clId="{F8418092-08C3-4E53-BBB9-99845DC2C8E1}" dt="2025-12-09T19:56:37.704" v="3425" actId="478"/>
          <ac:picMkLst>
            <pc:docMk/>
            <pc:sldMk cId="4029527593" sldId="379"/>
            <ac:picMk id="9" creationId="{14E65529-6965-603C-5769-E1D63C360A70}"/>
          </ac:picMkLst>
        </pc:picChg>
        <pc:picChg chg="del">
          <ac:chgData name="Jain, Arjav" userId="828bfa26-2f31-4520-9267-9bb5f376eeab" providerId="ADAL" clId="{F8418092-08C3-4E53-BBB9-99845DC2C8E1}" dt="2025-12-09T19:56:38.556" v="3426" actId="478"/>
          <ac:picMkLst>
            <pc:docMk/>
            <pc:sldMk cId="4029527593" sldId="379"/>
            <ac:picMk id="10" creationId="{362F1B95-546E-B38D-9319-0274150F9384}"/>
          </ac:picMkLst>
        </pc:picChg>
        <pc:picChg chg="add mod">
          <ac:chgData name="Jain, Arjav" userId="828bfa26-2f31-4520-9267-9bb5f376eeab" providerId="ADAL" clId="{F8418092-08C3-4E53-BBB9-99845DC2C8E1}" dt="2025-12-09T20:00:17.156" v="3468" actId="1076"/>
          <ac:picMkLst>
            <pc:docMk/>
            <pc:sldMk cId="4029527593" sldId="379"/>
            <ac:picMk id="11" creationId="{F8D940C5-DBE2-0611-C936-652F06CAAB62}"/>
          </ac:picMkLst>
        </pc:picChg>
        <pc:picChg chg="add mod">
          <ac:chgData name="Jain, Arjav" userId="828bfa26-2f31-4520-9267-9bb5f376eeab" providerId="ADAL" clId="{F8418092-08C3-4E53-BBB9-99845DC2C8E1}" dt="2025-12-09T20:00:01.751" v="3466" actId="1076"/>
          <ac:picMkLst>
            <pc:docMk/>
            <pc:sldMk cId="4029527593" sldId="379"/>
            <ac:picMk id="12" creationId="{9DE74FD9-4613-C447-D5C3-5490389B29A6}"/>
          </ac:picMkLst>
        </pc:picChg>
        <pc:picChg chg="add mod">
          <ac:chgData name="Jain, Arjav" userId="828bfa26-2f31-4520-9267-9bb5f376eeab" providerId="ADAL" clId="{F8418092-08C3-4E53-BBB9-99845DC2C8E1}" dt="2025-12-09T20:00:01.751" v="3466" actId="1076"/>
          <ac:picMkLst>
            <pc:docMk/>
            <pc:sldMk cId="4029527593" sldId="379"/>
            <ac:picMk id="13" creationId="{A55AA3D7-EC06-163A-8178-8BFD9FA9AA3F}"/>
          </ac:picMkLst>
        </pc:picChg>
        <pc:picChg chg="add mod">
          <ac:chgData name="Jain, Arjav" userId="828bfa26-2f31-4520-9267-9bb5f376eeab" providerId="ADAL" clId="{F8418092-08C3-4E53-BBB9-99845DC2C8E1}" dt="2025-12-09T19:59:50.696" v="3459" actId="571"/>
          <ac:picMkLst>
            <pc:docMk/>
            <pc:sldMk cId="4029527593" sldId="379"/>
            <ac:picMk id="14" creationId="{455AE54B-C201-595E-156A-90845863CACE}"/>
          </ac:picMkLst>
        </pc:picChg>
        <pc:picChg chg="add mod">
          <ac:chgData name="Jain, Arjav" userId="828bfa26-2f31-4520-9267-9bb5f376eeab" providerId="ADAL" clId="{F8418092-08C3-4E53-BBB9-99845DC2C8E1}" dt="2025-12-09T19:59:50.696" v="3459" actId="571"/>
          <ac:picMkLst>
            <pc:docMk/>
            <pc:sldMk cId="4029527593" sldId="379"/>
            <ac:picMk id="15" creationId="{C4020132-9F52-5D79-9675-B17B23C75E3B}"/>
          </ac:picMkLst>
        </pc:picChg>
      </pc:sldChg>
      <pc:sldChg chg="addSp delSp modSp add mod">
        <pc:chgData name="Jain, Arjav" userId="828bfa26-2f31-4520-9267-9bb5f376eeab" providerId="ADAL" clId="{F8418092-08C3-4E53-BBB9-99845DC2C8E1}" dt="2025-12-09T20:39:46.302" v="4806" actId="20577"/>
        <pc:sldMkLst>
          <pc:docMk/>
          <pc:sldMk cId="4210775429" sldId="380"/>
        </pc:sldMkLst>
        <pc:spChg chg="mod">
          <ac:chgData name="Jain, Arjav" userId="828bfa26-2f31-4520-9267-9bb5f376eeab" providerId="ADAL" clId="{F8418092-08C3-4E53-BBB9-99845DC2C8E1}" dt="2025-12-09T20:39:46.302" v="4806" actId="20577"/>
          <ac:spMkLst>
            <pc:docMk/>
            <pc:sldMk cId="4210775429" sldId="380"/>
            <ac:spMk id="3" creationId="{EDD941AB-205D-6C42-50BE-141E7DEAAD3A}"/>
          </ac:spMkLst>
        </pc:spChg>
        <pc:picChg chg="del">
          <ac:chgData name="Jain, Arjav" userId="828bfa26-2f31-4520-9267-9bb5f376eeab" providerId="ADAL" clId="{F8418092-08C3-4E53-BBB9-99845DC2C8E1}" dt="2025-12-09T20:15:49.806" v="4326" actId="478"/>
          <ac:picMkLst>
            <pc:docMk/>
            <pc:sldMk cId="4210775429" sldId="380"/>
            <ac:picMk id="6" creationId="{15514722-6F7C-A2BC-9386-C20A53386075}"/>
          </ac:picMkLst>
        </pc:picChg>
        <pc:picChg chg="add mod ord">
          <ac:chgData name="Jain, Arjav" userId="828bfa26-2f31-4520-9267-9bb5f376eeab" providerId="ADAL" clId="{F8418092-08C3-4E53-BBB9-99845DC2C8E1}" dt="2025-12-09T20:15:46.316" v="4325" actId="167"/>
          <ac:picMkLst>
            <pc:docMk/>
            <pc:sldMk cId="4210775429" sldId="380"/>
            <ac:picMk id="7" creationId="{05C5BAED-C3EF-FE69-2009-CAFE56EE672E}"/>
          </ac:picMkLst>
        </pc:picChg>
        <pc:picChg chg="add mod ord">
          <ac:chgData name="Jain, Arjav" userId="828bfa26-2f31-4520-9267-9bb5f376eeab" providerId="ADAL" clId="{F8418092-08C3-4E53-BBB9-99845DC2C8E1}" dt="2025-12-09T20:15:46.316" v="4325" actId="167"/>
          <ac:picMkLst>
            <pc:docMk/>
            <pc:sldMk cId="4210775429" sldId="380"/>
            <ac:picMk id="8" creationId="{09F2152E-7C06-D8E3-35BE-78D6C65E6BC7}"/>
          </ac:picMkLst>
        </pc:picChg>
        <pc:picChg chg="add mod ord">
          <ac:chgData name="Jain, Arjav" userId="828bfa26-2f31-4520-9267-9bb5f376eeab" providerId="ADAL" clId="{F8418092-08C3-4E53-BBB9-99845DC2C8E1}" dt="2025-12-09T20:15:46.316" v="4325" actId="167"/>
          <ac:picMkLst>
            <pc:docMk/>
            <pc:sldMk cId="4210775429" sldId="380"/>
            <ac:picMk id="9" creationId="{7EDCECD7-0009-5860-DB4A-B955C32BDE0A}"/>
          </ac:picMkLst>
        </pc:picChg>
        <pc:picChg chg="add mod ord">
          <ac:chgData name="Jain, Arjav" userId="828bfa26-2f31-4520-9267-9bb5f376eeab" providerId="ADAL" clId="{F8418092-08C3-4E53-BBB9-99845DC2C8E1}" dt="2025-12-09T20:15:46.316" v="4325" actId="167"/>
          <ac:picMkLst>
            <pc:docMk/>
            <pc:sldMk cId="4210775429" sldId="380"/>
            <ac:picMk id="10" creationId="{29D3F928-BA7A-8565-2248-7F0CCA15C11C}"/>
          </ac:picMkLst>
        </pc:picChg>
        <pc:picChg chg="del">
          <ac:chgData name="Jain, Arjav" userId="828bfa26-2f31-4520-9267-9bb5f376eeab" providerId="ADAL" clId="{F8418092-08C3-4E53-BBB9-99845DC2C8E1}" dt="2025-12-09T20:15:49.806" v="4326" actId="478"/>
          <ac:picMkLst>
            <pc:docMk/>
            <pc:sldMk cId="4210775429" sldId="380"/>
            <ac:picMk id="11" creationId="{530206E2-6DFA-0ABA-4C22-E607DB90153C}"/>
          </ac:picMkLst>
        </pc:picChg>
        <pc:picChg chg="del">
          <ac:chgData name="Jain, Arjav" userId="828bfa26-2f31-4520-9267-9bb5f376eeab" providerId="ADAL" clId="{F8418092-08C3-4E53-BBB9-99845DC2C8E1}" dt="2025-12-09T20:15:49.806" v="4326" actId="478"/>
          <ac:picMkLst>
            <pc:docMk/>
            <pc:sldMk cId="4210775429" sldId="380"/>
            <ac:picMk id="12" creationId="{9EFDDC82-6354-FDF8-D5D2-812EA462E056}"/>
          </ac:picMkLst>
        </pc:picChg>
        <pc:picChg chg="del">
          <ac:chgData name="Jain, Arjav" userId="828bfa26-2f31-4520-9267-9bb5f376eeab" providerId="ADAL" clId="{F8418092-08C3-4E53-BBB9-99845DC2C8E1}" dt="2025-12-09T20:15:49.806" v="4326" actId="478"/>
          <ac:picMkLst>
            <pc:docMk/>
            <pc:sldMk cId="4210775429" sldId="380"/>
            <ac:picMk id="13" creationId="{EE17A665-FE3C-0C45-673C-247222DCD978}"/>
          </ac:picMkLst>
        </pc:picChg>
      </pc:sldChg>
      <pc:sldChg chg="addSp delSp modSp add mod">
        <pc:chgData name="Jain, Arjav" userId="828bfa26-2f31-4520-9267-9bb5f376eeab" providerId="ADAL" clId="{F8418092-08C3-4E53-BBB9-99845DC2C8E1}" dt="2025-12-09T23:37:58.541" v="6180" actId="20577"/>
        <pc:sldMkLst>
          <pc:docMk/>
          <pc:sldMk cId="1174301056" sldId="381"/>
        </pc:sldMkLst>
        <pc:spChg chg="mod">
          <ac:chgData name="Jain, Arjav" userId="828bfa26-2f31-4520-9267-9bb5f376eeab" providerId="ADAL" clId="{F8418092-08C3-4E53-BBB9-99845DC2C8E1}" dt="2025-12-09T23:37:58.541" v="6180" actId="20577"/>
          <ac:spMkLst>
            <pc:docMk/>
            <pc:sldMk cId="1174301056" sldId="381"/>
            <ac:spMk id="3" creationId="{29C65FCE-6BB2-6F52-3026-E29329B68682}"/>
          </ac:spMkLst>
        </pc:spChg>
        <pc:picChg chg="del mod">
          <ac:chgData name="Jain, Arjav" userId="828bfa26-2f31-4520-9267-9bb5f376eeab" providerId="ADAL" clId="{F8418092-08C3-4E53-BBB9-99845DC2C8E1}" dt="2025-12-09T20:16:18.756" v="4338" actId="478"/>
          <ac:picMkLst>
            <pc:docMk/>
            <pc:sldMk cId="1174301056" sldId="381"/>
            <ac:picMk id="6" creationId="{53C1DF75-3145-7553-1D4C-278BAC83A315}"/>
          </ac:picMkLst>
        </pc:picChg>
        <pc:picChg chg="add del mod ord">
          <ac:chgData name="Jain, Arjav" userId="828bfa26-2f31-4520-9267-9bb5f376eeab" providerId="ADAL" clId="{F8418092-08C3-4E53-BBB9-99845DC2C8E1}" dt="2025-12-09T20:19:53.990" v="4402" actId="478"/>
          <ac:picMkLst>
            <pc:docMk/>
            <pc:sldMk cId="1174301056" sldId="381"/>
            <ac:picMk id="7" creationId="{8371D281-AD10-C38F-B6E0-98EC9728DC35}"/>
          </ac:picMkLst>
        </pc:picChg>
        <pc:picChg chg="add del mod ord">
          <ac:chgData name="Jain, Arjav" userId="828bfa26-2f31-4520-9267-9bb5f376eeab" providerId="ADAL" clId="{F8418092-08C3-4E53-BBB9-99845DC2C8E1}" dt="2025-12-09T20:20:05.786" v="4407" actId="478"/>
          <ac:picMkLst>
            <pc:docMk/>
            <pc:sldMk cId="1174301056" sldId="381"/>
            <ac:picMk id="8" creationId="{9AC29AE5-62C3-3AC9-E6EA-EB1C3B8794B0}"/>
          </ac:picMkLst>
        </pc:picChg>
        <pc:picChg chg="add del mod ord">
          <ac:chgData name="Jain, Arjav" userId="828bfa26-2f31-4520-9267-9bb5f376eeab" providerId="ADAL" clId="{F8418092-08C3-4E53-BBB9-99845DC2C8E1}" dt="2025-12-09T20:21:04.296" v="4426" actId="478"/>
          <ac:picMkLst>
            <pc:docMk/>
            <pc:sldMk cId="1174301056" sldId="381"/>
            <ac:picMk id="9" creationId="{3C249816-14A7-0CAD-40F2-05D5F37AA3FE}"/>
          </ac:picMkLst>
        </pc:picChg>
        <pc:picChg chg="add mod ord">
          <ac:chgData name="Jain, Arjav" userId="828bfa26-2f31-4520-9267-9bb5f376eeab" providerId="ADAL" clId="{F8418092-08C3-4E53-BBB9-99845DC2C8E1}" dt="2025-12-09T20:16:17.386" v="4337" actId="167"/>
          <ac:picMkLst>
            <pc:docMk/>
            <pc:sldMk cId="1174301056" sldId="381"/>
            <ac:picMk id="10" creationId="{86504E40-39F0-4F11-6DBE-581E2364575F}"/>
          </ac:picMkLst>
        </pc:picChg>
        <pc:picChg chg="del">
          <ac:chgData name="Jain, Arjav" userId="828bfa26-2f31-4520-9267-9bb5f376eeab" providerId="ADAL" clId="{F8418092-08C3-4E53-BBB9-99845DC2C8E1}" dt="2025-12-09T20:15:20.911" v="4320" actId="478"/>
          <ac:picMkLst>
            <pc:docMk/>
            <pc:sldMk cId="1174301056" sldId="381"/>
            <ac:picMk id="11" creationId="{AE14D67A-39CE-FF90-93D4-1680E8F9BC73}"/>
          </ac:picMkLst>
        </pc:picChg>
        <pc:picChg chg="del">
          <ac:chgData name="Jain, Arjav" userId="828bfa26-2f31-4520-9267-9bb5f376eeab" providerId="ADAL" clId="{F8418092-08C3-4E53-BBB9-99845DC2C8E1}" dt="2025-12-09T20:14:55.886" v="4311" actId="478"/>
          <ac:picMkLst>
            <pc:docMk/>
            <pc:sldMk cId="1174301056" sldId="381"/>
            <ac:picMk id="12" creationId="{0228B836-E1B6-DBD9-9011-A17145978D13}"/>
          </ac:picMkLst>
        </pc:picChg>
        <pc:picChg chg="del">
          <ac:chgData name="Jain, Arjav" userId="828bfa26-2f31-4520-9267-9bb5f376eeab" providerId="ADAL" clId="{F8418092-08C3-4E53-BBB9-99845DC2C8E1}" dt="2025-12-09T20:15:07.889" v="4316" actId="478"/>
          <ac:picMkLst>
            <pc:docMk/>
            <pc:sldMk cId="1174301056" sldId="381"/>
            <ac:picMk id="13" creationId="{CEA0C3E4-E0B6-2A6A-0F66-2FD500BAA34E}"/>
          </ac:picMkLst>
        </pc:picChg>
        <pc:picChg chg="add mod ord">
          <ac:chgData name="Jain, Arjav" userId="828bfa26-2f31-4520-9267-9bb5f376eeab" providerId="ADAL" clId="{F8418092-08C3-4E53-BBB9-99845DC2C8E1}" dt="2025-12-09T20:19:52.706" v="4401" actId="167"/>
          <ac:picMkLst>
            <pc:docMk/>
            <pc:sldMk cId="1174301056" sldId="381"/>
            <ac:picMk id="14" creationId="{30D05B71-AC29-1C3F-D356-7D8AC953EF0C}"/>
          </ac:picMkLst>
        </pc:picChg>
        <pc:picChg chg="add mod ord">
          <ac:chgData name="Jain, Arjav" userId="828bfa26-2f31-4520-9267-9bb5f376eeab" providerId="ADAL" clId="{F8418092-08C3-4E53-BBB9-99845DC2C8E1}" dt="2025-12-09T20:20:04.571" v="4406" actId="167"/>
          <ac:picMkLst>
            <pc:docMk/>
            <pc:sldMk cId="1174301056" sldId="381"/>
            <ac:picMk id="15" creationId="{F18FFD65-239B-A20F-3D3D-E6B00C7BCE7A}"/>
          </ac:picMkLst>
        </pc:picChg>
        <pc:picChg chg="add mod ord">
          <ac:chgData name="Jain, Arjav" userId="828bfa26-2f31-4520-9267-9bb5f376eeab" providerId="ADAL" clId="{F8418092-08C3-4E53-BBB9-99845DC2C8E1}" dt="2025-12-09T20:21:02.936" v="4425" actId="167"/>
          <ac:picMkLst>
            <pc:docMk/>
            <pc:sldMk cId="1174301056" sldId="381"/>
            <ac:picMk id="16" creationId="{6EAE3048-F5A5-1741-BDB3-D69844536250}"/>
          </ac:picMkLst>
        </pc:picChg>
      </pc:sldChg>
      <pc:sldChg chg="addSp delSp modSp add mod">
        <pc:chgData name="Jain, Arjav" userId="828bfa26-2f31-4520-9267-9bb5f376eeab" providerId="ADAL" clId="{F8418092-08C3-4E53-BBB9-99845DC2C8E1}" dt="2025-12-09T20:39:39.714" v="4804" actId="20577"/>
        <pc:sldMkLst>
          <pc:docMk/>
          <pc:sldMk cId="1406381688" sldId="382"/>
        </pc:sldMkLst>
        <pc:spChg chg="mod">
          <ac:chgData name="Jain, Arjav" userId="828bfa26-2f31-4520-9267-9bb5f376eeab" providerId="ADAL" clId="{F8418092-08C3-4E53-BBB9-99845DC2C8E1}" dt="2025-12-09T20:39:39.714" v="4804" actId="20577"/>
          <ac:spMkLst>
            <pc:docMk/>
            <pc:sldMk cId="1406381688" sldId="382"/>
            <ac:spMk id="3" creationId="{D74FEEB1-23AE-4AD0-277A-F277CB4BEAAE}"/>
          </ac:spMkLst>
        </pc:spChg>
        <pc:picChg chg="del">
          <ac:chgData name="Jain, Arjav" userId="828bfa26-2f31-4520-9267-9bb5f376eeab" providerId="ADAL" clId="{F8418092-08C3-4E53-BBB9-99845DC2C8E1}" dt="2025-12-09T20:17:31.406" v="4362" actId="478"/>
          <ac:picMkLst>
            <pc:docMk/>
            <pc:sldMk cId="1406381688" sldId="382"/>
            <ac:picMk id="6" creationId="{842FE19B-AEDC-C684-F9BC-06727BB67D31}"/>
          </ac:picMkLst>
        </pc:picChg>
        <pc:picChg chg="add mod">
          <ac:chgData name="Jain, Arjav" userId="828bfa26-2f31-4520-9267-9bb5f376eeab" providerId="ADAL" clId="{F8418092-08C3-4E53-BBB9-99845DC2C8E1}" dt="2025-12-09T20:17:31.626" v="4363"/>
          <ac:picMkLst>
            <pc:docMk/>
            <pc:sldMk cId="1406381688" sldId="382"/>
            <ac:picMk id="7" creationId="{4A2E994A-733F-805C-0760-A7D8BC28AC63}"/>
          </ac:picMkLst>
        </pc:picChg>
        <pc:picChg chg="add mod ord">
          <ac:chgData name="Jain, Arjav" userId="828bfa26-2f31-4520-9267-9bb5f376eeab" providerId="ADAL" clId="{F8418092-08C3-4E53-BBB9-99845DC2C8E1}" dt="2025-12-09T20:20:19.258" v="4411" actId="167"/>
          <ac:picMkLst>
            <pc:docMk/>
            <pc:sldMk cId="1406381688" sldId="382"/>
            <ac:picMk id="8" creationId="{5A3E235B-C9A5-5AD3-4052-D896588F84C9}"/>
          </ac:picMkLst>
        </pc:picChg>
        <pc:picChg chg="add mod ord">
          <ac:chgData name="Jain, Arjav" userId="828bfa26-2f31-4520-9267-9bb5f376eeab" providerId="ADAL" clId="{F8418092-08C3-4E53-BBB9-99845DC2C8E1}" dt="2025-12-09T20:20:48.266" v="4421" actId="1076"/>
          <ac:picMkLst>
            <pc:docMk/>
            <pc:sldMk cId="1406381688" sldId="382"/>
            <ac:picMk id="9" creationId="{EC6E15F2-EE1E-079E-D732-60C71B0412D0}"/>
          </ac:picMkLst>
        </pc:picChg>
        <pc:picChg chg="add mod ord">
          <ac:chgData name="Jain, Arjav" userId="828bfa26-2f31-4520-9267-9bb5f376eeab" providerId="ADAL" clId="{F8418092-08C3-4E53-BBB9-99845DC2C8E1}" dt="2025-12-09T20:21:22.058" v="4430" actId="167"/>
          <ac:picMkLst>
            <pc:docMk/>
            <pc:sldMk cId="1406381688" sldId="382"/>
            <ac:picMk id="10" creationId="{CE10002C-7C23-DC41-F18C-B22AFB842203}"/>
          </ac:picMkLst>
        </pc:picChg>
        <pc:picChg chg="del">
          <ac:chgData name="Jain, Arjav" userId="828bfa26-2f31-4520-9267-9bb5f376eeab" providerId="ADAL" clId="{F8418092-08C3-4E53-BBB9-99845DC2C8E1}" dt="2025-12-09T20:21:23.360" v="4431" actId="478"/>
          <ac:picMkLst>
            <pc:docMk/>
            <pc:sldMk cId="1406381688" sldId="382"/>
            <ac:picMk id="11" creationId="{67D0DFA7-7FDC-E453-369B-B9BE144CA5B3}"/>
          </ac:picMkLst>
        </pc:picChg>
        <pc:picChg chg="del">
          <ac:chgData name="Jain, Arjav" userId="828bfa26-2f31-4520-9267-9bb5f376eeab" providerId="ADAL" clId="{F8418092-08C3-4E53-BBB9-99845DC2C8E1}" dt="2025-12-09T20:20:20.437" v="4412" actId="478"/>
          <ac:picMkLst>
            <pc:docMk/>
            <pc:sldMk cId="1406381688" sldId="382"/>
            <ac:picMk id="12" creationId="{6BEB96FC-F03A-0EF0-E867-BC5261D0849C}"/>
          </ac:picMkLst>
        </pc:picChg>
        <pc:picChg chg="del">
          <ac:chgData name="Jain, Arjav" userId="828bfa26-2f31-4520-9267-9bb5f376eeab" providerId="ADAL" clId="{F8418092-08C3-4E53-BBB9-99845DC2C8E1}" dt="2025-12-09T20:20:41.296" v="4420" actId="478"/>
          <ac:picMkLst>
            <pc:docMk/>
            <pc:sldMk cId="1406381688" sldId="382"/>
            <ac:picMk id="13" creationId="{53A9457D-9007-372C-07A2-3DA7D70CF414}"/>
          </ac:picMkLst>
        </pc:picChg>
        <pc:picChg chg="add mod">
          <ac:chgData name="Jain, Arjav" userId="828bfa26-2f31-4520-9267-9bb5f376eeab" providerId="ADAL" clId="{F8418092-08C3-4E53-BBB9-99845DC2C8E1}" dt="2025-12-09T20:21:43.228" v="4433"/>
          <ac:picMkLst>
            <pc:docMk/>
            <pc:sldMk cId="1406381688" sldId="382"/>
            <ac:picMk id="14" creationId="{67134BE5-C1DA-A46D-7492-A7A0EE044F24}"/>
          </ac:picMkLst>
        </pc:picChg>
      </pc:sldChg>
      <pc:sldChg chg="addSp delSp modSp add mod">
        <pc:chgData name="Jain, Arjav" userId="828bfa26-2f31-4520-9267-9bb5f376eeab" providerId="ADAL" clId="{F8418092-08C3-4E53-BBB9-99845DC2C8E1}" dt="2025-12-09T23:37:54.382" v="6173" actId="20577"/>
        <pc:sldMkLst>
          <pc:docMk/>
          <pc:sldMk cId="503275087" sldId="383"/>
        </pc:sldMkLst>
        <pc:spChg chg="mod">
          <ac:chgData name="Jain, Arjav" userId="828bfa26-2f31-4520-9267-9bb5f376eeab" providerId="ADAL" clId="{F8418092-08C3-4E53-BBB9-99845DC2C8E1}" dt="2025-12-09T23:37:54.382" v="6173" actId="20577"/>
          <ac:spMkLst>
            <pc:docMk/>
            <pc:sldMk cId="503275087" sldId="383"/>
            <ac:spMk id="3" creationId="{7990891E-F0C7-3BAF-AA7C-1801045C7F7A}"/>
          </ac:spMkLst>
        </pc:spChg>
        <pc:picChg chg="add mod ord">
          <ac:chgData name="Jain, Arjav" userId="828bfa26-2f31-4520-9267-9bb5f376eeab" providerId="ADAL" clId="{F8418092-08C3-4E53-BBB9-99845DC2C8E1}" dt="2025-12-09T20:22:09.696" v="4445" actId="167"/>
          <ac:picMkLst>
            <pc:docMk/>
            <pc:sldMk cId="503275087" sldId="383"/>
            <ac:picMk id="6" creationId="{38EE0F23-99BE-F791-8993-83AB358BAFB8}"/>
          </ac:picMkLst>
        </pc:picChg>
        <pc:picChg chg="add del mod ord">
          <ac:chgData name="Jain, Arjav" userId="828bfa26-2f31-4520-9267-9bb5f376eeab" providerId="ADAL" clId="{F8418092-08C3-4E53-BBB9-99845DC2C8E1}" dt="2025-12-09T20:47:15.442" v="4859" actId="21"/>
          <ac:picMkLst>
            <pc:docMk/>
            <pc:sldMk cId="503275087" sldId="383"/>
            <ac:picMk id="7" creationId="{7F3629B5-E2FB-3923-A95A-220831AFCC7C}"/>
          </ac:picMkLst>
        </pc:picChg>
        <pc:picChg chg="add del mod ord">
          <ac:chgData name="Jain, Arjav" userId="828bfa26-2f31-4520-9267-9bb5f376eeab" providerId="ADAL" clId="{F8418092-08C3-4E53-BBB9-99845DC2C8E1}" dt="2025-12-09T20:47:15.442" v="4859" actId="21"/>
          <ac:picMkLst>
            <pc:docMk/>
            <pc:sldMk cId="503275087" sldId="383"/>
            <ac:picMk id="8" creationId="{CECBB7C6-CBBD-49FA-2A85-E9DC92B79C74}"/>
          </ac:picMkLst>
        </pc:picChg>
        <pc:picChg chg="add del mod ord">
          <ac:chgData name="Jain, Arjav" userId="828bfa26-2f31-4520-9267-9bb5f376eeab" providerId="ADAL" clId="{F8418092-08C3-4E53-BBB9-99845DC2C8E1}" dt="2025-12-09T20:47:15.442" v="4859" actId="21"/>
          <ac:picMkLst>
            <pc:docMk/>
            <pc:sldMk cId="503275087" sldId="383"/>
            <ac:picMk id="9" creationId="{61CD12E5-60BA-C66B-7336-93215A6703A1}"/>
          </ac:picMkLst>
        </pc:picChg>
        <pc:picChg chg="del">
          <ac:chgData name="Jain, Arjav" userId="828bfa26-2f31-4520-9267-9bb5f376eeab" providerId="ADAL" clId="{F8418092-08C3-4E53-BBB9-99845DC2C8E1}" dt="2025-12-09T20:22:11.370" v="4446" actId="478"/>
          <ac:picMkLst>
            <pc:docMk/>
            <pc:sldMk cId="503275087" sldId="383"/>
            <ac:picMk id="10" creationId="{FF7C13C5-45F5-2DF2-F324-1C86BB8A23D0}"/>
          </ac:picMkLst>
        </pc:picChg>
        <pc:picChg chg="add mod">
          <ac:chgData name="Jain, Arjav" userId="828bfa26-2f31-4520-9267-9bb5f376eeab" providerId="ADAL" clId="{F8418092-08C3-4E53-BBB9-99845DC2C8E1}" dt="2025-12-09T20:47:01.731" v="4854"/>
          <ac:picMkLst>
            <pc:docMk/>
            <pc:sldMk cId="503275087" sldId="383"/>
            <ac:picMk id="11" creationId="{B85A9974-6BE4-A976-E550-24DF47A382CF}"/>
          </ac:picMkLst>
        </pc:picChg>
        <pc:picChg chg="add mod">
          <ac:chgData name="Jain, Arjav" userId="828bfa26-2f31-4520-9267-9bb5f376eeab" providerId="ADAL" clId="{F8418092-08C3-4E53-BBB9-99845DC2C8E1}" dt="2025-12-09T20:47:01.731" v="4854"/>
          <ac:picMkLst>
            <pc:docMk/>
            <pc:sldMk cId="503275087" sldId="383"/>
            <ac:picMk id="12" creationId="{791BC51C-F2D1-C044-5CE7-9CDA401DD814}"/>
          </ac:picMkLst>
        </pc:picChg>
        <pc:picChg chg="add mod">
          <ac:chgData name="Jain, Arjav" userId="828bfa26-2f31-4520-9267-9bb5f376eeab" providerId="ADAL" clId="{F8418092-08C3-4E53-BBB9-99845DC2C8E1}" dt="2025-12-09T20:47:01.731" v="4854"/>
          <ac:picMkLst>
            <pc:docMk/>
            <pc:sldMk cId="503275087" sldId="383"/>
            <ac:picMk id="13" creationId="{ED0DBC39-BFCE-F031-A33B-8138642144FC}"/>
          </ac:picMkLst>
        </pc:picChg>
        <pc:picChg chg="del">
          <ac:chgData name="Jain, Arjav" userId="828bfa26-2f31-4520-9267-9bb5f376eeab" providerId="ADAL" clId="{F8418092-08C3-4E53-BBB9-99845DC2C8E1}" dt="2025-12-09T20:24:45.871" v="4494" actId="478"/>
          <ac:picMkLst>
            <pc:docMk/>
            <pc:sldMk cId="503275087" sldId="383"/>
            <ac:picMk id="14" creationId="{C48A6929-AC35-E788-AD15-B59966138C7F}"/>
          </ac:picMkLst>
        </pc:picChg>
        <pc:picChg chg="del">
          <ac:chgData name="Jain, Arjav" userId="828bfa26-2f31-4520-9267-9bb5f376eeab" providerId="ADAL" clId="{F8418092-08C3-4E53-BBB9-99845DC2C8E1}" dt="2025-12-09T20:24:59.746" v="4498" actId="478"/>
          <ac:picMkLst>
            <pc:docMk/>
            <pc:sldMk cId="503275087" sldId="383"/>
            <ac:picMk id="15" creationId="{10D24A8F-A246-DAED-BC4F-A30C581CB010}"/>
          </ac:picMkLst>
        </pc:picChg>
        <pc:picChg chg="del">
          <ac:chgData name="Jain, Arjav" userId="828bfa26-2f31-4520-9267-9bb5f376eeab" providerId="ADAL" clId="{F8418092-08C3-4E53-BBB9-99845DC2C8E1}" dt="2025-12-09T20:25:57.676" v="4512" actId="478"/>
          <ac:picMkLst>
            <pc:docMk/>
            <pc:sldMk cId="503275087" sldId="383"/>
            <ac:picMk id="16" creationId="{B0143339-5737-9FBD-383A-47728FAFABF3}"/>
          </ac:picMkLst>
        </pc:picChg>
        <pc:picChg chg="add mod ord">
          <ac:chgData name="Jain, Arjav" userId="828bfa26-2f31-4520-9267-9bb5f376eeab" providerId="ADAL" clId="{F8418092-08C3-4E53-BBB9-99845DC2C8E1}" dt="2025-12-09T20:47:12.072" v="4858" actId="167"/>
          <ac:picMkLst>
            <pc:docMk/>
            <pc:sldMk cId="503275087" sldId="383"/>
            <ac:picMk id="17" creationId="{E5681267-A6A8-4ADE-4CAD-E8D7F99FDD4C}"/>
          </ac:picMkLst>
        </pc:picChg>
        <pc:picChg chg="add mod ord">
          <ac:chgData name="Jain, Arjav" userId="828bfa26-2f31-4520-9267-9bb5f376eeab" providerId="ADAL" clId="{F8418092-08C3-4E53-BBB9-99845DC2C8E1}" dt="2025-12-09T20:47:12.072" v="4858" actId="167"/>
          <ac:picMkLst>
            <pc:docMk/>
            <pc:sldMk cId="503275087" sldId="383"/>
            <ac:picMk id="18" creationId="{F8799211-3402-D098-5C28-C1A14595465E}"/>
          </ac:picMkLst>
        </pc:picChg>
        <pc:picChg chg="add mod ord">
          <ac:chgData name="Jain, Arjav" userId="828bfa26-2f31-4520-9267-9bb5f376eeab" providerId="ADAL" clId="{F8418092-08C3-4E53-BBB9-99845DC2C8E1}" dt="2025-12-09T20:47:12.072" v="4858" actId="167"/>
          <ac:picMkLst>
            <pc:docMk/>
            <pc:sldMk cId="503275087" sldId="383"/>
            <ac:picMk id="19" creationId="{94EA04CF-A357-6CC3-0907-D5154354D60C}"/>
          </ac:picMkLst>
        </pc:picChg>
      </pc:sldChg>
      <pc:sldChg chg="addSp delSp modSp add mod">
        <pc:chgData name="Jain, Arjav" userId="828bfa26-2f31-4520-9267-9bb5f376eeab" providerId="ADAL" clId="{F8418092-08C3-4E53-BBB9-99845DC2C8E1}" dt="2025-12-09T20:47:27.247" v="4863" actId="478"/>
        <pc:sldMkLst>
          <pc:docMk/>
          <pc:sldMk cId="3208984596" sldId="384"/>
        </pc:sldMkLst>
        <pc:spChg chg="mod">
          <ac:chgData name="Jain, Arjav" userId="828bfa26-2f31-4520-9267-9bb5f376eeab" providerId="ADAL" clId="{F8418092-08C3-4E53-BBB9-99845DC2C8E1}" dt="2025-12-09T20:39:27.691" v="4800" actId="20577"/>
          <ac:spMkLst>
            <pc:docMk/>
            <pc:sldMk cId="3208984596" sldId="384"/>
            <ac:spMk id="3" creationId="{342F8AE8-C252-59CF-872B-E0B2BA436FC8}"/>
          </ac:spMkLst>
        </pc:spChg>
        <pc:picChg chg="add mod ord">
          <ac:chgData name="Jain, Arjav" userId="828bfa26-2f31-4520-9267-9bb5f376eeab" providerId="ADAL" clId="{F8418092-08C3-4E53-BBB9-99845DC2C8E1}" dt="2025-12-09T20:23:16.786" v="4472" actId="167"/>
          <ac:picMkLst>
            <pc:docMk/>
            <pc:sldMk cId="3208984596" sldId="384"/>
            <ac:picMk id="6" creationId="{4DD2D93C-4B1E-0E27-64BD-6097884D52EC}"/>
          </ac:picMkLst>
        </pc:picChg>
        <pc:picChg chg="del">
          <ac:chgData name="Jain, Arjav" userId="828bfa26-2f31-4520-9267-9bb5f376eeab" providerId="ADAL" clId="{F8418092-08C3-4E53-BBB9-99845DC2C8E1}" dt="2025-12-09T20:23:17.828" v="4473" actId="478"/>
          <ac:picMkLst>
            <pc:docMk/>
            <pc:sldMk cId="3208984596" sldId="384"/>
            <ac:picMk id="7" creationId="{82F715AE-659A-7F47-1BA4-4DC028A8908E}"/>
          </ac:picMkLst>
        </pc:picChg>
        <pc:picChg chg="del">
          <ac:chgData name="Jain, Arjav" userId="828bfa26-2f31-4520-9267-9bb5f376eeab" providerId="ADAL" clId="{F8418092-08C3-4E53-BBB9-99845DC2C8E1}" dt="2025-12-09T20:25:22.276" v="4503" actId="478"/>
          <ac:picMkLst>
            <pc:docMk/>
            <pc:sldMk cId="3208984596" sldId="384"/>
            <ac:picMk id="8" creationId="{48712A4A-C0C5-E6A1-B86A-D144F3E082B4}"/>
          </ac:picMkLst>
        </pc:picChg>
        <pc:picChg chg="del">
          <ac:chgData name="Jain, Arjav" userId="828bfa26-2f31-4520-9267-9bb5f376eeab" providerId="ADAL" clId="{F8418092-08C3-4E53-BBB9-99845DC2C8E1}" dt="2025-12-09T20:25:39.986" v="4508" actId="478"/>
          <ac:picMkLst>
            <pc:docMk/>
            <pc:sldMk cId="3208984596" sldId="384"/>
            <ac:picMk id="9" creationId="{2C4C8FD3-7916-D1BA-BFF0-FDCE3FD5AE0F}"/>
          </ac:picMkLst>
        </pc:picChg>
        <pc:picChg chg="del">
          <ac:chgData name="Jain, Arjav" userId="828bfa26-2f31-4520-9267-9bb5f376eeab" providerId="ADAL" clId="{F8418092-08C3-4E53-BBB9-99845DC2C8E1}" dt="2025-12-09T20:26:17.866" v="4516" actId="478"/>
          <ac:picMkLst>
            <pc:docMk/>
            <pc:sldMk cId="3208984596" sldId="384"/>
            <ac:picMk id="10" creationId="{76D052D1-8B2B-68E3-A4F3-9A457AFA673C}"/>
          </ac:picMkLst>
        </pc:picChg>
        <pc:picChg chg="add del mod ord">
          <ac:chgData name="Jain, Arjav" userId="828bfa26-2f31-4520-9267-9bb5f376eeab" providerId="ADAL" clId="{F8418092-08C3-4E53-BBB9-99845DC2C8E1}" dt="2025-12-09T20:47:27.247" v="4863" actId="478"/>
          <ac:picMkLst>
            <pc:docMk/>
            <pc:sldMk cId="3208984596" sldId="384"/>
            <ac:picMk id="11" creationId="{B85A9974-6BE4-A976-E550-24DF47A382CF}"/>
          </ac:picMkLst>
        </pc:picChg>
        <pc:picChg chg="add del mod ord">
          <ac:chgData name="Jain, Arjav" userId="828bfa26-2f31-4520-9267-9bb5f376eeab" providerId="ADAL" clId="{F8418092-08C3-4E53-BBB9-99845DC2C8E1}" dt="2025-12-09T20:47:27.247" v="4863" actId="478"/>
          <ac:picMkLst>
            <pc:docMk/>
            <pc:sldMk cId="3208984596" sldId="384"/>
            <ac:picMk id="12" creationId="{791BC51C-F2D1-C044-5CE7-9CDA401DD814}"/>
          </ac:picMkLst>
        </pc:picChg>
        <pc:picChg chg="add del mod ord">
          <ac:chgData name="Jain, Arjav" userId="828bfa26-2f31-4520-9267-9bb5f376eeab" providerId="ADAL" clId="{F8418092-08C3-4E53-BBB9-99845DC2C8E1}" dt="2025-12-09T20:47:27.247" v="4863" actId="478"/>
          <ac:picMkLst>
            <pc:docMk/>
            <pc:sldMk cId="3208984596" sldId="384"/>
            <ac:picMk id="13" creationId="{ED0DBC39-BFCE-F031-A33B-8138642144FC}"/>
          </ac:picMkLst>
        </pc:picChg>
        <pc:picChg chg="add mod ord">
          <ac:chgData name="Jain, Arjav" userId="828bfa26-2f31-4520-9267-9bb5f376eeab" providerId="ADAL" clId="{F8418092-08C3-4E53-BBB9-99845DC2C8E1}" dt="2025-12-09T20:47:24.779" v="4862" actId="167"/>
          <ac:picMkLst>
            <pc:docMk/>
            <pc:sldMk cId="3208984596" sldId="384"/>
            <ac:picMk id="14" creationId="{61CD12E5-60BA-C66B-7336-93215A6703A1}"/>
          </ac:picMkLst>
        </pc:picChg>
        <pc:picChg chg="add mod ord">
          <ac:chgData name="Jain, Arjav" userId="828bfa26-2f31-4520-9267-9bb5f376eeab" providerId="ADAL" clId="{F8418092-08C3-4E53-BBB9-99845DC2C8E1}" dt="2025-12-09T20:47:24.779" v="4862" actId="167"/>
          <ac:picMkLst>
            <pc:docMk/>
            <pc:sldMk cId="3208984596" sldId="384"/>
            <ac:picMk id="15" creationId="{CECBB7C6-CBBD-49FA-2A85-E9DC92B79C74}"/>
          </ac:picMkLst>
        </pc:picChg>
        <pc:picChg chg="add mod ord">
          <ac:chgData name="Jain, Arjav" userId="828bfa26-2f31-4520-9267-9bb5f376eeab" providerId="ADAL" clId="{F8418092-08C3-4E53-BBB9-99845DC2C8E1}" dt="2025-12-09T20:47:24.779" v="4862" actId="167"/>
          <ac:picMkLst>
            <pc:docMk/>
            <pc:sldMk cId="3208984596" sldId="384"/>
            <ac:picMk id="16" creationId="{7F3629B5-E2FB-3923-A95A-220831AFCC7C}"/>
          </ac:picMkLst>
        </pc:picChg>
      </pc:sldChg>
      <pc:sldChg chg="addSp delSp modSp add mod">
        <pc:chgData name="Jain, Arjav" userId="828bfa26-2f31-4520-9267-9bb5f376eeab" providerId="ADAL" clId="{F8418092-08C3-4E53-BBB9-99845DC2C8E1}" dt="2025-12-09T23:37:53.862" v="6170" actId="20577"/>
        <pc:sldMkLst>
          <pc:docMk/>
          <pc:sldMk cId="2941677976" sldId="385"/>
        </pc:sldMkLst>
        <pc:spChg chg="mod">
          <ac:chgData name="Jain, Arjav" userId="828bfa26-2f31-4520-9267-9bb5f376eeab" providerId="ADAL" clId="{F8418092-08C3-4E53-BBB9-99845DC2C8E1}" dt="2025-12-09T23:37:53.862" v="6170" actId="20577"/>
          <ac:spMkLst>
            <pc:docMk/>
            <pc:sldMk cId="2941677976" sldId="385"/>
            <ac:spMk id="3" creationId="{FCFEF18D-3570-B9FE-1494-11B5EE6CAB3C}"/>
          </ac:spMkLst>
        </pc:spChg>
        <pc:picChg chg="del">
          <ac:chgData name="Jain, Arjav" userId="828bfa26-2f31-4520-9267-9bb5f376eeab" providerId="ADAL" clId="{F8418092-08C3-4E53-BBB9-99845DC2C8E1}" dt="2025-12-09T20:26:48.786" v="4531" actId="478"/>
          <ac:picMkLst>
            <pc:docMk/>
            <pc:sldMk cId="2941677976" sldId="385"/>
            <ac:picMk id="6" creationId="{73E207DA-9EAB-5717-05B0-D1A50977A717}"/>
          </ac:picMkLst>
        </pc:picChg>
        <pc:picChg chg="del">
          <ac:chgData name="Jain, Arjav" userId="828bfa26-2f31-4520-9267-9bb5f376eeab" providerId="ADAL" clId="{F8418092-08C3-4E53-BBB9-99845DC2C8E1}" dt="2025-12-09T20:34:40.597" v="4694" actId="478"/>
          <ac:picMkLst>
            <pc:docMk/>
            <pc:sldMk cId="2941677976" sldId="385"/>
            <ac:picMk id="7" creationId="{CACB9E99-71C0-90FC-FDCD-9422E1DA1829}"/>
          </ac:picMkLst>
        </pc:picChg>
        <pc:picChg chg="del">
          <ac:chgData name="Jain, Arjav" userId="828bfa26-2f31-4520-9267-9bb5f376eeab" providerId="ADAL" clId="{F8418092-08C3-4E53-BBB9-99845DC2C8E1}" dt="2025-12-09T20:34:50.903" v="4699" actId="478"/>
          <ac:picMkLst>
            <pc:docMk/>
            <pc:sldMk cId="2941677976" sldId="385"/>
            <ac:picMk id="8" creationId="{1928FC61-22A2-08DE-3322-90C110CFA0CF}"/>
          </ac:picMkLst>
        </pc:picChg>
        <pc:picChg chg="del">
          <ac:chgData name="Jain, Arjav" userId="828bfa26-2f31-4520-9267-9bb5f376eeab" providerId="ADAL" clId="{F8418092-08C3-4E53-BBB9-99845DC2C8E1}" dt="2025-12-09T20:35:31.196" v="4712" actId="478"/>
          <ac:picMkLst>
            <pc:docMk/>
            <pc:sldMk cId="2941677976" sldId="385"/>
            <ac:picMk id="9" creationId="{02D7C9F6-55BE-02D2-97C4-CB0828D8208B}"/>
          </ac:picMkLst>
        </pc:picChg>
        <pc:picChg chg="add mod ord">
          <ac:chgData name="Jain, Arjav" userId="828bfa26-2f31-4520-9267-9bb5f376eeab" providerId="ADAL" clId="{F8418092-08C3-4E53-BBB9-99845DC2C8E1}" dt="2025-12-09T20:26:47.639" v="4530" actId="167"/>
          <ac:picMkLst>
            <pc:docMk/>
            <pc:sldMk cId="2941677976" sldId="385"/>
            <ac:picMk id="10" creationId="{0A0B06BB-294B-FCBC-2150-D02FAA0311C9}"/>
          </ac:picMkLst>
        </pc:picChg>
        <pc:picChg chg="add mod ord">
          <ac:chgData name="Jain, Arjav" userId="828bfa26-2f31-4520-9267-9bb5f376eeab" providerId="ADAL" clId="{F8418092-08C3-4E53-BBB9-99845DC2C8E1}" dt="2025-12-09T20:34:39.628" v="4693" actId="167"/>
          <ac:picMkLst>
            <pc:docMk/>
            <pc:sldMk cId="2941677976" sldId="385"/>
            <ac:picMk id="11" creationId="{2D3D895C-A82E-8D16-35A6-24877AA65A68}"/>
          </ac:picMkLst>
        </pc:picChg>
        <pc:picChg chg="add mod ord">
          <ac:chgData name="Jain, Arjav" userId="828bfa26-2f31-4520-9267-9bb5f376eeab" providerId="ADAL" clId="{F8418092-08C3-4E53-BBB9-99845DC2C8E1}" dt="2025-12-09T20:34:49.681" v="4698" actId="167"/>
          <ac:picMkLst>
            <pc:docMk/>
            <pc:sldMk cId="2941677976" sldId="385"/>
            <ac:picMk id="12" creationId="{6450E6A0-6610-351E-380B-08551FF2AF4F}"/>
          </ac:picMkLst>
        </pc:picChg>
        <pc:picChg chg="add mod ord">
          <ac:chgData name="Jain, Arjav" userId="828bfa26-2f31-4520-9267-9bb5f376eeab" providerId="ADAL" clId="{F8418092-08C3-4E53-BBB9-99845DC2C8E1}" dt="2025-12-09T20:35:29.947" v="4711" actId="167"/>
          <ac:picMkLst>
            <pc:docMk/>
            <pc:sldMk cId="2941677976" sldId="385"/>
            <ac:picMk id="13" creationId="{3D17BD39-942D-131F-27B1-3E0468F90B84}"/>
          </ac:picMkLst>
        </pc:picChg>
      </pc:sldChg>
      <pc:sldChg chg="addSp delSp modSp add mod">
        <pc:chgData name="Jain, Arjav" userId="828bfa26-2f31-4520-9267-9bb5f376eeab" providerId="ADAL" clId="{F8418092-08C3-4E53-BBB9-99845DC2C8E1}" dt="2025-12-09T23:37:31.359" v="6167" actId="20577"/>
        <pc:sldMkLst>
          <pc:docMk/>
          <pc:sldMk cId="524619965" sldId="386"/>
        </pc:sldMkLst>
        <pc:spChg chg="mod">
          <ac:chgData name="Jain, Arjav" userId="828bfa26-2f31-4520-9267-9bb5f376eeab" providerId="ADAL" clId="{F8418092-08C3-4E53-BBB9-99845DC2C8E1}" dt="2025-12-09T23:37:31.359" v="6167" actId="20577"/>
          <ac:spMkLst>
            <pc:docMk/>
            <pc:sldMk cId="524619965" sldId="386"/>
            <ac:spMk id="3" creationId="{C0460DDF-2B4D-DA3D-590F-D2ABB6973269}"/>
          </ac:spMkLst>
        </pc:spChg>
        <pc:picChg chg="del">
          <ac:chgData name="Jain, Arjav" userId="828bfa26-2f31-4520-9267-9bb5f376eeab" providerId="ADAL" clId="{F8418092-08C3-4E53-BBB9-99845DC2C8E1}" dt="2025-12-09T20:31:01.806" v="4586" actId="478"/>
          <ac:picMkLst>
            <pc:docMk/>
            <pc:sldMk cId="524619965" sldId="386"/>
            <ac:picMk id="6" creationId="{56B25015-2D9C-3D41-B6A9-F2CDED32E98D}"/>
          </ac:picMkLst>
        </pc:picChg>
        <pc:picChg chg="add mod ord">
          <ac:chgData name="Jain, Arjav" userId="828bfa26-2f31-4520-9267-9bb5f376eeab" providerId="ADAL" clId="{F8418092-08C3-4E53-BBB9-99845DC2C8E1}" dt="2025-12-09T20:31:00.732" v="4585" actId="167"/>
          <ac:picMkLst>
            <pc:docMk/>
            <pc:sldMk cId="524619965" sldId="386"/>
            <ac:picMk id="7" creationId="{B714276E-C997-084A-DE66-5699AC289B9A}"/>
          </ac:picMkLst>
        </pc:picChg>
        <pc:picChg chg="add mod ord">
          <ac:chgData name="Jain, Arjav" userId="828bfa26-2f31-4520-9267-9bb5f376eeab" providerId="ADAL" clId="{F8418092-08C3-4E53-BBB9-99845DC2C8E1}" dt="2025-12-09T20:35:01.575" v="4702" actId="167"/>
          <ac:picMkLst>
            <pc:docMk/>
            <pc:sldMk cId="524619965" sldId="386"/>
            <ac:picMk id="8" creationId="{AF31B116-A27D-5219-DB0A-3D35817EE63C}"/>
          </ac:picMkLst>
        </pc:picChg>
        <pc:picChg chg="add mod ord">
          <ac:chgData name="Jain, Arjav" userId="828bfa26-2f31-4520-9267-9bb5f376eeab" providerId="ADAL" clId="{F8418092-08C3-4E53-BBB9-99845DC2C8E1}" dt="2025-12-09T20:35:11.929" v="4707" actId="167"/>
          <ac:picMkLst>
            <pc:docMk/>
            <pc:sldMk cId="524619965" sldId="386"/>
            <ac:picMk id="9" creationId="{10672A15-0A7A-DECD-D19C-0F38EC655908}"/>
          </ac:picMkLst>
        </pc:picChg>
        <pc:picChg chg="add mod ord">
          <ac:chgData name="Jain, Arjav" userId="828bfa26-2f31-4520-9267-9bb5f376eeab" providerId="ADAL" clId="{F8418092-08C3-4E53-BBB9-99845DC2C8E1}" dt="2025-12-09T20:36:15.648" v="4729" actId="1037"/>
          <ac:picMkLst>
            <pc:docMk/>
            <pc:sldMk cId="524619965" sldId="386"/>
            <ac:picMk id="10" creationId="{85F51F62-2457-138C-0B54-B33A051098F5}"/>
          </ac:picMkLst>
        </pc:picChg>
        <pc:picChg chg="del">
          <ac:chgData name="Jain, Arjav" userId="828bfa26-2f31-4520-9267-9bb5f376eeab" providerId="ADAL" clId="{F8418092-08C3-4E53-BBB9-99845DC2C8E1}" dt="2025-12-09T20:35:02.566" v="4703" actId="478"/>
          <ac:picMkLst>
            <pc:docMk/>
            <pc:sldMk cId="524619965" sldId="386"/>
            <ac:picMk id="11" creationId="{85799E68-3437-EA48-CC1C-9514B2369126}"/>
          </ac:picMkLst>
        </pc:picChg>
        <pc:picChg chg="del">
          <ac:chgData name="Jain, Arjav" userId="828bfa26-2f31-4520-9267-9bb5f376eeab" providerId="ADAL" clId="{F8418092-08C3-4E53-BBB9-99845DC2C8E1}" dt="2025-12-09T20:35:13.232" v="4708" actId="478"/>
          <ac:picMkLst>
            <pc:docMk/>
            <pc:sldMk cId="524619965" sldId="386"/>
            <ac:picMk id="12" creationId="{C6D2F4ED-D20D-2882-11B5-C07AD5DCD7FD}"/>
          </ac:picMkLst>
        </pc:picChg>
        <pc:picChg chg="del">
          <ac:chgData name="Jain, Arjav" userId="828bfa26-2f31-4520-9267-9bb5f376eeab" providerId="ADAL" clId="{F8418092-08C3-4E53-BBB9-99845DC2C8E1}" dt="2025-12-09T20:35:45.477" v="4716" actId="478"/>
          <ac:picMkLst>
            <pc:docMk/>
            <pc:sldMk cId="524619965" sldId="386"/>
            <ac:picMk id="13" creationId="{8AA3FBD4-2F2B-9B84-61B3-7B5A9519EC33}"/>
          </ac:picMkLst>
        </pc:picChg>
      </pc:sldChg>
      <pc:sldChg chg="addSp delSp modSp add mod">
        <pc:chgData name="Jain, Arjav" userId="828bfa26-2f31-4520-9267-9bb5f376eeab" providerId="ADAL" clId="{F8418092-08C3-4E53-BBB9-99845DC2C8E1}" dt="2025-12-09T20:48:11.947" v="4870"/>
        <pc:sldMkLst>
          <pc:docMk/>
          <pc:sldMk cId="491476112" sldId="387"/>
        </pc:sldMkLst>
        <pc:spChg chg="mod">
          <ac:chgData name="Jain, Arjav" userId="828bfa26-2f31-4520-9267-9bb5f376eeab" providerId="ADAL" clId="{F8418092-08C3-4E53-BBB9-99845DC2C8E1}" dt="2025-12-09T20:38:04.656" v="4766" actId="20577"/>
          <ac:spMkLst>
            <pc:docMk/>
            <pc:sldMk cId="491476112" sldId="387"/>
            <ac:spMk id="3" creationId="{A27077A6-A93B-E217-D8F2-E3BC7B0843AC}"/>
          </ac:spMkLst>
        </pc:spChg>
        <pc:picChg chg="add mod ord">
          <ac:chgData name="Jain, Arjav" userId="828bfa26-2f31-4520-9267-9bb5f376eeab" providerId="ADAL" clId="{F8418092-08C3-4E53-BBB9-99845DC2C8E1}" dt="2025-12-09T20:37:10.561" v="4746" actId="167"/>
          <ac:picMkLst>
            <pc:docMk/>
            <pc:sldMk cId="491476112" sldId="387"/>
            <ac:picMk id="6" creationId="{D5616F02-83C9-270D-8C5D-6BA07E3360A6}"/>
          </ac:picMkLst>
        </pc:picChg>
        <pc:picChg chg="add del mod ord">
          <ac:chgData name="Jain, Arjav" userId="828bfa26-2f31-4520-9267-9bb5f376eeab" providerId="ADAL" clId="{F8418092-08C3-4E53-BBB9-99845DC2C8E1}" dt="2025-12-09T20:43:58.375" v="4848" actId="21"/>
          <ac:picMkLst>
            <pc:docMk/>
            <pc:sldMk cId="491476112" sldId="387"/>
            <ac:picMk id="7" creationId="{678EFC02-624C-F1AC-ACB3-9327EB9E19B2}"/>
          </ac:picMkLst>
        </pc:picChg>
        <pc:picChg chg="add del mod ord">
          <ac:chgData name="Jain, Arjav" userId="828bfa26-2f31-4520-9267-9bb5f376eeab" providerId="ADAL" clId="{F8418092-08C3-4E53-BBB9-99845DC2C8E1}" dt="2025-12-09T20:43:58.375" v="4848" actId="21"/>
          <ac:picMkLst>
            <pc:docMk/>
            <pc:sldMk cId="491476112" sldId="387"/>
            <ac:picMk id="8" creationId="{72D7532F-E29A-E5E6-0190-6F0A52A2BC6C}"/>
          </ac:picMkLst>
        </pc:picChg>
        <pc:picChg chg="add mod ord">
          <ac:chgData name="Jain, Arjav" userId="828bfa26-2f31-4520-9267-9bb5f376eeab" providerId="ADAL" clId="{F8418092-08C3-4E53-BBB9-99845DC2C8E1}" dt="2025-12-09T20:41:46.676" v="4841" actId="1037"/>
          <ac:picMkLst>
            <pc:docMk/>
            <pc:sldMk cId="491476112" sldId="387"/>
            <ac:picMk id="9" creationId="{6AF24617-6D7F-9D43-9FAD-EAFBE3C73A34}"/>
          </ac:picMkLst>
        </pc:picChg>
        <pc:picChg chg="del">
          <ac:chgData name="Jain, Arjav" userId="828bfa26-2f31-4520-9267-9bb5f376eeab" providerId="ADAL" clId="{F8418092-08C3-4E53-BBB9-99845DC2C8E1}" dt="2025-12-09T20:37:11.788" v="4747" actId="478"/>
          <ac:picMkLst>
            <pc:docMk/>
            <pc:sldMk cId="491476112" sldId="387"/>
            <ac:picMk id="10" creationId="{A86C251E-9C68-395B-D5DD-23BA508EEBAD}"/>
          </ac:picMkLst>
        </pc:picChg>
        <pc:picChg chg="del">
          <ac:chgData name="Jain, Arjav" userId="828bfa26-2f31-4520-9267-9bb5f376eeab" providerId="ADAL" clId="{F8418092-08C3-4E53-BBB9-99845DC2C8E1}" dt="2025-12-09T20:40:39.790" v="4819" actId="478"/>
          <ac:picMkLst>
            <pc:docMk/>
            <pc:sldMk cId="491476112" sldId="387"/>
            <ac:picMk id="11" creationId="{0092B9FE-BE26-CE57-CB34-FE046CBE0EAD}"/>
          </ac:picMkLst>
        </pc:picChg>
        <pc:picChg chg="del">
          <ac:chgData name="Jain, Arjav" userId="828bfa26-2f31-4520-9267-9bb5f376eeab" providerId="ADAL" clId="{F8418092-08C3-4E53-BBB9-99845DC2C8E1}" dt="2025-12-09T20:40:56.791" v="4823" actId="478"/>
          <ac:picMkLst>
            <pc:docMk/>
            <pc:sldMk cId="491476112" sldId="387"/>
            <ac:picMk id="12" creationId="{2774CB9C-455A-7F18-FEB3-0949900E6679}"/>
          </ac:picMkLst>
        </pc:picChg>
        <pc:picChg chg="del">
          <ac:chgData name="Jain, Arjav" userId="828bfa26-2f31-4520-9267-9bb5f376eeab" providerId="ADAL" clId="{F8418092-08C3-4E53-BBB9-99845DC2C8E1}" dt="2025-12-09T20:41:32.816" v="4835" actId="478"/>
          <ac:picMkLst>
            <pc:docMk/>
            <pc:sldMk cId="491476112" sldId="387"/>
            <ac:picMk id="13" creationId="{917BC0B5-F380-D115-C8DA-D65F981CA39D}"/>
          </ac:picMkLst>
        </pc:picChg>
        <pc:picChg chg="add del mod ord">
          <ac:chgData name="Jain, Arjav" userId="828bfa26-2f31-4520-9267-9bb5f376eeab" providerId="ADAL" clId="{F8418092-08C3-4E53-BBB9-99845DC2C8E1}" dt="2025-12-09T20:48:04.167" v="4864" actId="21"/>
          <ac:picMkLst>
            <pc:docMk/>
            <pc:sldMk cId="491476112" sldId="387"/>
            <ac:picMk id="14" creationId="{E08961E1-A583-41BE-8AC8-CB6226B3C992}"/>
          </ac:picMkLst>
        </pc:picChg>
        <pc:picChg chg="add mod ord">
          <ac:chgData name="Jain, Arjav" userId="828bfa26-2f31-4520-9267-9bb5f376eeab" providerId="ADAL" clId="{F8418092-08C3-4E53-BBB9-99845DC2C8E1}" dt="2025-12-09T20:43:56.329" v="4847" actId="167"/>
          <ac:picMkLst>
            <pc:docMk/>
            <pc:sldMk cId="491476112" sldId="387"/>
            <ac:picMk id="15" creationId="{D6FC772E-5AB1-46CF-DA15-2E7079B35979}"/>
          </ac:picMkLst>
        </pc:picChg>
        <pc:picChg chg="add mod">
          <ac:chgData name="Jain, Arjav" userId="828bfa26-2f31-4520-9267-9bb5f376eeab" providerId="ADAL" clId="{F8418092-08C3-4E53-BBB9-99845DC2C8E1}" dt="2025-12-09T20:48:11.947" v="4870"/>
          <ac:picMkLst>
            <pc:docMk/>
            <pc:sldMk cId="491476112" sldId="387"/>
            <ac:picMk id="16" creationId="{72D7532F-E29A-E5E6-0190-6F0A52A2BC6C}"/>
          </ac:picMkLst>
        </pc:picChg>
      </pc:sldChg>
      <pc:sldChg chg="addSp delSp modSp add mod">
        <pc:chgData name="Jain, Arjav" userId="828bfa26-2f31-4520-9267-9bb5f376eeab" providerId="ADAL" clId="{F8418092-08C3-4E53-BBB9-99845DC2C8E1}" dt="2025-12-09T20:48:10.772" v="4869" actId="21"/>
        <pc:sldMkLst>
          <pc:docMk/>
          <pc:sldMk cId="2285537547" sldId="388"/>
        </pc:sldMkLst>
        <pc:spChg chg="mod">
          <ac:chgData name="Jain, Arjav" userId="828bfa26-2f31-4520-9267-9bb5f376eeab" providerId="ADAL" clId="{F8418092-08C3-4E53-BBB9-99845DC2C8E1}" dt="2025-12-09T20:40:24.186" v="4815" actId="20577"/>
          <ac:spMkLst>
            <pc:docMk/>
            <pc:sldMk cId="2285537547" sldId="388"/>
            <ac:spMk id="3" creationId="{283C8811-4C43-CF44-A697-BD0355BACAD9}"/>
          </ac:spMkLst>
        </pc:spChg>
        <pc:picChg chg="add mod ord">
          <ac:chgData name="Jain, Arjav" userId="828bfa26-2f31-4520-9267-9bb5f376eeab" providerId="ADAL" clId="{F8418092-08C3-4E53-BBB9-99845DC2C8E1}" dt="2025-12-09T20:38:18.470" v="4775" actId="167"/>
          <ac:picMkLst>
            <pc:docMk/>
            <pc:sldMk cId="2285537547" sldId="388"/>
            <ac:picMk id="6" creationId="{A611417C-8D7B-8502-C633-7FA1EE98974E}"/>
          </ac:picMkLst>
        </pc:picChg>
        <pc:picChg chg="del">
          <ac:chgData name="Jain, Arjav" userId="828bfa26-2f31-4520-9267-9bb5f376eeab" providerId="ADAL" clId="{F8418092-08C3-4E53-BBB9-99845DC2C8E1}" dt="2025-12-09T20:38:19.606" v="4776" actId="478"/>
          <ac:picMkLst>
            <pc:docMk/>
            <pc:sldMk cId="2285537547" sldId="388"/>
            <ac:picMk id="7" creationId="{7AA27D47-F841-CF5C-5C75-A3A9D46B075E}"/>
          </ac:picMkLst>
        </pc:picChg>
        <pc:picChg chg="del">
          <ac:chgData name="Jain, Arjav" userId="828bfa26-2f31-4520-9267-9bb5f376eeab" providerId="ADAL" clId="{F8418092-08C3-4E53-BBB9-99845DC2C8E1}" dt="2025-12-09T20:41:09.808" v="4827" actId="478"/>
          <ac:picMkLst>
            <pc:docMk/>
            <pc:sldMk cId="2285537547" sldId="388"/>
            <ac:picMk id="8" creationId="{0DA00AD0-1D77-C0C4-C510-18610DAD5044}"/>
          </ac:picMkLst>
        </pc:picChg>
        <pc:picChg chg="del">
          <ac:chgData name="Jain, Arjav" userId="828bfa26-2f31-4520-9267-9bb5f376eeab" providerId="ADAL" clId="{F8418092-08C3-4E53-BBB9-99845DC2C8E1}" dt="2025-12-09T20:41:21.072" v="4831" actId="478"/>
          <ac:picMkLst>
            <pc:docMk/>
            <pc:sldMk cId="2285537547" sldId="388"/>
            <ac:picMk id="9" creationId="{A7DAD2B3-4B2D-A9F8-C706-0AFA57813AF8}"/>
          </ac:picMkLst>
        </pc:picChg>
        <pc:picChg chg="del">
          <ac:chgData name="Jain, Arjav" userId="828bfa26-2f31-4520-9267-9bb5f376eeab" providerId="ADAL" clId="{F8418092-08C3-4E53-BBB9-99845DC2C8E1}" dt="2025-12-09T20:42:02.326" v="4845" actId="478"/>
          <ac:picMkLst>
            <pc:docMk/>
            <pc:sldMk cId="2285537547" sldId="388"/>
            <ac:picMk id="10" creationId="{56727D5B-4D6E-CF63-061D-A6029D1DEA43}"/>
          </ac:picMkLst>
        </pc:picChg>
        <pc:picChg chg="add del mod ord">
          <ac:chgData name="Jain, Arjav" userId="828bfa26-2f31-4520-9267-9bb5f376eeab" providerId="ADAL" clId="{F8418092-08C3-4E53-BBB9-99845DC2C8E1}" dt="2025-12-09T20:44:04.166" v="4851" actId="478"/>
          <ac:picMkLst>
            <pc:docMk/>
            <pc:sldMk cId="2285537547" sldId="388"/>
            <ac:picMk id="11" creationId="{CA508A37-7D41-D570-9388-0D1586345AB8}"/>
          </ac:picMkLst>
        </pc:picChg>
        <pc:picChg chg="add del mod ord">
          <ac:chgData name="Jain, Arjav" userId="828bfa26-2f31-4520-9267-9bb5f376eeab" providerId="ADAL" clId="{F8418092-08C3-4E53-BBB9-99845DC2C8E1}" dt="2025-12-09T20:44:04.966" v="4852" actId="478"/>
          <ac:picMkLst>
            <pc:docMk/>
            <pc:sldMk cId="2285537547" sldId="388"/>
            <ac:picMk id="12" creationId="{4072A5CB-7C5E-8281-4DCD-64AF84A83700}"/>
          </ac:picMkLst>
        </pc:picChg>
        <pc:picChg chg="add mod ord">
          <ac:chgData name="Jain, Arjav" userId="828bfa26-2f31-4520-9267-9bb5f376eeab" providerId="ADAL" clId="{F8418092-08C3-4E53-BBB9-99845DC2C8E1}" dt="2025-12-09T20:42:00.986" v="4844" actId="167"/>
          <ac:picMkLst>
            <pc:docMk/>
            <pc:sldMk cId="2285537547" sldId="388"/>
            <ac:picMk id="13" creationId="{37EF57DD-6A9C-ECAF-6A86-DD5EDBA7AF03}"/>
          </ac:picMkLst>
        </pc:picChg>
        <pc:picChg chg="add del mod ord">
          <ac:chgData name="Jain, Arjav" userId="828bfa26-2f31-4520-9267-9bb5f376eeab" providerId="ADAL" clId="{F8418092-08C3-4E53-BBB9-99845DC2C8E1}" dt="2025-12-09T20:48:10.772" v="4869" actId="21"/>
          <ac:picMkLst>
            <pc:docMk/>
            <pc:sldMk cId="2285537547" sldId="388"/>
            <ac:picMk id="14" creationId="{72D7532F-E29A-E5E6-0190-6F0A52A2BC6C}"/>
          </ac:picMkLst>
        </pc:picChg>
        <pc:picChg chg="add mod ord">
          <ac:chgData name="Jain, Arjav" userId="828bfa26-2f31-4520-9267-9bb5f376eeab" providerId="ADAL" clId="{F8418092-08C3-4E53-BBB9-99845DC2C8E1}" dt="2025-12-09T20:44:02.450" v="4850" actId="167"/>
          <ac:picMkLst>
            <pc:docMk/>
            <pc:sldMk cId="2285537547" sldId="388"/>
            <ac:picMk id="15" creationId="{678EFC02-624C-F1AC-ACB3-9327EB9E19B2}"/>
          </ac:picMkLst>
        </pc:picChg>
        <pc:picChg chg="add mod ord">
          <ac:chgData name="Jain, Arjav" userId="828bfa26-2f31-4520-9267-9bb5f376eeab" providerId="ADAL" clId="{F8418092-08C3-4E53-BBB9-99845DC2C8E1}" dt="2025-12-09T20:48:09.661" v="4868" actId="167"/>
          <ac:picMkLst>
            <pc:docMk/>
            <pc:sldMk cId="2285537547" sldId="388"/>
            <ac:picMk id="16" creationId="{E08961E1-A583-41BE-8AC8-CB6226B3C992}"/>
          </ac:picMkLst>
        </pc:picChg>
      </pc:sldChg>
      <pc:sldChg chg="add del">
        <pc:chgData name="Jain, Arjav" userId="828bfa26-2f31-4520-9267-9bb5f376eeab" providerId="ADAL" clId="{F8418092-08C3-4E53-BBB9-99845DC2C8E1}" dt="2025-12-09T20:48:59.892" v="4872"/>
        <pc:sldMkLst>
          <pc:docMk/>
          <pc:sldMk cId="3132417053" sldId="389"/>
        </pc:sldMkLst>
      </pc:sldChg>
      <pc:sldChg chg="addSp delSp modSp add mod">
        <pc:chgData name="Jain, Arjav" userId="828bfa26-2f31-4520-9267-9bb5f376eeab" providerId="ADAL" clId="{F8418092-08C3-4E53-BBB9-99845DC2C8E1}" dt="2025-12-09T20:52:07.966" v="4951" actId="403"/>
        <pc:sldMkLst>
          <pc:docMk/>
          <pc:sldMk cId="3968819661" sldId="389"/>
        </pc:sldMkLst>
        <pc:spChg chg="mod">
          <ac:chgData name="Jain, Arjav" userId="828bfa26-2f31-4520-9267-9bb5f376eeab" providerId="ADAL" clId="{F8418092-08C3-4E53-BBB9-99845DC2C8E1}" dt="2025-12-09T20:49:04.639" v="4881" actId="20577"/>
          <ac:spMkLst>
            <pc:docMk/>
            <pc:sldMk cId="3968819661" sldId="389"/>
            <ac:spMk id="2" creationId="{B553FA05-7B09-1F8A-31BB-6BB020BF906D}"/>
          </ac:spMkLst>
        </pc:spChg>
        <pc:spChg chg="mod">
          <ac:chgData name="Jain, Arjav" userId="828bfa26-2f31-4520-9267-9bb5f376eeab" providerId="ADAL" clId="{F8418092-08C3-4E53-BBB9-99845DC2C8E1}" dt="2025-12-09T20:49:31.543" v="4910" actId="20577"/>
          <ac:spMkLst>
            <pc:docMk/>
            <pc:sldMk cId="3968819661" sldId="389"/>
            <ac:spMk id="3" creationId="{95D47A45-702E-2B18-F386-3436C3FF9139}"/>
          </ac:spMkLst>
        </pc:spChg>
        <pc:spChg chg="mod">
          <ac:chgData name="Jain, Arjav" userId="828bfa26-2f31-4520-9267-9bb5f376eeab" providerId="ADAL" clId="{F8418092-08C3-4E53-BBB9-99845DC2C8E1}" dt="2025-12-09T20:52:07.966" v="4951" actId="403"/>
          <ac:spMkLst>
            <pc:docMk/>
            <pc:sldMk cId="3968819661" sldId="389"/>
            <ac:spMk id="12" creationId="{11134461-32C3-95AB-DFA4-30111D27505A}"/>
          </ac:spMkLst>
        </pc:spChg>
        <pc:picChg chg="del">
          <ac:chgData name="Jain, Arjav" userId="828bfa26-2f31-4520-9267-9bb5f376eeab" providerId="ADAL" clId="{F8418092-08C3-4E53-BBB9-99845DC2C8E1}" dt="2025-12-09T20:49:56.189" v="4915" actId="478"/>
          <ac:picMkLst>
            <pc:docMk/>
            <pc:sldMk cId="3968819661" sldId="389"/>
            <ac:picMk id="6" creationId="{95C5B898-CC13-5711-21CE-FF3D722FEC9A}"/>
          </ac:picMkLst>
        </pc:picChg>
        <pc:picChg chg="add mod ord">
          <ac:chgData name="Jain, Arjav" userId="828bfa26-2f31-4520-9267-9bb5f376eeab" providerId="ADAL" clId="{F8418092-08C3-4E53-BBB9-99845DC2C8E1}" dt="2025-12-09T20:49:54.888" v="4914" actId="167"/>
          <ac:picMkLst>
            <pc:docMk/>
            <pc:sldMk cId="3968819661" sldId="389"/>
            <ac:picMk id="7" creationId="{3E308107-24C7-A438-608E-9E24AD227FE6}"/>
          </ac:picMkLst>
        </pc:picChg>
      </pc:sldChg>
      <pc:sldChg chg="add del">
        <pc:chgData name="Jain, Arjav" userId="828bfa26-2f31-4520-9267-9bb5f376eeab" providerId="ADAL" clId="{F8418092-08C3-4E53-BBB9-99845DC2C8E1}" dt="2025-12-09T20:48:59.892" v="4872"/>
        <pc:sldMkLst>
          <pc:docMk/>
          <pc:sldMk cId="847384670" sldId="390"/>
        </pc:sldMkLst>
      </pc:sldChg>
      <pc:sldChg chg="addSp delSp modSp add mod">
        <pc:chgData name="Jain, Arjav" userId="828bfa26-2f31-4520-9267-9bb5f376eeab" providerId="ADAL" clId="{F8418092-08C3-4E53-BBB9-99845DC2C8E1}" dt="2025-12-09T20:55:33.875" v="5023" actId="478"/>
        <pc:sldMkLst>
          <pc:docMk/>
          <pc:sldMk cId="3173468475" sldId="390"/>
        </pc:sldMkLst>
        <pc:spChg chg="mod">
          <ac:chgData name="Jain, Arjav" userId="828bfa26-2f31-4520-9267-9bb5f376eeab" providerId="ADAL" clId="{F8418092-08C3-4E53-BBB9-99845DC2C8E1}" dt="2025-12-09T20:52:43.821" v="4959" actId="20577"/>
          <ac:spMkLst>
            <pc:docMk/>
            <pc:sldMk cId="3173468475" sldId="390"/>
            <ac:spMk id="2" creationId="{D77D3C82-7106-B063-C905-88D506678EE6}"/>
          </ac:spMkLst>
        </pc:spChg>
        <pc:spChg chg="mod">
          <ac:chgData name="Jain, Arjav" userId="828bfa26-2f31-4520-9267-9bb5f376eeab" providerId="ADAL" clId="{F8418092-08C3-4E53-BBB9-99845DC2C8E1}" dt="2025-12-09T20:53:48.861" v="4985" actId="20577"/>
          <ac:spMkLst>
            <pc:docMk/>
            <pc:sldMk cId="3173468475" sldId="390"/>
            <ac:spMk id="3" creationId="{B73156E5-FDB3-3A69-4725-9716E86EB0E0}"/>
          </ac:spMkLst>
        </pc:spChg>
        <pc:picChg chg="add mod ord">
          <ac:chgData name="Jain, Arjav" userId="828bfa26-2f31-4520-9267-9bb5f376eeab" providerId="ADAL" clId="{F8418092-08C3-4E53-BBB9-99845DC2C8E1}" dt="2025-12-09T20:54:37.755" v="5005" actId="167"/>
          <ac:picMkLst>
            <pc:docMk/>
            <pc:sldMk cId="3173468475" sldId="390"/>
            <ac:picMk id="7" creationId="{D74DF89F-117B-3CA4-EEC0-37BC71650597}"/>
          </ac:picMkLst>
        </pc:picChg>
        <pc:picChg chg="add mod ord">
          <ac:chgData name="Jain, Arjav" userId="828bfa26-2f31-4520-9267-9bb5f376eeab" providerId="ADAL" clId="{F8418092-08C3-4E53-BBB9-99845DC2C8E1}" dt="2025-12-09T20:54:47.630" v="5009" actId="167"/>
          <ac:picMkLst>
            <pc:docMk/>
            <pc:sldMk cId="3173468475" sldId="390"/>
            <ac:picMk id="8" creationId="{8F3D0F73-E6FE-CA84-4613-08C62079D20C}"/>
          </ac:picMkLst>
        </pc:picChg>
        <pc:picChg chg="add mod ord">
          <ac:chgData name="Jain, Arjav" userId="828bfa26-2f31-4520-9267-9bb5f376eeab" providerId="ADAL" clId="{F8418092-08C3-4E53-BBB9-99845DC2C8E1}" dt="2025-12-09T20:55:32.687" v="5022" actId="167"/>
          <ac:picMkLst>
            <pc:docMk/>
            <pc:sldMk cId="3173468475" sldId="390"/>
            <ac:picMk id="9" creationId="{6D57CBC1-6535-9E8F-7E51-579DF36EE170}"/>
          </ac:picMkLst>
        </pc:picChg>
        <pc:picChg chg="del">
          <ac:chgData name="Jain, Arjav" userId="828bfa26-2f31-4520-9267-9bb5f376eeab" providerId="ADAL" clId="{F8418092-08C3-4E53-BBB9-99845DC2C8E1}" dt="2025-12-09T20:55:33.875" v="5023" actId="478"/>
          <ac:picMkLst>
            <pc:docMk/>
            <pc:sldMk cId="3173468475" sldId="390"/>
            <ac:picMk id="11" creationId="{F8360248-2934-5067-150A-811CD080C33F}"/>
          </ac:picMkLst>
        </pc:picChg>
        <pc:picChg chg="del">
          <ac:chgData name="Jain, Arjav" userId="828bfa26-2f31-4520-9267-9bb5f376eeab" providerId="ADAL" clId="{F8418092-08C3-4E53-BBB9-99845DC2C8E1}" dt="2025-12-09T20:54:38.960" v="5006" actId="478"/>
          <ac:picMkLst>
            <pc:docMk/>
            <pc:sldMk cId="3173468475" sldId="390"/>
            <ac:picMk id="12" creationId="{945717DC-A7E4-01C8-2DCC-8E535802B71D}"/>
          </ac:picMkLst>
        </pc:picChg>
        <pc:picChg chg="del">
          <ac:chgData name="Jain, Arjav" userId="828bfa26-2f31-4520-9267-9bb5f376eeab" providerId="ADAL" clId="{F8418092-08C3-4E53-BBB9-99845DC2C8E1}" dt="2025-12-09T20:54:48.880" v="5010" actId="478"/>
          <ac:picMkLst>
            <pc:docMk/>
            <pc:sldMk cId="3173468475" sldId="390"/>
            <ac:picMk id="13" creationId="{890B9A4D-FF52-5EC3-228E-7DE6C717D8BF}"/>
          </ac:picMkLst>
        </pc:picChg>
      </pc:sldChg>
      <pc:sldChg chg="add del">
        <pc:chgData name="Jain, Arjav" userId="828bfa26-2f31-4520-9267-9bb5f376eeab" providerId="ADAL" clId="{F8418092-08C3-4E53-BBB9-99845DC2C8E1}" dt="2025-12-09T20:48:59.892" v="4872"/>
        <pc:sldMkLst>
          <pc:docMk/>
          <pc:sldMk cId="1504919072" sldId="391"/>
        </pc:sldMkLst>
      </pc:sldChg>
      <pc:sldChg chg="addSp delSp modSp add mod">
        <pc:chgData name="Jain, Arjav" userId="828bfa26-2f31-4520-9267-9bb5f376eeab" providerId="ADAL" clId="{F8418092-08C3-4E53-BBB9-99845DC2C8E1}" dt="2025-12-09T21:28:36.442" v="5637" actId="20577"/>
        <pc:sldMkLst>
          <pc:docMk/>
          <pc:sldMk cId="3295771651" sldId="391"/>
        </pc:sldMkLst>
        <pc:spChg chg="mod">
          <ac:chgData name="Jain, Arjav" userId="828bfa26-2f31-4520-9267-9bb5f376eeab" providerId="ADAL" clId="{F8418092-08C3-4E53-BBB9-99845DC2C8E1}" dt="2025-12-09T20:54:00.364" v="4995" actId="20577"/>
          <ac:spMkLst>
            <pc:docMk/>
            <pc:sldMk cId="3295771651" sldId="391"/>
            <ac:spMk id="2" creationId="{A66AACEB-01AF-7470-F3A2-8ACBBF73126D}"/>
          </ac:spMkLst>
        </pc:spChg>
        <pc:spChg chg="mod">
          <ac:chgData name="Jain, Arjav" userId="828bfa26-2f31-4520-9267-9bb5f376eeab" providerId="ADAL" clId="{F8418092-08C3-4E53-BBB9-99845DC2C8E1}" dt="2025-12-09T21:28:36.442" v="5637" actId="20577"/>
          <ac:spMkLst>
            <pc:docMk/>
            <pc:sldMk cId="3295771651" sldId="391"/>
            <ac:spMk id="3" creationId="{8DD88FDF-0ED8-2FE1-2A85-69E4EF045C69}"/>
          </ac:spMkLst>
        </pc:spChg>
        <pc:picChg chg="add mod ord">
          <ac:chgData name="Jain, Arjav" userId="828bfa26-2f31-4520-9267-9bb5f376eeab" providerId="ADAL" clId="{F8418092-08C3-4E53-BBB9-99845DC2C8E1}" dt="2025-12-09T20:54:57.530" v="5013" actId="167"/>
          <ac:picMkLst>
            <pc:docMk/>
            <pc:sldMk cId="3295771651" sldId="391"/>
            <ac:picMk id="6" creationId="{36953737-9216-16B1-88C0-9DF175EDE61F}"/>
          </ac:picMkLst>
        </pc:picChg>
        <pc:picChg chg="del">
          <ac:chgData name="Jain, Arjav" userId="828bfa26-2f31-4520-9267-9bb5f376eeab" providerId="ADAL" clId="{F8418092-08C3-4E53-BBB9-99845DC2C8E1}" dt="2025-12-09T20:55:48.896" v="5028" actId="478"/>
          <ac:picMkLst>
            <pc:docMk/>
            <pc:sldMk cId="3295771651" sldId="391"/>
            <ac:picMk id="7" creationId="{EBCE1F98-0935-1546-9A05-2A329EB1F4BD}"/>
          </ac:picMkLst>
        </pc:picChg>
        <pc:picChg chg="del">
          <ac:chgData name="Jain, Arjav" userId="828bfa26-2f31-4520-9267-9bb5f376eeab" providerId="ADAL" clId="{F8418092-08C3-4E53-BBB9-99845DC2C8E1}" dt="2025-12-09T20:55:08.196" v="5018" actId="478"/>
          <ac:picMkLst>
            <pc:docMk/>
            <pc:sldMk cId="3295771651" sldId="391"/>
            <ac:picMk id="8" creationId="{5DDDE107-F046-C968-3C3F-80058A87D17B}"/>
          </ac:picMkLst>
        </pc:picChg>
        <pc:picChg chg="del">
          <ac:chgData name="Jain, Arjav" userId="828bfa26-2f31-4520-9267-9bb5f376eeab" providerId="ADAL" clId="{F8418092-08C3-4E53-BBB9-99845DC2C8E1}" dt="2025-12-09T20:54:58.626" v="5014" actId="478"/>
          <ac:picMkLst>
            <pc:docMk/>
            <pc:sldMk cId="3295771651" sldId="391"/>
            <ac:picMk id="9" creationId="{6F89F75B-E7E2-6E52-94EA-DF1737CA9BD0}"/>
          </ac:picMkLst>
        </pc:picChg>
        <pc:picChg chg="add mod ord">
          <ac:chgData name="Jain, Arjav" userId="828bfa26-2f31-4520-9267-9bb5f376eeab" providerId="ADAL" clId="{F8418092-08C3-4E53-BBB9-99845DC2C8E1}" dt="2025-12-09T20:55:07.069" v="5017" actId="167"/>
          <ac:picMkLst>
            <pc:docMk/>
            <pc:sldMk cId="3295771651" sldId="391"/>
            <ac:picMk id="11" creationId="{C6887121-3D8F-3E25-807B-C0B5ECEF03FF}"/>
          </ac:picMkLst>
        </pc:picChg>
        <pc:picChg chg="add mod ord">
          <ac:chgData name="Jain, Arjav" userId="828bfa26-2f31-4520-9267-9bb5f376eeab" providerId="ADAL" clId="{F8418092-08C3-4E53-BBB9-99845DC2C8E1}" dt="2025-12-09T20:55:47.620" v="5027" actId="167"/>
          <ac:picMkLst>
            <pc:docMk/>
            <pc:sldMk cId="3295771651" sldId="391"/>
            <ac:picMk id="12" creationId="{B8ABA997-79FD-0196-B677-BE38A022C7C3}"/>
          </ac:picMkLst>
        </pc:picChg>
      </pc:sldChg>
      <pc:sldChg chg="addSp delSp modSp add mod">
        <pc:chgData name="Jain, Arjav" userId="828bfa26-2f31-4520-9267-9bb5f376eeab" providerId="ADAL" clId="{F8418092-08C3-4E53-BBB9-99845DC2C8E1}" dt="2025-12-09T21:03:42.525" v="5162" actId="1076"/>
        <pc:sldMkLst>
          <pc:docMk/>
          <pc:sldMk cId="3517683936" sldId="392"/>
        </pc:sldMkLst>
        <pc:spChg chg="mod">
          <ac:chgData name="Jain, Arjav" userId="828bfa26-2f31-4520-9267-9bb5f376eeab" providerId="ADAL" clId="{F8418092-08C3-4E53-BBB9-99845DC2C8E1}" dt="2025-12-09T20:57:06.494" v="5045" actId="20577"/>
          <ac:spMkLst>
            <pc:docMk/>
            <pc:sldMk cId="3517683936" sldId="392"/>
            <ac:spMk id="2" creationId="{81CA089B-BDF5-56A9-E957-605D58DEA225}"/>
          </ac:spMkLst>
        </pc:spChg>
        <pc:spChg chg="mod">
          <ac:chgData name="Jain, Arjav" userId="828bfa26-2f31-4520-9267-9bb5f376eeab" providerId="ADAL" clId="{F8418092-08C3-4E53-BBB9-99845DC2C8E1}" dt="2025-12-09T21:02:41.272" v="5135" actId="1035"/>
          <ac:spMkLst>
            <pc:docMk/>
            <pc:sldMk cId="3517683936" sldId="392"/>
            <ac:spMk id="3" creationId="{E72D70C4-5F04-6CA0-99A7-39CEA969B485}"/>
          </ac:spMkLst>
        </pc:spChg>
        <pc:picChg chg="add mod ord">
          <ac:chgData name="Jain, Arjav" userId="828bfa26-2f31-4520-9267-9bb5f376eeab" providerId="ADAL" clId="{F8418092-08C3-4E53-BBB9-99845DC2C8E1}" dt="2025-12-09T21:03:21.435" v="5157" actId="1076"/>
          <ac:picMkLst>
            <pc:docMk/>
            <pc:sldMk cId="3517683936" sldId="392"/>
            <ac:picMk id="6" creationId="{AA5BD2BE-7FF8-28C1-620F-4F7E28CFE12B}"/>
          </ac:picMkLst>
        </pc:picChg>
        <pc:picChg chg="add mod ord">
          <ac:chgData name="Jain, Arjav" userId="828bfa26-2f31-4520-9267-9bb5f376eeab" providerId="ADAL" clId="{F8418092-08C3-4E53-BBB9-99845DC2C8E1}" dt="2025-12-09T21:03:12.509" v="5142" actId="167"/>
          <ac:picMkLst>
            <pc:docMk/>
            <pc:sldMk cId="3517683936" sldId="392"/>
            <ac:picMk id="7" creationId="{D6CC94EB-2EC7-1723-0AB7-108818D7AB59}"/>
          </ac:picMkLst>
        </pc:picChg>
        <pc:picChg chg="add mod">
          <ac:chgData name="Jain, Arjav" userId="828bfa26-2f31-4520-9267-9bb5f376eeab" providerId="ADAL" clId="{F8418092-08C3-4E53-BBB9-99845DC2C8E1}" dt="2025-12-09T21:03:34.222" v="5160" actId="1076"/>
          <ac:picMkLst>
            <pc:docMk/>
            <pc:sldMk cId="3517683936" sldId="392"/>
            <ac:picMk id="8" creationId="{1B0984FF-2B4F-733D-92C0-1B7DA85B8CB9}"/>
          </ac:picMkLst>
        </pc:picChg>
        <pc:picChg chg="add mod">
          <ac:chgData name="Jain, Arjav" userId="828bfa26-2f31-4520-9267-9bb5f376eeab" providerId="ADAL" clId="{F8418092-08C3-4E53-BBB9-99845DC2C8E1}" dt="2025-12-09T21:03:42.525" v="5162" actId="1076"/>
          <ac:picMkLst>
            <pc:docMk/>
            <pc:sldMk cId="3517683936" sldId="392"/>
            <ac:picMk id="9" creationId="{4BAB7E19-45C7-5D75-FD06-9EA86373BCAE}"/>
          </ac:picMkLst>
        </pc:picChg>
        <pc:picChg chg="mod">
          <ac:chgData name="Jain, Arjav" userId="828bfa26-2f31-4520-9267-9bb5f376eeab" providerId="ADAL" clId="{F8418092-08C3-4E53-BBB9-99845DC2C8E1}" dt="2025-12-09T21:00:11.120" v="5085" actId="1076"/>
          <ac:picMkLst>
            <pc:docMk/>
            <pc:sldMk cId="3517683936" sldId="392"/>
            <ac:picMk id="10" creationId="{7C7D5A4A-AB17-FBCF-7EF8-62A7D647869C}"/>
          </ac:picMkLst>
        </pc:picChg>
        <pc:picChg chg="del">
          <ac:chgData name="Jain, Arjav" userId="828bfa26-2f31-4520-9267-9bb5f376eeab" providerId="ADAL" clId="{F8418092-08C3-4E53-BBB9-99845DC2C8E1}" dt="2025-12-09T21:03:03.017" v="5139" actId="478"/>
          <ac:picMkLst>
            <pc:docMk/>
            <pc:sldMk cId="3517683936" sldId="392"/>
            <ac:picMk id="14" creationId="{474A5D28-FF63-626E-8640-5FEAC28A29D0}"/>
          </ac:picMkLst>
        </pc:picChg>
        <pc:picChg chg="del">
          <ac:chgData name="Jain, Arjav" userId="828bfa26-2f31-4520-9267-9bb5f376eeab" providerId="ADAL" clId="{F8418092-08C3-4E53-BBB9-99845DC2C8E1}" dt="2025-12-09T21:03:13.745" v="5143" actId="478"/>
          <ac:picMkLst>
            <pc:docMk/>
            <pc:sldMk cId="3517683936" sldId="392"/>
            <ac:picMk id="15" creationId="{EF9FA0D5-5855-694C-A4C3-0C4274641FB0}"/>
          </ac:picMkLst>
        </pc:picChg>
        <pc:picChg chg="del">
          <ac:chgData name="Jain, Arjav" userId="828bfa26-2f31-4520-9267-9bb5f376eeab" providerId="ADAL" clId="{F8418092-08C3-4E53-BBB9-99845DC2C8E1}" dt="2025-12-09T21:00:01.269" v="5083" actId="478"/>
          <ac:picMkLst>
            <pc:docMk/>
            <pc:sldMk cId="3517683936" sldId="392"/>
            <ac:picMk id="16" creationId="{4D128E26-A5BB-A168-A881-77241158603A}"/>
          </ac:picMkLst>
        </pc:picChg>
      </pc:sldChg>
      <pc:sldChg chg="add del">
        <pc:chgData name="Jain, Arjav" userId="828bfa26-2f31-4520-9267-9bb5f376eeab" providerId="ADAL" clId="{F8418092-08C3-4E53-BBB9-99845DC2C8E1}" dt="2025-12-09T20:58:34.491" v="5070" actId="47"/>
        <pc:sldMkLst>
          <pc:docMk/>
          <pc:sldMk cId="4214822859" sldId="393"/>
        </pc:sldMkLst>
      </pc:sldChg>
      <pc:sldChg chg="addSp delSp modSp add mod">
        <pc:chgData name="Jain, Arjav" userId="828bfa26-2f31-4520-9267-9bb5f376eeab" providerId="ADAL" clId="{F8418092-08C3-4E53-BBB9-99845DC2C8E1}" dt="2025-12-09T21:09:29.635" v="5301" actId="20577"/>
        <pc:sldMkLst>
          <pc:docMk/>
          <pc:sldMk cId="1768429320" sldId="394"/>
        </pc:sldMkLst>
        <pc:spChg chg="mod">
          <ac:chgData name="Jain, Arjav" userId="828bfa26-2f31-4520-9267-9bb5f376eeab" providerId="ADAL" clId="{F8418092-08C3-4E53-BBB9-99845DC2C8E1}" dt="2025-12-09T21:03:59.023" v="5174" actId="20577"/>
          <ac:spMkLst>
            <pc:docMk/>
            <pc:sldMk cId="1768429320" sldId="394"/>
            <ac:spMk id="2" creationId="{12289F78-1854-1CA4-B6C6-255EFB656464}"/>
          </ac:spMkLst>
        </pc:spChg>
        <pc:spChg chg="mod">
          <ac:chgData name="Jain, Arjav" userId="828bfa26-2f31-4520-9267-9bb5f376eeab" providerId="ADAL" clId="{F8418092-08C3-4E53-BBB9-99845DC2C8E1}" dt="2025-12-09T21:09:29.635" v="5301" actId="20577"/>
          <ac:spMkLst>
            <pc:docMk/>
            <pc:sldMk cId="1768429320" sldId="394"/>
            <ac:spMk id="3" creationId="{0819839C-01EF-4818-2468-88A788F79F45}"/>
          </ac:spMkLst>
        </pc:spChg>
        <pc:picChg chg="mod">
          <ac:chgData name="Jain, Arjav" userId="828bfa26-2f31-4520-9267-9bb5f376eeab" providerId="ADAL" clId="{F8418092-08C3-4E53-BBB9-99845DC2C8E1}" dt="2025-12-09T21:06:49.045" v="5215" actId="1076"/>
          <ac:picMkLst>
            <pc:docMk/>
            <pc:sldMk cId="1768429320" sldId="394"/>
            <ac:picMk id="6" creationId="{A206B0F0-69A9-3F84-80C3-753183E8C68B}"/>
          </ac:picMkLst>
        </pc:picChg>
        <pc:picChg chg="add mod ord">
          <ac:chgData name="Jain, Arjav" userId="828bfa26-2f31-4520-9267-9bb5f376eeab" providerId="ADAL" clId="{F8418092-08C3-4E53-BBB9-99845DC2C8E1}" dt="2025-12-09T21:08:05.958" v="5234" actId="1038"/>
          <ac:picMkLst>
            <pc:docMk/>
            <pc:sldMk cId="1768429320" sldId="394"/>
            <ac:picMk id="7" creationId="{46368D6D-5FEF-DA4A-846D-13FD468BA646}"/>
          </ac:picMkLst>
        </pc:picChg>
        <pc:picChg chg="add mod ord">
          <ac:chgData name="Jain, Arjav" userId="828bfa26-2f31-4520-9267-9bb5f376eeab" providerId="ADAL" clId="{F8418092-08C3-4E53-BBB9-99845DC2C8E1}" dt="2025-12-09T21:08:05.958" v="5234" actId="1038"/>
          <ac:picMkLst>
            <pc:docMk/>
            <pc:sldMk cId="1768429320" sldId="394"/>
            <ac:picMk id="8" creationId="{F13AA59E-039E-2F84-85B6-E0BB09C997FF}"/>
          </ac:picMkLst>
        </pc:picChg>
        <pc:picChg chg="add mod">
          <ac:chgData name="Jain, Arjav" userId="828bfa26-2f31-4520-9267-9bb5f376eeab" providerId="ADAL" clId="{F8418092-08C3-4E53-BBB9-99845DC2C8E1}" dt="2025-12-09T21:08:05.958" v="5234" actId="1038"/>
          <ac:picMkLst>
            <pc:docMk/>
            <pc:sldMk cId="1768429320" sldId="394"/>
            <ac:picMk id="9" creationId="{99B20F12-85DD-B279-85AB-D64C022219F3}"/>
          </ac:picMkLst>
        </pc:picChg>
        <pc:picChg chg="add mod">
          <ac:chgData name="Jain, Arjav" userId="828bfa26-2f31-4520-9267-9bb5f376eeab" providerId="ADAL" clId="{F8418092-08C3-4E53-BBB9-99845DC2C8E1}" dt="2025-12-09T21:08:05.958" v="5234" actId="1038"/>
          <ac:picMkLst>
            <pc:docMk/>
            <pc:sldMk cId="1768429320" sldId="394"/>
            <ac:picMk id="10" creationId="{2D1F4229-661A-EA59-04DE-ED0C4C0E089C}"/>
          </ac:picMkLst>
        </pc:picChg>
        <pc:picChg chg="del">
          <ac:chgData name="Jain, Arjav" userId="828bfa26-2f31-4520-9267-9bb5f376eeab" providerId="ADAL" clId="{F8418092-08C3-4E53-BBB9-99845DC2C8E1}" dt="2025-12-09T21:07:30.934" v="5225" actId="478"/>
          <ac:picMkLst>
            <pc:docMk/>
            <pc:sldMk cId="1768429320" sldId="394"/>
            <ac:picMk id="17" creationId="{BBED6392-F51F-82A3-2A68-81D2D210E1E3}"/>
          </ac:picMkLst>
        </pc:picChg>
        <pc:picChg chg="del">
          <ac:chgData name="Jain, Arjav" userId="828bfa26-2f31-4520-9267-9bb5f376eeab" providerId="ADAL" clId="{F8418092-08C3-4E53-BBB9-99845DC2C8E1}" dt="2025-12-09T21:07:20.790" v="5223" actId="478"/>
          <ac:picMkLst>
            <pc:docMk/>
            <pc:sldMk cId="1768429320" sldId="394"/>
            <ac:picMk id="18" creationId="{0C71AE69-41FC-CB71-7E6E-DB55BE9FCF3B}"/>
          </ac:picMkLst>
        </pc:picChg>
        <pc:picChg chg="del">
          <ac:chgData name="Jain, Arjav" userId="828bfa26-2f31-4520-9267-9bb5f376eeab" providerId="ADAL" clId="{F8418092-08C3-4E53-BBB9-99845DC2C8E1}" dt="2025-12-09T21:07:03.381" v="5219" actId="478"/>
          <ac:picMkLst>
            <pc:docMk/>
            <pc:sldMk cId="1768429320" sldId="394"/>
            <ac:picMk id="19" creationId="{ADD26DBE-592E-542C-F238-19CE50004048}"/>
          </ac:picMkLst>
        </pc:picChg>
      </pc:sldChg>
      <pc:sldChg chg="add del">
        <pc:chgData name="Jain, Arjav" userId="828bfa26-2f31-4520-9267-9bb5f376eeab" providerId="ADAL" clId="{F8418092-08C3-4E53-BBB9-99845DC2C8E1}" dt="2025-12-09T21:04:01.191" v="5175" actId="47"/>
        <pc:sldMkLst>
          <pc:docMk/>
          <pc:sldMk cId="402639775" sldId="395"/>
        </pc:sldMkLst>
      </pc:sldChg>
      <pc:sldChg chg="addSp delSp modSp add mod">
        <pc:chgData name="Jain, Arjav" userId="828bfa26-2f31-4520-9267-9bb5f376eeab" providerId="ADAL" clId="{F8418092-08C3-4E53-BBB9-99845DC2C8E1}" dt="2025-12-09T21:13:49.807" v="5358" actId="1036"/>
        <pc:sldMkLst>
          <pc:docMk/>
          <pc:sldMk cId="3222502621" sldId="396"/>
        </pc:sldMkLst>
        <pc:spChg chg="mod">
          <ac:chgData name="Jain, Arjav" userId="828bfa26-2f31-4520-9267-9bb5f376eeab" providerId="ADAL" clId="{F8418092-08C3-4E53-BBB9-99845DC2C8E1}" dt="2025-12-09T21:08:55.978" v="5271" actId="20577"/>
          <ac:spMkLst>
            <pc:docMk/>
            <pc:sldMk cId="3222502621" sldId="396"/>
            <ac:spMk id="2" creationId="{4C7054E5-2D58-7562-5B9F-8B13FD3A8490}"/>
          </ac:spMkLst>
        </pc:spChg>
        <pc:spChg chg="mod">
          <ac:chgData name="Jain, Arjav" userId="828bfa26-2f31-4520-9267-9bb5f376eeab" providerId="ADAL" clId="{F8418092-08C3-4E53-BBB9-99845DC2C8E1}" dt="2025-12-09T21:10:11.030" v="5310" actId="20577"/>
          <ac:spMkLst>
            <pc:docMk/>
            <pc:sldMk cId="3222502621" sldId="396"/>
            <ac:spMk id="3" creationId="{C1621575-8740-41AB-E356-E835B6FD5F40}"/>
          </ac:spMkLst>
        </pc:spChg>
        <pc:picChg chg="add mod ord">
          <ac:chgData name="Jain, Arjav" userId="828bfa26-2f31-4520-9267-9bb5f376eeab" providerId="ADAL" clId="{F8418092-08C3-4E53-BBB9-99845DC2C8E1}" dt="2025-12-09T21:12:17.545" v="5331" actId="167"/>
          <ac:picMkLst>
            <pc:docMk/>
            <pc:sldMk cId="3222502621" sldId="396"/>
            <ac:picMk id="6" creationId="{B3C356DE-4D01-7BF5-594A-EDFB8DB4E05E}"/>
          </ac:picMkLst>
        </pc:picChg>
        <pc:picChg chg="add mod ord">
          <ac:chgData name="Jain, Arjav" userId="828bfa26-2f31-4520-9267-9bb5f376eeab" providerId="ADAL" clId="{F8418092-08C3-4E53-BBB9-99845DC2C8E1}" dt="2025-12-09T21:12:29.192" v="5335" actId="167"/>
          <ac:picMkLst>
            <pc:docMk/>
            <pc:sldMk cId="3222502621" sldId="396"/>
            <ac:picMk id="7" creationId="{937F4EA8-9680-6F0A-97E0-3BE54102AE82}"/>
          </ac:picMkLst>
        </pc:picChg>
        <pc:picChg chg="add mod ord">
          <ac:chgData name="Jain, Arjav" userId="828bfa26-2f31-4520-9267-9bb5f376eeab" providerId="ADAL" clId="{F8418092-08C3-4E53-BBB9-99845DC2C8E1}" dt="2025-12-09T21:13:49.807" v="5358" actId="1036"/>
          <ac:picMkLst>
            <pc:docMk/>
            <pc:sldMk cId="3222502621" sldId="396"/>
            <ac:picMk id="8" creationId="{288D8271-52FA-C230-293D-C33B286A171F}"/>
          </ac:picMkLst>
        </pc:picChg>
        <pc:picChg chg="del">
          <ac:chgData name="Jain, Arjav" userId="828bfa26-2f31-4520-9267-9bb5f376eeab" providerId="ADAL" clId="{F8418092-08C3-4E53-BBB9-99845DC2C8E1}" dt="2025-12-09T21:12:18.675" v="5332" actId="478"/>
          <ac:picMkLst>
            <pc:docMk/>
            <pc:sldMk cId="3222502621" sldId="396"/>
            <ac:picMk id="11" creationId="{528B5CA9-AC55-8C87-E8F3-9EE2D423B189}"/>
          </ac:picMkLst>
        </pc:picChg>
        <pc:picChg chg="del">
          <ac:chgData name="Jain, Arjav" userId="828bfa26-2f31-4520-9267-9bb5f376eeab" providerId="ADAL" clId="{F8418092-08C3-4E53-BBB9-99845DC2C8E1}" dt="2025-12-09T21:12:30.647" v="5336" actId="478"/>
          <ac:picMkLst>
            <pc:docMk/>
            <pc:sldMk cId="3222502621" sldId="396"/>
            <ac:picMk id="12" creationId="{7B8764FC-3A2B-7AAF-1320-32FFAD70C56D}"/>
          </ac:picMkLst>
        </pc:picChg>
        <pc:picChg chg="del">
          <ac:chgData name="Jain, Arjav" userId="828bfa26-2f31-4520-9267-9bb5f376eeab" providerId="ADAL" clId="{F8418092-08C3-4E53-BBB9-99845DC2C8E1}" dt="2025-12-09T21:13:34.465" v="5349" actId="478"/>
          <ac:picMkLst>
            <pc:docMk/>
            <pc:sldMk cId="3222502621" sldId="396"/>
            <ac:picMk id="13" creationId="{69B5FB19-8C5D-2E82-C02C-D3F4A25A19FF}"/>
          </ac:picMkLst>
        </pc:picChg>
      </pc:sldChg>
      <pc:sldChg chg="addSp delSp modSp add mod">
        <pc:chgData name="Jain, Arjav" userId="828bfa26-2f31-4520-9267-9bb5f376eeab" providerId="ADAL" clId="{F8418092-08C3-4E53-BBB9-99845DC2C8E1}" dt="2025-12-09T21:29:36.527" v="5650" actId="20577"/>
        <pc:sldMkLst>
          <pc:docMk/>
          <pc:sldMk cId="1160494438" sldId="397"/>
        </pc:sldMkLst>
        <pc:spChg chg="mod">
          <ac:chgData name="Jain, Arjav" userId="828bfa26-2f31-4520-9267-9bb5f376eeab" providerId="ADAL" clId="{F8418092-08C3-4E53-BBB9-99845DC2C8E1}" dt="2025-12-09T21:12:00.008" v="5328" actId="20577"/>
          <ac:spMkLst>
            <pc:docMk/>
            <pc:sldMk cId="1160494438" sldId="397"/>
            <ac:spMk id="2" creationId="{57641F95-C1B1-0CEB-4582-1F5DBAC27113}"/>
          </ac:spMkLst>
        </pc:spChg>
        <pc:spChg chg="mod">
          <ac:chgData name="Jain, Arjav" userId="828bfa26-2f31-4520-9267-9bb5f376eeab" providerId="ADAL" clId="{F8418092-08C3-4E53-BBB9-99845DC2C8E1}" dt="2025-12-09T21:29:36.527" v="5650" actId="20577"/>
          <ac:spMkLst>
            <pc:docMk/>
            <pc:sldMk cId="1160494438" sldId="397"/>
            <ac:spMk id="3" creationId="{F2EA458D-C2CA-6E42-D7DC-ECEDF2E5B289}"/>
          </ac:spMkLst>
        </pc:spChg>
        <pc:picChg chg="add mod ord">
          <ac:chgData name="Jain, Arjav" userId="828bfa26-2f31-4520-9267-9bb5f376eeab" providerId="ADAL" clId="{F8418092-08C3-4E53-BBB9-99845DC2C8E1}" dt="2025-12-09T21:12:56.775" v="5339" actId="167"/>
          <ac:picMkLst>
            <pc:docMk/>
            <pc:sldMk cId="1160494438" sldId="397"/>
            <ac:picMk id="6" creationId="{0F21AA3F-D086-528B-388E-31FCEFE9CAB3}"/>
          </ac:picMkLst>
        </pc:picChg>
        <pc:picChg chg="del">
          <ac:chgData name="Jain, Arjav" userId="828bfa26-2f31-4520-9267-9bb5f376eeab" providerId="ADAL" clId="{F8418092-08C3-4E53-BBB9-99845DC2C8E1}" dt="2025-12-09T21:12:58.125" v="5340" actId="478"/>
          <ac:picMkLst>
            <pc:docMk/>
            <pc:sldMk cId="1160494438" sldId="397"/>
            <ac:picMk id="8" creationId="{6F56EAE4-4D66-175A-65FB-37C0001D5B53}"/>
          </ac:picMkLst>
        </pc:picChg>
        <pc:picChg chg="del">
          <ac:chgData name="Jain, Arjav" userId="828bfa26-2f31-4520-9267-9bb5f376eeab" providerId="ADAL" clId="{F8418092-08C3-4E53-BBB9-99845DC2C8E1}" dt="2025-12-09T21:13:12.525" v="5344" actId="478"/>
          <ac:picMkLst>
            <pc:docMk/>
            <pc:sldMk cId="1160494438" sldId="397"/>
            <ac:picMk id="9" creationId="{43D46435-E433-2539-36B4-AB75F9EA2290}"/>
          </ac:picMkLst>
        </pc:picChg>
        <pc:picChg chg="del">
          <ac:chgData name="Jain, Arjav" userId="828bfa26-2f31-4520-9267-9bb5f376eeab" providerId="ADAL" clId="{F8418092-08C3-4E53-BBB9-99845DC2C8E1}" dt="2025-12-09T21:14:05.475" v="5362" actId="478"/>
          <ac:picMkLst>
            <pc:docMk/>
            <pc:sldMk cId="1160494438" sldId="397"/>
            <ac:picMk id="10" creationId="{0785D91F-2991-E516-E197-50469A0D648E}"/>
          </ac:picMkLst>
        </pc:picChg>
        <pc:picChg chg="add mod ord">
          <ac:chgData name="Jain, Arjav" userId="828bfa26-2f31-4520-9267-9bb5f376eeab" providerId="ADAL" clId="{F8418092-08C3-4E53-BBB9-99845DC2C8E1}" dt="2025-12-09T21:13:18.402" v="5345" actId="1076"/>
          <ac:picMkLst>
            <pc:docMk/>
            <pc:sldMk cId="1160494438" sldId="397"/>
            <ac:picMk id="11" creationId="{F56B16CE-994F-FEF9-C940-A62E2E96EBAD}"/>
          </ac:picMkLst>
        </pc:picChg>
        <pc:picChg chg="add mod ord">
          <ac:chgData name="Jain, Arjav" userId="828bfa26-2f31-4520-9267-9bb5f376eeab" providerId="ADAL" clId="{F8418092-08C3-4E53-BBB9-99845DC2C8E1}" dt="2025-12-09T21:14:04.335" v="5361" actId="167"/>
          <ac:picMkLst>
            <pc:docMk/>
            <pc:sldMk cId="1160494438" sldId="397"/>
            <ac:picMk id="12" creationId="{0DD82012-BDFA-2A59-1442-B0E078516714}"/>
          </ac:picMkLst>
        </pc:picChg>
      </pc:sldChg>
      <pc:sldChg chg="addSp delSp modSp add mod">
        <pc:chgData name="Jain, Arjav" userId="828bfa26-2f31-4520-9267-9bb5f376eeab" providerId="ADAL" clId="{F8418092-08C3-4E53-BBB9-99845DC2C8E1}" dt="2025-12-09T21:18:18.507" v="5444" actId="21"/>
        <pc:sldMkLst>
          <pc:docMk/>
          <pc:sldMk cId="4020354551" sldId="398"/>
        </pc:sldMkLst>
        <pc:spChg chg="mod">
          <ac:chgData name="Jain, Arjav" userId="828bfa26-2f31-4520-9267-9bb5f376eeab" providerId="ADAL" clId="{F8418092-08C3-4E53-BBB9-99845DC2C8E1}" dt="2025-12-09T21:14:16.711" v="5370" actId="20577"/>
          <ac:spMkLst>
            <pc:docMk/>
            <pc:sldMk cId="4020354551" sldId="398"/>
            <ac:spMk id="2" creationId="{5E154100-87B7-3F9C-9902-B8FDBCCC5505}"/>
          </ac:spMkLst>
        </pc:spChg>
        <pc:spChg chg="mod">
          <ac:chgData name="Jain, Arjav" userId="828bfa26-2f31-4520-9267-9bb5f376eeab" providerId="ADAL" clId="{F8418092-08C3-4E53-BBB9-99845DC2C8E1}" dt="2025-12-09T21:14:57.013" v="5395" actId="20577"/>
          <ac:spMkLst>
            <pc:docMk/>
            <pc:sldMk cId="4020354551" sldId="398"/>
            <ac:spMk id="3" creationId="{9F7384EF-EE22-99A2-BC7E-80AB2B59E143}"/>
          </ac:spMkLst>
        </pc:spChg>
        <pc:picChg chg="add del mod ord">
          <ac:chgData name="Jain, Arjav" userId="828bfa26-2f31-4520-9267-9bb5f376eeab" providerId="ADAL" clId="{F8418092-08C3-4E53-BBB9-99845DC2C8E1}" dt="2025-12-09T21:18:18.507" v="5444" actId="21"/>
          <ac:picMkLst>
            <pc:docMk/>
            <pc:sldMk cId="4020354551" sldId="398"/>
            <ac:picMk id="7" creationId="{94359B46-D517-0469-429C-D601996C3E43}"/>
          </ac:picMkLst>
        </pc:picChg>
        <pc:picChg chg="add del mod ord">
          <ac:chgData name="Jain, Arjav" userId="828bfa26-2f31-4520-9267-9bb5f376eeab" providerId="ADAL" clId="{F8418092-08C3-4E53-BBB9-99845DC2C8E1}" dt="2025-12-09T21:18:18.507" v="5444" actId="21"/>
          <ac:picMkLst>
            <pc:docMk/>
            <pc:sldMk cId="4020354551" sldId="398"/>
            <ac:picMk id="8" creationId="{556D42FF-4511-3073-D9CD-F16F07B621C4}"/>
          </ac:picMkLst>
        </pc:picChg>
        <pc:picChg chg="del">
          <ac:chgData name="Jain, Arjav" userId="828bfa26-2f31-4520-9267-9bb5f376eeab" providerId="ADAL" clId="{F8418092-08C3-4E53-BBB9-99845DC2C8E1}" dt="2025-12-09T21:16:48.857" v="5434" actId="478"/>
          <ac:picMkLst>
            <pc:docMk/>
            <pc:sldMk cId="4020354551" sldId="398"/>
            <ac:picMk id="9" creationId="{A201789E-EC6A-FE22-8F06-02E4DBD2D53A}"/>
          </ac:picMkLst>
        </pc:picChg>
        <pc:picChg chg="add del mod ord">
          <ac:chgData name="Jain, Arjav" userId="828bfa26-2f31-4520-9267-9bb5f376eeab" providerId="ADAL" clId="{F8418092-08C3-4E53-BBB9-99845DC2C8E1}" dt="2025-12-09T21:18:18.507" v="5444" actId="21"/>
          <ac:picMkLst>
            <pc:docMk/>
            <pc:sldMk cId="4020354551" sldId="398"/>
            <ac:picMk id="10" creationId="{746D3618-88A4-098E-E908-70CE903DF0FD}"/>
          </ac:picMkLst>
        </pc:picChg>
        <pc:picChg chg="add mod ord">
          <ac:chgData name="Jain, Arjav" userId="828bfa26-2f31-4520-9267-9bb5f376eeab" providerId="ADAL" clId="{F8418092-08C3-4E53-BBB9-99845DC2C8E1}" dt="2025-12-09T21:18:15.891" v="5443" actId="167"/>
          <ac:picMkLst>
            <pc:docMk/>
            <pc:sldMk cId="4020354551" sldId="398"/>
            <ac:picMk id="11" creationId="{80FFAD20-13D3-DF80-F5BD-2BA7FDB0FC8B}"/>
          </ac:picMkLst>
        </pc:picChg>
        <pc:picChg chg="add mod ord">
          <ac:chgData name="Jain, Arjav" userId="828bfa26-2f31-4520-9267-9bb5f376eeab" providerId="ADAL" clId="{F8418092-08C3-4E53-BBB9-99845DC2C8E1}" dt="2025-12-09T21:18:15.891" v="5443" actId="167"/>
          <ac:picMkLst>
            <pc:docMk/>
            <pc:sldMk cId="4020354551" sldId="398"/>
            <ac:picMk id="12" creationId="{0E2A6CFA-9602-0E01-F76A-E766B0D13577}"/>
          </ac:picMkLst>
        </pc:picChg>
        <pc:picChg chg="add mod ord">
          <ac:chgData name="Jain, Arjav" userId="828bfa26-2f31-4520-9267-9bb5f376eeab" providerId="ADAL" clId="{F8418092-08C3-4E53-BBB9-99845DC2C8E1}" dt="2025-12-09T21:18:15.891" v="5443" actId="167"/>
          <ac:picMkLst>
            <pc:docMk/>
            <pc:sldMk cId="4020354551" sldId="398"/>
            <ac:picMk id="13" creationId="{96139F9E-6847-692A-A80D-629DBA24E164}"/>
          </ac:picMkLst>
        </pc:picChg>
        <pc:picChg chg="del">
          <ac:chgData name="Jain, Arjav" userId="828bfa26-2f31-4520-9267-9bb5f376eeab" providerId="ADAL" clId="{F8418092-08C3-4E53-BBB9-99845DC2C8E1}" dt="2025-12-09T21:15:50.698" v="5417" actId="478"/>
          <ac:picMkLst>
            <pc:docMk/>
            <pc:sldMk cId="4020354551" sldId="398"/>
            <ac:picMk id="15" creationId="{63B6407E-79AC-E1CC-CD10-770E64209F75}"/>
          </ac:picMkLst>
        </pc:picChg>
        <pc:picChg chg="del">
          <ac:chgData name="Jain, Arjav" userId="828bfa26-2f31-4520-9267-9bb5f376eeab" providerId="ADAL" clId="{F8418092-08C3-4E53-BBB9-99845DC2C8E1}" dt="2025-12-09T21:16:01.784" v="5421" actId="478"/>
          <ac:picMkLst>
            <pc:docMk/>
            <pc:sldMk cId="4020354551" sldId="398"/>
            <ac:picMk id="16" creationId="{6DC0B390-25FC-C674-2334-849305A45E29}"/>
          </ac:picMkLst>
        </pc:picChg>
      </pc:sldChg>
      <pc:sldChg chg="addSp delSp modSp add mod">
        <pc:chgData name="Jain, Arjav" userId="828bfa26-2f31-4520-9267-9bb5f376eeab" providerId="ADAL" clId="{F8418092-08C3-4E53-BBB9-99845DC2C8E1}" dt="2025-12-09T21:29:19.372" v="5643" actId="20577"/>
        <pc:sldMkLst>
          <pc:docMk/>
          <pc:sldMk cId="1578800006" sldId="399"/>
        </pc:sldMkLst>
        <pc:spChg chg="mod">
          <ac:chgData name="Jain, Arjav" userId="828bfa26-2f31-4520-9267-9bb5f376eeab" providerId="ADAL" clId="{F8418092-08C3-4E53-BBB9-99845DC2C8E1}" dt="2025-12-09T21:15:04.517" v="5405" actId="20577"/>
          <ac:spMkLst>
            <pc:docMk/>
            <pc:sldMk cId="1578800006" sldId="399"/>
            <ac:spMk id="2" creationId="{037B683F-B4D0-763F-820E-066249B0C205}"/>
          </ac:spMkLst>
        </pc:spChg>
        <pc:spChg chg="mod">
          <ac:chgData name="Jain, Arjav" userId="828bfa26-2f31-4520-9267-9bb5f376eeab" providerId="ADAL" clId="{F8418092-08C3-4E53-BBB9-99845DC2C8E1}" dt="2025-12-09T21:29:19.372" v="5643" actId="20577"/>
          <ac:spMkLst>
            <pc:docMk/>
            <pc:sldMk cId="1578800006" sldId="399"/>
            <ac:spMk id="3" creationId="{322FA31D-1396-3B5C-C2B1-6A15A2C5CF26}"/>
          </ac:spMkLst>
        </pc:spChg>
        <pc:picChg chg="add del mod ord">
          <ac:chgData name="Jain, Arjav" userId="828bfa26-2f31-4520-9267-9bb5f376eeab" providerId="ADAL" clId="{F8418092-08C3-4E53-BBB9-99845DC2C8E1}" dt="2025-12-09T21:18:02.652" v="5439" actId="21"/>
          <ac:picMkLst>
            <pc:docMk/>
            <pc:sldMk cId="1578800006" sldId="399"/>
            <ac:picMk id="7" creationId="{96139F9E-6847-692A-A80D-629DBA24E164}"/>
          </ac:picMkLst>
        </pc:picChg>
        <pc:picChg chg="add del mod ord">
          <ac:chgData name="Jain, Arjav" userId="828bfa26-2f31-4520-9267-9bb5f376eeab" providerId="ADAL" clId="{F8418092-08C3-4E53-BBB9-99845DC2C8E1}" dt="2025-12-09T21:18:02.652" v="5439" actId="21"/>
          <ac:picMkLst>
            <pc:docMk/>
            <pc:sldMk cId="1578800006" sldId="399"/>
            <ac:picMk id="8" creationId="{0E2A6CFA-9602-0E01-F76A-E766B0D13577}"/>
          </ac:picMkLst>
        </pc:picChg>
        <pc:picChg chg="add del mod ord">
          <ac:chgData name="Jain, Arjav" userId="828bfa26-2f31-4520-9267-9bb5f376eeab" providerId="ADAL" clId="{F8418092-08C3-4E53-BBB9-99845DC2C8E1}" dt="2025-12-09T21:18:02.652" v="5439" actId="21"/>
          <ac:picMkLst>
            <pc:docMk/>
            <pc:sldMk cId="1578800006" sldId="399"/>
            <ac:picMk id="9" creationId="{80FFAD20-13D3-DF80-F5BD-2BA7FDB0FC8B}"/>
          </ac:picMkLst>
        </pc:picChg>
        <pc:picChg chg="add mod">
          <ac:chgData name="Jain, Arjav" userId="828bfa26-2f31-4520-9267-9bb5f376eeab" providerId="ADAL" clId="{F8418092-08C3-4E53-BBB9-99845DC2C8E1}" dt="2025-12-09T21:18:20.665" v="5445"/>
          <ac:picMkLst>
            <pc:docMk/>
            <pc:sldMk cId="1578800006" sldId="399"/>
            <ac:picMk id="10" creationId="{746D3618-88A4-098E-E908-70CE903DF0FD}"/>
          </ac:picMkLst>
        </pc:picChg>
        <pc:picChg chg="add mod">
          <ac:chgData name="Jain, Arjav" userId="828bfa26-2f31-4520-9267-9bb5f376eeab" providerId="ADAL" clId="{F8418092-08C3-4E53-BBB9-99845DC2C8E1}" dt="2025-12-09T21:18:20.665" v="5445"/>
          <ac:picMkLst>
            <pc:docMk/>
            <pc:sldMk cId="1578800006" sldId="399"/>
            <ac:picMk id="11" creationId="{556D42FF-4511-3073-D9CD-F16F07B621C4}"/>
          </ac:picMkLst>
        </pc:picChg>
        <pc:picChg chg="add mod">
          <ac:chgData name="Jain, Arjav" userId="828bfa26-2f31-4520-9267-9bb5f376eeab" providerId="ADAL" clId="{F8418092-08C3-4E53-BBB9-99845DC2C8E1}" dt="2025-12-09T21:18:20.665" v="5445"/>
          <ac:picMkLst>
            <pc:docMk/>
            <pc:sldMk cId="1578800006" sldId="399"/>
            <ac:picMk id="12" creationId="{94359B46-D517-0469-429C-D601996C3E43}"/>
          </ac:picMkLst>
        </pc:picChg>
        <pc:picChg chg="del">
          <ac:chgData name="Jain, Arjav" userId="828bfa26-2f31-4520-9267-9bb5f376eeab" providerId="ADAL" clId="{F8418092-08C3-4E53-BBB9-99845DC2C8E1}" dt="2025-12-09T21:17:01.817" v="5438" actId="478"/>
          <ac:picMkLst>
            <pc:docMk/>
            <pc:sldMk cId="1578800006" sldId="399"/>
            <ac:picMk id="13" creationId="{D45B520A-38D8-9BCF-1A76-66A98A9A77D5}"/>
          </ac:picMkLst>
        </pc:picChg>
        <pc:picChg chg="del">
          <ac:chgData name="Jain, Arjav" userId="828bfa26-2f31-4520-9267-9bb5f376eeab" providerId="ADAL" clId="{F8418092-08C3-4E53-BBB9-99845DC2C8E1}" dt="2025-12-09T21:16:21.885" v="5425" actId="478"/>
          <ac:picMkLst>
            <pc:docMk/>
            <pc:sldMk cId="1578800006" sldId="399"/>
            <ac:picMk id="15" creationId="{185730F7-679D-853B-031F-97595D7A5963}"/>
          </ac:picMkLst>
        </pc:picChg>
        <pc:picChg chg="del">
          <ac:chgData name="Jain, Arjav" userId="828bfa26-2f31-4520-9267-9bb5f376eeab" providerId="ADAL" clId="{F8418092-08C3-4E53-BBB9-99845DC2C8E1}" dt="2025-12-09T21:16:33.810" v="5430" actId="478"/>
          <ac:picMkLst>
            <pc:docMk/>
            <pc:sldMk cId="1578800006" sldId="399"/>
            <ac:picMk id="16" creationId="{85EF05C1-1EA4-34FB-C584-678ECA14E8A1}"/>
          </ac:picMkLst>
        </pc:picChg>
      </pc:sldChg>
      <pc:sldChg chg="addSp delSp modSp add mod">
        <pc:chgData name="Jain, Arjav" userId="828bfa26-2f31-4520-9267-9bb5f376eeab" providerId="ADAL" clId="{F8418092-08C3-4E53-BBB9-99845DC2C8E1}" dt="2025-12-09T23:37:56.921" v="6178" actId="14100"/>
        <pc:sldMkLst>
          <pc:docMk/>
          <pc:sldMk cId="3596510367" sldId="400"/>
        </pc:sldMkLst>
        <pc:spChg chg="mod">
          <ac:chgData name="Jain, Arjav" userId="828bfa26-2f31-4520-9267-9bb5f376eeab" providerId="ADAL" clId="{F8418092-08C3-4E53-BBB9-99845DC2C8E1}" dt="2025-12-09T21:18:54.796" v="5466" actId="20577"/>
          <ac:spMkLst>
            <pc:docMk/>
            <pc:sldMk cId="3596510367" sldId="400"/>
            <ac:spMk id="2" creationId="{D2444AAB-865B-5AC9-8E40-A62B9F006089}"/>
          </ac:spMkLst>
        </pc:spChg>
        <pc:spChg chg="del mod">
          <ac:chgData name="Jain, Arjav" userId="828bfa26-2f31-4520-9267-9bb5f376eeab" providerId="ADAL" clId="{F8418092-08C3-4E53-BBB9-99845DC2C8E1}" dt="2025-12-09T21:21:16.165" v="5572" actId="478"/>
          <ac:spMkLst>
            <pc:docMk/>
            <pc:sldMk cId="3596510367" sldId="400"/>
            <ac:spMk id="3" creationId="{E0FE42D4-C834-A588-5A61-93DA278E3EBB}"/>
          </ac:spMkLst>
        </pc:spChg>
        <pc:spChg chg="add del mod">
          <ac:chgData name="Jain, Arjav" userId="828bfa26-2f31-4520-9267-9bb5f376eeab" providerId="ADAL" clId="{F8418092-08C3-4E53-BBB9-99845DC2C8E1}" dt="2025-12-09T23:34:12.480" v="6114" actId="478"/>
          <ac:spMkLst>
            <pc:docMk/>
            <pc:sldMk cId="3596510367" sldId="400"/>
            <ac:spMk id="13" creationId="{A0F7AF20-A481-AD84-B531-42927B0370F4}"/>
          </ac:spMkLst>
        </pc:spChg>
        <pc:spChg chg="add del mod">
          <ac:chgData name="Jain, Arjav" userId="828bfa26-2f31-4520-9267-9bb5f376eeab" providerId="ADAL" clId="{F8418092-08C3-4E53-BBB9-99845DC2C8E1}" dt="2025-12-09T21:31:10.001" v="5653" actId="478"/>
          <ac:spMkLst>
            <pc:docMk/>
            <pc:sldMk cId="3596510367" sldId="400"/>
            <ac:spMk id="17" creationId="{ABA22FA1-421A-2F95-9012-3D96B07F7D88}"/>
          </ac:spMkLst>
        </pc:spChg>
        <pc:spChg chg="add del mod">
          <ac:chgData name="Jain, Arjav" userId="828bfa26-2f31-4520-9267-9bb5f376eeab" providerId="ADAL" clId="{F8418092-08C3-4E53-BBB9-99845DC2C8E1}" dt="2025-12-09T23:34:15.909" v="6117" actId="478"/>
          <ac:spMkLst>
            <pc:docMk/>
            <pc:sldMk cId="3596510367" sldId="400"/>
            <ac:spMk id="19" creationId="{B7F660A1-0DA1-E17F-82E8-DD9374C40C57}"/>
          </ac:spMkLst>
        </pc:spChg>
        <pc:spChg chg="add mod">
          <ac:chgData name="Jain, Arjav" userId="828bfa26-2f31-4520-9267-9bb5f376eeab" providerId="ADAL" clId="{F8418092-08C3-4E53-BBB9-99845DC2C8E1}" dt="2025-12-09T23:34:14.031" v="6116"/>
          <ac:spMkLst>
            <pc:docMk/>
            <pc:sldMk cId="3596510367" sldId="400"/>
            <ac:spMk id="20" creationId="{348F07BA-212D-EA53-5FC3-E955F4B0CDEC}"/>
          </ac:spMkLst>
        </pc:spChg>
        <pc:spChg chg="add mod">
          <ac:chgData name="Jain, Arjav" userId="828bfa26-2f31-4520-9267-9bb5f376eeab" providerId="ADAL" clId="{F8418092-08C3-4E53-BBB9-99845DC2C8E1}" dt="2025-12-09T23:34:25.767" v="6141" actId="20577"/>
          <ac:spMkLst>
            <pc:docMk/>
            <pc:sldMk cId="3596510367" sldId="400"/>
            <ac:spMk id="21" creationId="{1D900EF0-5973-1EFC-53F8-BFF1AE368F0F}"/>
          </ac:spMkLst>
        </pc:spChg>
        <pc:graphicFrameChg chg="add del mod">
          <ac:chgData name="Jain, Arjav" userId="828bfa26-2f31-4520-9267-9bb5f376eeab" providerId="ADAL" clId="{F8418092-08C3-4E53-BBB9-99845DC2C8E1}" dt="2025-12-09T21:25:20.182" v="5609" actId="478"/>
          <ac:graphicFrameMkLst>
            <pc:docMk/>
            <pc:sldMk cId="3596510367" sldId="400"/>
            <ac:graphicFrameMk id="14" creationId="{4F86DC6A-5CD6-F721-2E9A-BDE34F942672}"/>
          </ac:graphicFrameMkLst>
        </pc:graphicFrameChg>
        <pc:graphicFrameChg chg="add mod modGraphic">
          <ac:chgData name="Jain, Arjav" userId="828bfa26-2f31-4520-9267-9bb5f376eeab" providerId="ADAL" clId="{F8418092-08C3-4E53-BBB9-99845DC2C8E1}" dt="2025-12-09T23:37:56.921" v="6178" actId="14100"/>
          <ac:graphicFrameMkLst>
            <pc:docMk/>
            <pc:sldMk cId="3596510367" sldId="400"/>
            <ac:graphicFrameMk id="15" creationId="{E7A669E8-CDC8-5212-F01B-029BBE8508C3}"/>
          </ac:graphicFrameMkLst>
        </pc:graphicFrameChg>
        <pc:picChg chg="del">
          <ac:chgData name="Jain, Arjav" userId="828bfa26-2f31-4520-9267-9bb5f376eeab" providerId="ADAL" clId="{F8418092-08C3-4E53-BBB9-99845DC2C8E1}" dt="2025-12-09T21:21:13.220" v="5571" actId="478"/>
          <ac:picMkLst>
            <pc:docMk/>
            <pc:sldMk cId="3596510367" sldId="400"/>
            <ac:picMk id="6" creationId="{8DD8EEF2-8DF8-FD5C-58C1-4D345193C343}"/>
          </ac:picMkLst>
        </pc:picChg>
        <pc:picChg chg="del">
          <ac:chgData name="Jain, Arjav" userId="828bfa26-2f31-4520-9267-9bb5f376eeab" providerId="ADAL" clId="{F8418092-08C3-4E53-BBB9-99845DC2C8E1}" dt="2025-12-09T21:21:13.220" v="5571" actId="478"/>
          <ac:picMkLst>
            <pc:docMk/>
            <pc:sldMk cId="3596510367" sldId="400"/>
            <ac:picMk id="7" creationId="{27375E1A-3BC8-E6C6-3DDC-17701BC93BD7}"/>
          </ac:picMkLst>
        </pc:picChg>
        <pc:picChg chg="del">
          <ac:chgData name="Jain, Arjav" userId="828bfa26-2f31-4520-9267-9bb5f376eeab" providerId="ADAL" clId="{F8418092-08C3-4E53-BBB9-99845DC2C8E1}" dt="2025-12-09T21:21:13.220" v="5571" actId="478"/>
          <ac:picMkLst>
            <pc:docMk/>
            <pc:sldMk cId="3596510367" sldId="400"/>
            <ac:picMk id="8" creationId="{619A46C7-021B-A6D7-6C77-65D8772C0255}"/>
          </ac:picMkLst>
        </pc:picChg>
        <pc:picChg chg="del">
          <ac:chgData name="Jain, Arjav" userId="828bfa26-2f31-4520-9267-9bb5f376eeab" providerId="ADAL" clId="{F8418092-08C3-4E53-BBB9-99845DC2C8E1}" dt="2025-12-09T21:21:13.220" v="5571" actId="478"/>
          <ac:picMkLst>
            <pc:docMk/>
            <pc:sldMk cId="3596510367" sldId="400"/>
            <ac:picMk id="9" creationId="{83081713-29F3-FD3C-7AA0-123B9A6DF062}"/>
          </ac:picMkLst>
        </pc:picChg>
        <pc:picChg chg="del">
          <ac:chgData name="Jain, Arjav" userId="828bfa26-2f31-4520-9267-9bb5f376eeab" providerId="ADAL" clId="{F8418092-08C3-4E53-BBB9-99845DC2C8E1}" dt="2025-12-09T21:21:13.220" v="5571" actId="478"/>
          <ac:picMkLst>
            <pc:docMk/>
            <pc:sldMk cId="3596510367" sldId="400"/>
            <ac:picMk id="10" creationId="{5638B1B3-9CB8-00A1-4631-5783C4BD0696}"/>
          </ac:picMkLst>
        </pc:picChg>
        <pc:picChg chg="del">
          <ac:chgData name="Jain, Arjav" userId="828bfa26-2f31-4520-9267-9bb5f376eeab" providerId="ADAL" clId="{F8418092-08C3-4E53-BBB9-99845DC2C8E1}" dt="2025-12-09T21:21:13.220" v="5571" actId="478"/>
          <ac:picMkLst>
            <pc:docMk/>
            <pc:sldMk cId="3596510367" sldId="400"/>
            <ac:picMk id="12" creationId="{9D0BE359-6F9C-8272-210E-C98F47C4FE33}"/>
          </ac:picMkLst>
        </pc:picChg>
      </pc:sldChg>
      <pc:sldChg chg="addSp delSp modSp add mod">
        <pc:chgData name="Jain, Arjav" userId="828bfa26-2f31-4520-9267-9bb5f376eeab" providerId="ADAL" clId="{F8418092-08C3-4E53-BBB9-99845DC2C8E1}" dt="2025-12-09T21:47:52.935" v="5997" actId="1035"/>
        <pc:sldMkLst>
          <pc:docMk/>
          <pc:sldMk cId="1487014349" sldId="401"/>
        </pc:sldMkLst>
        <pc:spChg chg="mod">
          <ac:chgData name="Jain, Arjav" userId="828bfa26-2f31-4520-9267-9bb5f376eeab" providerId="ADAL" clId="{F8418092-08C3-4E53-BBB9-99845DC2C8E1}" dt="2025-12-09T21:36:15.905" v="5772" actId="20577"/>
          <ac:spMkLst>
            <pc:docMk/>
            <pc:sldMk cId="1487014349" sldId="401"/>
            <ac:spMk id="2" creationId="{C00A62D1-25C4-5AED-14F0-93A69FA3F744}"/>
          </ac:spMkLst>
        </pc:spChg>
        <pc:spChg chg="mod">
          <ac:chgData name="Jain, Arjav" userId="828bfa26-2f31-4520-9267-9bb5f376eeab" providerId="ADAL" clId="{F8418092-08C3-4E53-BBB9-99845DC2C8E1}" dt="2025-12-09T21:47:23.704" v="5965" actId="404"/>
          <ac:spMkLst>
            <pc:docMk/>
            <pc:sldMk cId="1487014349" sldId="401"/>
            <ac:spMk id="3" creationId="{1DA2C024-87FF-CF73-6D66-FD8EFE651C55}"/>
          </ac:spMkLst>
        </pc:spChg>
        <pc:picChg chg="del mod">
          <ac:chgData name="Jain, Arjav" userId="828bfa26-2f31-4520-9267-9bb5f376eeab" providerId="ADAL" clId="{F8418092-08C3-4E53-BBB9-99845DC2C8E1}" dt="2025-12-09T21:43:33.935" v="5839" actId="478"/>
          <ac:picMkLst>
            <pc:docMk/>
            <pc:sldMk cId="1487014349" sldId="401"/>
            <ac:picMk id="6" creationId="{D205E255-B733-3A27-A854-FEDD368D2913}"/>
          </ac:picMkLst>
        </pc:picChg>
        <pc:picChg chg="del mod">
          <ac:chgData name="Jain, Arjav" userId="828bfa26-2f31-4520-9267-9bb5f376eeab" providerId="ADAL" clId="{F8418092-08C3-4E53-BBB9-99845DC2C8E1}" dt="2025-12-09T21:43:35.055" v="5840" actId="478"/>
          <ac:picMkLst>
            <pc:docMk/>
            <pc:sldMk cId="1487014349" sldId="401"/>
            <ac:picMk id="7" creationId="{4816F2CF-1F17-6536-63A3-6D93C2C410AD}"/>
          </ac:picMkLst>
        </pc:picChg>
        <pc:picChg chg="del mod">
          <ac:chgData name="Jain, Arjav" userId="828bfa26-2f31-4520-9267-9bb5f376eeab" providerId="ADAL" clId="{F8418092-08C3-4E53-BBB9-99845DC2C8E1}" dt="2025-12-09T21:43:32.744" v="5838" actId="478"/>
          <ac:picMkLst>
            <pc:docMk/>
            <pc:sldMk cId="1487014349" sldId="401"/>
            <ac:picMk id="8" creationId="{5257E667-9728-6B33-26BD-A16CD7CEF48C}"/>
          </ac:picMkLst>
        </pc:picChg>
        <pc:picChg chg="del mod">
          <ac:chgData name="Jain, Arjav" userId="828bfa26-2f31-4520-9267-9bb5f376eeab" providerId="ADAL" clId="{F8418092-08C3-4E53-BBB9-99845DC2C8E1}" dt="2025-12-09T21:43:35.665" v="5841" actId="478"/>
          <ac:picMkLst>
            <pc:docMk/>
            <pc:sldMk cId="1487014349" sldId="401"/>
            <ac:picMk id="9" creationId="{F9AEF587-AB23-72E3-6559-B9315A4C476C}"/>
          </ac:picMkLst>
        </pc:picChg>
        <pc:picChg chg="del mod">
          <ac:chgData name="Jain, Arjav" userId="828bfa26-2f31-4520-9267-9bb5f376eeab" providerId="ADAL" clId="{F8418092-08C3-4E53-BBB9-99845DC2C8E1}" dt="2025-12-09T21:43:36.478" v="5842" actId="478"/>
          <ac:picMkLst>
            <pc:docMk/>
            <pc:sldMk cId="1487014349" sldId="401"/>
            <ac:picMk id="10" creationId="{A80ED40F-ADE4-08E9-033F-A72A7822F11F}"/>
          </ac:picMkLst>
        </pc:picChg>
        <pc:picChg chg="del">
          <ac:chgData name="Jain, Arjav" userId="828bfa26-2f31-4520-9267-9bb5f376eeab" providerId="ADAL" clId="{F8418092-08C3-4E53-BBB9-99845DC2C8E1}" dt="2025-12-09T21:37:44.207" v="5796" actId="478"/>
          <ac:picMkLst>
            <pc:docMk/>
            <pc:sldMk cId="1487014349" sldId="401"/>
            <ac:picMk id="12" creationId="{F0D3AE71-84A2-980A-45AE-20BBFD6C734E}"/>
          </ac:picMkLst>
        </pc:picChg>
        <pc:picChg chg="add mod">
          <ac:chgData name="Jain, Arjav" userId="828bfa26-2f31-4520-9267-9bb5f376eeab" providerId="ADAL" clId="{F8418092-08C3-4E53-BBB9-99845DC2C8E1}" dt="2025-12-09T21:47:52.935" v="5997" actId="1035"/>
          <ac:picMkLst>
            <pc:docMk/>
            <pc:sldMk cId="1487014349" sldId="401"/>
            <ac:picMk id="13" creationId="{72148ADD-6284-45DC-994D-6032046E04EE}"/>
          </ac:picMkLst>
        </pc:picChg>
        <pc:picChg chg="add mod">
          <ac:chgData name="Jain, Arjav" userId="828bfa26-2f31-4520-9267-9bb5f376eeab" providerId="ADAL" clId="{F8418092-08C3-4E53-BBB9-99845DC2C8E1}" dt="2025-12-09T21:47:52.935" v="5997" actId="1035"/>
          <ac:picMkLst>
            <pc:docMk/>
            <pc:sldMk cId="1487014349" sldId="401"/>
            <ac:picMk id="15" creationId="{F1951A28-DAD7-5ECF-39E5-57F69B1A8081}"/>
          </ac:picMkLst>
        </pc:picChg>
      </pc:sldChg>
      <pc:sldChg chg="delSp modSp add mod">
        <pc:chgData name="Jain, Arjav" userId="828bfa26-2f31-4520-9267-9bb5f376eeab" providerId="ADAL" clId="{F8418092-08C3-4E53-BBB9-99845DC2C8E1}" dt="2025-12-09T21:51:19.328" v="6080" actId="255"/>
        <pc:sldMkLst>
          <pc:docMk/>
          <pc:sldMk cId="2045162303" sldId="402"/>
        </pc:sldMkLst>
        <pc:spChg chg="mod">
          <ac:chgData name="Jain, Arjav" userId="828bfa26-2f31-4520-9267-9bb5f376eeab" providerId="ADAL" clId="{F8418092-08C3-4E53-BBB9-99845DC2C8E1}" dt="2025-12-09T21:51:19.328" v="6080" actId="255"/>
          <ac:spMkLst>
            <pc:docMk/>
            <pc:sldMk cId="2045162303" sldId="402"/>
            <ac:spMk id="3" creationId="{13C90032-38DF-9FB3-7B4A-AD6410A45C72}"/>
          </ac:spMkLst>
        </pc:spChg>
        <pc:picChg chg="del">
          <ac:chgData name="Jain, Arjav" userId="828bfa26-2f31-4520-9267-9bb5f376eeab" providerId="ADAL" clId="{F8418092-08C3-4E53-BBB9-99845DC2C8E1}" dt="2025-12-09T21:45:33.189" v="5876" actId="478"/>
          <ac:picMkLst>
            <pc:docMk/>
            <pc:sldMk cId="2045162303" sldId="402"/>
            <ac:picMk id="13" creationId="{772032FA-5486-0025-E7E6-74F1CCEB13EA}"/>
          </ac:picMkLst>
        </pc:picChg>
        <pc:picChg chg="del">
          <ac:chgData name="Jain, Arjav" userId="828bfa26-2f31-4520-9267-9bb5f376eeab" providerId="ADAL" clId="{F8418092-08C3-4E53-BBB9-99845DC2C8E1}" dt="2025-12-09T21:45:34.715" v="5877" actId="478"/>
          <ac:picMkLst>
            <pc:docMk/>
            <pc:sldMk cId="2045162303" sldId="402"/>
            <ac:picMk id="15" creationId="{ACA3A67C-3DE1-6266-D320-97519E9F8492}"/>
          </ac:picMkLst>
        </pc:picChg>
      </pc:sldChg>
      <pc:sldChg chg="modSp add mod">
        <pc:chgData name="Jain, Arjav" userId="828bfa26-2f31-4520-9267-9bb5f376eeab" providerId="ADAL" clId="{F8418092-08C3-4E53-BBB9-99845DC2C8E1}" dt="2025-12-09T21:52:05.304" v="6105" actId="27636"/>
        <pc:sldMkLst>
          <pc:docMk/>
          <pc:sldMk cId="1481373278" sldId="403"/>
        </pc:sldMkLst>
        <pc:spChg chg="mod">
          <ac:chgData name="Jain, Arjav" userId="828bfa26-2f31-4520-9267-9bb5f376eeab" providerId="ADAL" clId="{F8418092-08C3-4E53-BBB9-99845DC2C8E1}" dt="2025-12-09T21:51:44.362" v="6091" actId="20577"/>
          <ac:spMkLst>
            <pc:docMk/>
            <pc:sldMk cId="1481373278" sldId="403"/>
            <ac:spMk id="2" creationId="{0147B5AC-B0A8-5D17-3DE1-4F06C8366510}"/>
          </ac:spMkLst>
        </pc:spChg>
        <pc:spChg chg="mod">
          <ac:chgData name="Jain, Arjav" userId="828bfa26-2f31-4520-9267-9bb5f376eeab" providerId="ADAL" clId="{F8418092-08C3-4E53-BBB9-99845DC2C8E1}" dt="2025-12-09T21:52:05.304" v="6105" actId="27636"/>
          <ac:spMkLst>
            <pc:docMk/>
            <pc:sldMk cId="1481373278" sldId="403"/>
            <ac:spMk id="3" creationId="{94F6FEC2-BB02-DEF7-DC74-4E6C8C50B6FE}"/>
          </ac:spMkLst>
        </pc:spChg>
      </pc:sldChg>
      <pc:sldMasterChg chg="delSldLayout modSldLayout">
        <pc:chgData name="Jain, Arjav" userId="828bfa26-2f31-4520-9267-9bb5f376eeab" providerId="ADAL" clId="{F8418092-08C3-4E53-BBB9-99845DC2C8E1}" dt="2025-12-09T18:38:06.665" v="1279" actId="1076"/>
        <pc:sldMasterMkLst>
          <pc:docMk/>
          <pc:sldMasterMk cId="125784929" sldId="2147483648"/>
        </pc:sldMasterMkLst>
        <pc:sldLayoutChg chg="modSp">
          <pc:chgData name="Jain, Arjav" userId="828bfa26-2f31-4520-9267-9bb5f376eeab" providerId="ADAL" clId="{F8418092-08C3-4E53-BBB9-99845DC2C8E1}" dt="2025-12-09T18:36:33.737" v="1253"/>
          <pc:sldLayoutMkLst>
            <pc:docMk/>
            <pc:sldMasterMk cId="125784929" sldId="2147483648"/>
            <pc:sldLayoutMk cId="1296970354" sldId="2147483651"/>
          </pc:sldLayoutMkLst>
          <pc:spChg chg="mod">
            <ac:chgData name="Jain, Arjav" userId="828bfa26-2f31-4520-9267-9bb5f376eeab" providerId="ADAL" clId="{F8418092-08C3-4E53-BBB9-99845DC2C8E1}" dt="2025-12-09T18:36:33.737" v="1253"/>
            <ac:spMkLst>
              <pc:docMk/>
              <pc:sldMasterMk cId="125784929" sldId="2147483648"/>
              <pc:sldLayoutMk cId="1296970354" sldId="2147483651"/>
              <ac:spMk id="14" creationId="{43F3769A-076E-8C78-317D-5BCB57976EF4}"/>
            </ac:spMkLst>
          </pc:spChg>
        </pc:sldLayoutChg>
        <pc:sldLayoutChg chg="modSp">
          <pc:chgData name="Jain, Arjav" userId="828bfa26-2f31-4520-9267-9bb5f376eeab" providerId="ADAL" clId="{F8418092-08C3-4E53-BBB9-99845DC2C8E1}" dt="2025-12-09T18:37:14.695" v="1260"/>
          <pc:sldLayoutMkLst>
            <pc:docMk/>
            <pc:sldMasterMk cId="125784929" sldId="2147483648"/>
            <pc:sldLayoutMk cId="2163101802" sldId="2147483652"/>
          </pc:sldLayoutMkLst>
          <pc:spChg chg="mod">
            <ac:chgData name="Jain, Arjav" userId="828bfa26-2f31-4520-9267-9bb5f376eeab" providerId="ADAL" clId="{F8418092-08C3-4E53-BBB9-99845DC2C8E1}" dt="2025-12-09T18:37:14.695" v="1260"/>
            <ac:spMkLst>
              <pc:docMk/>
              <pc:sldMasterMk cId="125784929" sldId="2147483648"/>
              <pc:sldLayoutMk cId="2163101802" sldId="2147483652"/>
              <ac:spMk id="31" creationId="{447F6171-D545-B452-563D-EFB2AE96669D}"/>
            </ac:spMkLst>
          </pc:spChg>
        </pc:sldLayoutChg>
        <pc:sldLayoutChg chg="modSp mod">
          <pc:chgData name="Jain, Arjav" userId="828bfa26-2f31-4520-9267-9bb5f376eeab" providerId="ADAL" clId="{F8418092-08C3-4E53-BBB9-99845DC2C8E1}" dt="2025-12-09T18:38:06.665" v="1279" actId="1076"/>
          <pc:sldLayoutMkLst>
            <pc:docMk/>
            <pc:sldMasterMk cId="125784929" sldId="2147483648"/>
            <pc:sldLayoutMk cId="288764131" sldId="2147483654"/>
          </pc:sldLayoutMkLst>
          <pc:spChg chg="mod">
            <ac:chgData name="Jain, Arjav" userId="828bfa26-2f31-4520-9267-9bb5f376eeab" providerId="ADAL" clId="{F8418092-08C3-4E53-BBB9-99845DC2C8E1}" dt="2025-12-09T18:37:04.052" v="1259"/>
            <ac:spMkLst>
              <pc:docMk/>
              <pc:sldMasterMk cId="125784929" sldId="2147483648"/>
              <pc:sldLayoutMk cId="288764131" sldId="2147483654"/>
              <ac:spMk id="13" creationId="{EC420C19-0C40-EAE2-AA9D-5101B4FF1644}"/>
            </ac:spMkLst>
          </pc:spChg>
          <pc:picChg chg="mod">
            <ac:chgData name="Jain, Arjav" userId="828bfa26-2f31-4520-9267-9bb5f376eeab" providerId="ADAL" clId="{F8418092-08C3-4E53-BBB9-99845DC2C8E1}" dt="2025-12-09T18:38:06.665" v="1279" actId="1076"/>
            <ac:picMkLst>
              <pc:docMk/>
              <pc:sldMasterMk cId="125784929" sldId="2147483648"/>
              <pc:sldLayoutMk cId="288764131" sldId="2147483654"/>
              <ac:picMk id="4" creationId="{ED9AC6FB-79B2-8934-E612-EC987EF32313}"/>
            </ac:picMkLst>
          </pc:picChg>
        </pc:sldLayoutChg>
        <pc:sldLayoutChg chg="modSp">
          <pc:chgData name="Jain, Arjav" userId="828bfa26-2f31-4520-9267-9bb5f376eeab" providerId="ADAL" clId="{F8418092-08C3-4E53-BBB9-99845DC2C8E1}" dt="2025-12-09T18:36:38.254" v="1254"/>
          <pc:sldLayoutMkLst>
            <pc:docMk/>
            <pc:sldMasterMk cId="125784929" sldId="2147483648"/>
            <pc:sldLayoutMk cId="2385533765" sldId="2147483666"/>
          </pc:sldLayoutMkLst>
          <pc:spChg chg="mod">
            <ac:chgData name="Jain, Arjav" userId="828bfa26-2f31-4520-9267-9bb5f376eeab" providerId="ADAL" clId="{F8418092-08C3-4E53-BBB9-99845DC2C8E1}" dt="2025-12-09T18:36:38.254" v="1254"/>
            <ac:spMkLst>
              <pc:docMk/>
              <pc:sldMasterMk cId="125784929" sldId="2147483648"/>
              <pc:sldLayoutMk cId="2385533765" sldId="2147483666"/>
              <ac:spMk id="12" creationId="{5A4D42FD-F2CE-B461-42FC-B7365425E02A}"/>
            </ac:spMkLst>
          </pc:spChg>
        </pc:sldLayoutChg>
        <pc:sldLayoutChg chg="modSp">
          <pc:chgData name="Jain, Arjav" userId="828bfa26-2f31-4520-9267-9bb5f376eeab" providerId="ADAL" clId="{F8418092-08C3-4E53-BBB9-99845DC2C8E1}" dt="2025-12-09T18:36:52.121" v="1256"/>
          <pc:sldLayoutMkLst>
            <pc:docMk/>
            <pc:sldMasterMk cId="125784929" sldId="2147483648"/>
            <pc:sldLayoutMk cId="1468254842" sldId="2147483670"/>
          </pc:sldLayoutMkLst>
          <pc:spChg chg="mod">
            <ac:chgData name="Jain, Arjav" userId="828bfa26-2f31-4520-9267-9bb5f376eeab" providerId="ADAL" clId="{F8418092-08C3-4E53-BBB9-99845DC2C8E1}" dt="2025-12-09T18:36:52.121" v="1256"/>
            <ac:spMkLst>
              <pc:docMk/>
              <pc:sldMasterMk cId="125784929" sldId="2147483648"/>
              <pc:sldLayoutMk cId="1468254842" sldId="2147483670"/>
              <ac:spMk id="24" creationId="{78C65027-A687-41F0-E627-6C9CA6C8D0A4}"/>
            </ac:spMkLst>
          </pc:spChg>
        </pc:sldLayoutChg>
        <pc:sldLayoutChg chg="modSp">
          <pc:chgData name="Jain, Arjav" userId="828bfa26-2f31-4520-9267-9bb5f376eeab" providerId="ADAL" clId="{F8418092-08C3-4E53-BBB9-99845DC2C8E1}" dt="2025-12-09T18:36:46.686" v="1255"/>
          <pc:sldLayoutMkLst>
            <pc:docMk/>
            <pc:sldMasterMk cId="125784929" sldId="2147483648"/>
            <pc:sldLayoutMk cId="1097004709" sldId="2147483671"/>
          </pc:sldLayoutMkLst>
          <pc:spChg chg="mod">
            <ac:chgData name="Jain, Arjav" userId="828bfa26-2f31-4520-9267-9bb5f376eeab" providerId="ADAL" clId="{F8418092-08C3-4E53-BBB9-99845DC2C8E1}" dt="2025-12-09T18:36:46.686" v="1255"/>
            <ac:spMkLst>
              <pc:docMk/>
              <pc:sldMasterMk cId="125784929" sldId="2147483648"/>
              <pc:sldLayoutMk cId="1097004709" sldId="2147483671"/>
              <ac:spMk id="12" creationId="{D04B6268-443E-C233-94CE-19E2240CBFFD}"/>
            </ac:spMkLst>
          </pc:spChg>
        </pc:sldLayoutChg>
        <pc:sldLayoutChg chg="modSp">
          <pc:chgData name="Jain, Arjav" userId="828bfa26-2f31-4520-9267-9bb5f376eeab" providerId="ADAL" clId="{F8418092-08C3-4E53-BBB9-99845DC2C8E1}" dt="2025-12-09T18:37:26.407" v="1261"/>
          <pc:sldLayoutMkLst>
            <pc:docMk/>
            <pc:sldMasterMk cId="125784929" sldId="2147483648"/>
            <pc:sldLayoutMk cId="3197693862" sldId="2147483672"/>
          </pc:sldLayoutMkLst>
          <pc:spChg chg="mod">
            <ac:chgData name="Jain, Arjav" userId="828bfa26-2f31-4520-9267-9bb5f376eeab" providerId="ADAL" clId="{F8418092-08C3-4E53-BBB9-99845DC2C8E1}" dt="2025-12-09T18:37:26.407" v="1261"/>
            <ac:spMkLst>
              <pc:docMk/>
              <pc:sldMasterMk cId="125784929" sldId="2147483648"/>
              <pc:sldLayoutMk cId="3197693862" sldId="2147483672"/>
              <ac:spMk id="21" creationId="{AB35559D-9B81-15E1-57F6-5A5D9BA4D764}"/>
            </ac:spMkLst>
          </pc:spChg>
        </pc:sldLayoutChg>
        <pc:sldLayoutChg chg="modSp mod">
          <pc:chgData name="Jain, Arjav" userId="828bfa26-2f31-4520-9267-9bb5f376eeab" providerId="ADAL" clId="{F8418092-08C3-4E53-BBB9-99845DC2C8E1}" dt="2025-12-09T18:38:06.526" v="1278" actId="20577"/>
          <pc:sldLayoutMkLst>
            <pc:docMk/>
            <pc:sldMasterMk cId="125784929" sldId="2147483648"/>
            <pc:sldLayoutMk cId="1264825155" sldId="2147483673"/>
          </pc:sldLayoutMkLst>
          <pc:spChg chg="mod">
            <ac:chgData name="Jain, Arjav" userId="828bfa26-2f31-4520-9267-9bb5f376eeab" providerId="ADAL" clId="{F8418092-08C3-4E53-BBB9-99845DC2C8E1}" dt="2025-12-09T18:37:29.480" v="1263" actId="1076"/>
            <ac:spMkLst>
              <pc:docMk/>
              <pc:sldMasterMk cId="125784929" sldId="2147483648"/>
              <pc:sldLayoutMk cId="1264825155" sldId="2147483673"/>
              <ac:spMk id="5" creationId="{15D7D23A-1232-9173-80E0-A45F3AAD9CC1}"/>
            </ac:spMkLst>
          </pc:spChg>
          <pc:spChg chg="mod">
            <ac:chgData name="Jain, Arjav" userId="828bfa26-2f31-4520-9267-9bb5f376eeab" providerId="ADAL" clId="{F8418092-08C3-4E53-BBB9-99845DC2C8E1}" dt="2025-12-09T18:38:06.526" v="1278" actId="20577"/>
            <ac:spMkLst>
              <pc:docMk/>
              <pc:sldMasterMk cId="125784929" sldId="2147483648"/>
              <pc:sldLayoutMk cId="1264825155" sldId="2147483673"/>
              <ac:spMk id="21" creationId="{AB35559D-9B81-15E1-57F6-5A5D9BA4D764}"/>
            </ac:spMkLst>
          </pc:spChg>
        </pc:sldLayoutChg>
        <pc:sldLayoutChg chg="modSp">
          <pc:chgData name="Jain, Arjav" userId="828bfa26-2f31-4520-9267-9bb5f376eeab" providerId="ADAL" clId="{F8418092-08C3-4E53-BBB9-99845DC2C8E1}" dt="2025-12-09T18:37:38.585" v="1267"/>
          <pc:sldLayoutMkLst>
            <pc:docMk/>
            <pc:sldMasterMk cId="125784929" sldId="2147483648"/>
            <pc:sldLayoutMk cId="1904003161" sldId="2147483675"/>
          </pc:sldLayoutMkLst>
          <pc:spChg chg="mod">
            <ac:chgData name="Jain, Arjav" userId="828bfa26-2f31-4520-9267-9bb5f376eeab" providerId="ADAL" clId="{F8418092-08C3-4E53-BBB9-99845DC2C8E1}" dt="2025-12-09T18:37:38.585" v="1267"/>
            <ac:spMkLst>
              <pc:docMk/>
              <pc:sldMasterMk cId="125784929" sldId="2147483648"/>
              <pc:sldLayoutMk cId="1904003161" sldId="2147483675"/>
              <ac:spMk id="21" creationId="{AB35559D-9B81-15E1-57F6-5A5D9BA4D764}"/>
            </ac:spMkLst>
          </pc:spChg>
        </pc:sldLayoutChg>
        <pc:sldLayoutChg chg="modSp mod">
          <pc:chgData name="Jain, Arjav" userId="828bfa26-2f31-4520-9267-9bb5f376eeab" providerId="ADAL" clId="{F8418092-08C3-4E53-BBB9-99845DC2C8E1}" dt="2025-12-09T18:38:05.798" v="1276" actId="20577"/>
          <pc:sldLayoutMkLst>
            <pc:docMk/>
            <pc:sldMasterMk cId="125784929" sldId="2147483648"/>
            <pc:sldLayoutMk cId="2571520877" sldId="2147483676"/>
          </pc:sldLayoutMkLst>
          <pc:spChg chg="mod">
            <ac:chgData name="Jain, Arjav" userId="828bfa26-2f31-4520-9267-9bb5f376eeab" providerId="ADAL" clId="{F8418092-08C3-4E53-BBB9-99845DC2C8E1}" dt="2025-12-09T18:38:05.798" v="1276" actId="20577"/>
            <ac:spMkLst>
              <pc:docMk/>
              <pc:sldMasterMk cId="125784929" sldId="2147483648"/>
              <pc:sldLayoutMk cId="2571520877" sldId="2147483676"/>
              <ac:spMk id="21" creationId="{AB35559D-9B81-15E1-57F6-5A5D9BA4D764}"/>
            </ac:spMkLst>
          </pc:spChg>
        </pc:sldLayoutChg>
        <pc:sldLayoutChg chg="modSp">
          <pc:chgData name="Jain, Arjav" userId="828bfa26-2f31-4520-9267-9bb5f376eeab" providerId="ADAL" clId="{F8418092-08C3-4E53-BBB9-99845DC2C8E1}" dt="2025-12-09T18:37:43.573" v="1269"/>
          <pc:sldLayoutMkLst>
            <pc:docMk/>
            <pc:sldMasterMk cId="125784929" sldId="2147483648"/>
            <pc:sldLayoutMk cId="405389509" sldId="2147483677"/>
          </pc:sldLayoutMkLst>
          <pc:spChg chg="mod">
            <ac:chgData name="Jain, Arjav" userId="828bfa26-2f31-4520-9267-9bb5f376eeab" providerId="ADAL" clId="{F8418092-08C3-4E53-BBB9-99845DC2C8E1}" dt="2025-12-09T18:37:43.573" v="1269"/>
            <ac:spMkLst>
              <pc:docMk/>
              <pc:sldMasterMk cId="125784929" sldId="2147483648"/>
              <pc:sldLayoutMk cId="405389509" sldId="2147483677"/>
              <ac:spMk id="21" creationId="{AB35559D-9B81-15E1-57F6-5A5D9BA4D764}"/>
            </ac:spMkLst>
          </pc:spChg>
        </pc:sldLayoutChg>
        <pc:sldLayoutChg chg="modSp">
          <pc:chgData name="Jain, Arjav" userId="828bfa26-2f31-4520-9267-9bb5f376eeab" providerId="ADAL" clId="{F8418092-08C3-4E53-BBB9-99845DC2C8E1}" dt="2025-12-09T18:36:55.767" v="1257"/>
          <pc:sldLayoutMkLst>
            <pc:docMk/>
            <pc:sldMasterMk cId="125784929" sldId="2147483648"/>
            <pc:sldLayoutMk cId="2532151163" sldId="2147483681"/>
          </pc:sldLayoutMkLst>
          <pc:spChg chg="mod">
            <ac:chgData name="Jain, Arjav" userId="828bfa26-2f31-4520-9267-9bb5f376eeab" providerId="ADAL" clId="{F8418092-08C3-4E53-BBB9-99845DC2C8E1}" dt="2025-12-09T18:36:55.767" v="1257"/>
            <ac:spMkLst>
              <pc:docMk/>
              <pc:sldMasterMk cId="125784929" sldId="2147483648"/>
              <pc:sldLayoutMk cId="2532151163" sldId="2147483681"/>
              <ac:spMk id="8" creationId="{B033ED9C-0B52-487F-8BD5-11759DAF6A37}"/>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3E1E9AA-346A-B3D9-794E-D00029D397C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0F56AFA-A4B7-7466-6AF7-3B946230D3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E4678F-55F8-4A98-B438-1921114C3F78}" type="datetimeFigureOut">
              <a:rPr lang="en-US" smtClean="0"/>
              <a:t>12/9/2025</a:t>
            </a:fld>
            <a:endParaRPr lang="en-US"/>
          </a:p>
        </p:txBody>
      </p:sp>
      <p:sp>
        <p:nvSpPr>
          <p:cNvPr id="4" name="Footer Placeholder 3">
            <a:extLst>
              <a:ext uri="{FF2B5EF4-FFF2-40B4-BE49-F238E27FC236}">
                <a16:creationId xmlns:a16="http://schemas.microsoft.com/office/drawing/2014/main" id="{30ABE0AD-401D-551F-84BA-B7639FBB7E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4A98A03-EC06-4230-C305-6B23873923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6E4B95-DB27-469E-87AB-81525EE3E583}" type="slidenum">
              <a:rPr lang="en-US" smtClean="0"/>
              <a:t>‹#›</a:t>
            </a:fld>
            <a:endParaRPr lang="en-US"/>
          </a:p>
        </p:txBody>
      </p:sp>
    </p:spTree>
    <p:extLst>
      <p:ext uri="{BB962C8B-B14F-4D97-AF65-F5344CB8AC3E}">
        <p14:creationId xmlns:p14="http://schemas.microsoft.com/office/powerpoint/2010/main" val="21716172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C260D9-9A89-466D-AB9E-AB8EEEC5B27F}" type="datetimeFigureOut">
              <a:rPr lang="en-US" smtClean="0"/>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C6F0D5-1438-4C96-931F-854E0BFC2CD2}" type="slidenum">
              <a:rPr lang="en-US" smtClean="0"/>
              <a:t>‹#›</a:t>
            </a:fld>
            <a:endParaRPr lang="en-US"/>
          </a:p>
        </p:txBody>
      </p:sp>
    </p:spTree>
    <p:extLst>
      <p:ext uri="{BB962C8B-B14F-4D97-AF65-F5344CB8AC3E}">
        <p14:creationId xmlns:p14="http://schemas.microsoft.com/office/powerpoint/2010/main" val="158747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C6F0D5-1438-4C96-931F-854E0BFC2CD2}" type="slidenum">
              <a:rPr lang="en-US" smtClean="0"/>
              <a:t>1</a:t>
            </a:fld>
            <a:endParaRPr lang="en-US"/>
          </a:p>
        </p:txBody>
      </p:sp>
    </p:spTree>
    <p:extLst>
      <p:ext uri="{BB962C8B-B14F-4D97-AF65-F5344CB8AC3E}">
        <p14:creationId xmlns:p14="http://schemas.microsoft.com/office/powerpoint/2010/main" val="583737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C6F0D5-1438-4C96-931F-854E0BFC2CD2}" type="slidenum">
              <a:rPr lang="en-US" smtClean="0"/>
              <a:t>2</a:t>
            </a:fld>
            <a:endParaRPr lang="en-US"/>
          </a:p>
        </p:txBody>
      </p:sp>
    </p:spTree>
    <p:extLst>
      <p:ext uri="{BB962C8B-B14F-4D97-AF65-F5344CB8AC3E}">
        <p14:creationId xmlns:p14="http://schemas.microsoft.com/office/powerpoint/2010/main" val="1850522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6AAF9-D670-43DB-359F-5F67E4B8F1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8B3153-B340-3ACC-CD0D-05CC9BE82FA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C0FA24-289A-FB36-240D-39BBF1B911D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EF458AB-6941-E164-C584-053057C1D59B}"/>
              </a:ext>
            </a:extLst>
          </p:cNvPr>
          <p:cNvSpPr>
            <a:spLocks noGrp="1"/>
          </p:cNvSpPr>
          <p:nvPr>
            <p:ph type="sldNum" sz="quarter" idx="5"/>
          </p:nvPr>
        </p:nvSpPr>
        <p:spPr/>
        <p:txBody>
          <a:bodyPr/>
          <a:lstStyle/>
          <a:p>
            <a:fld id="{B9C6F0D5-1438-4C96-931F-854E0BFC2CD2}" type="slidenum">
              <a:rPr lang="en-US" smtClean="0"/>
              <a:t>5</a:t>
            </a:fld>
            <a:endParaRPr lang="en-US"/>
          </a:p>
        </p:txBody>
      </p:sp>
    </p:spTree>
    <p:extLst>
      <p:ext uri="{BB962C8B-B14F-4D97-AF65-F5344CB8AC3E}">
        <p14:creationId xmlns:p14="http://schemas.microsoft.com/office/powerpoint/2010/main" val="579213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E9D58-E7FF-F52F-43B3-9CFF02380D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C7044-CE8C-B8C1-E5E5-7845CF81EDB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09A7AF4-5520-0B2B-21B3-1085D469B3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FA41AD-16C5-2483-2C0F-E636B4D337B6}"/>
              </a:ext>
            </a:extLst>
          </p:cNvPr>
          <p:cNvSpPr>
            <a:spLocks noGrp="1"/>
          </p:cNvSpPr>
          <p:nvPr>
            <p:ph type="sldNum" sz="quarter" idx="5"/>
          </p:nvPr>
        </p:nvSpPr>
        <p:spPr/>
        <p:txBody>
          <a:bodyPr/>
          <a:lstStyle/>
          <a:p>
            <a:fld id="{B9C6F0D5-1438-4C96-931F-854E0BFC2CD2}" type="slidenum">
              <a:rPr lang="en-US" smtClean="0"/>
              <a:t>7</a:t>
            </a:fld>
            <a:endParaRPr lang="en-US"/>
          </a:p>
        </p:txBody>
      </p:sp>
    </p:spTree>
    <p:extLst>
      <p:ext uri="{BB962C8B-B14F-4D97-AF65-F5344CB8AC3E}">
        <p14:creationId xmlns:p14="http://schemas.microsoft.com/office/powerpoint/2010/main" val="2647492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173EE-7B1B-3A34-4BE4-AC78D4579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C042BF-5F70-1951-0E15-F28747EFAE7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20A163-9790-CE8F-28C6-01ADCFD962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EA0EBD6-2587-9302-03C8-2A66B9BBF7F6}"/>
              </a:ext>
            </a:extLst>
          </p:cNvPr>
          <p:cNvSpPr>
            <a:spLocks noGrp="1"/>
          </p:cNvSpPr>
          <p:nvPr>
            <p:ph type="sldNum" sz="quarter" idx="5"/>
          </p:nvPr>
        </p:nvSpPr>
        <p:spPr/>
        <p:txBody>
          <a:bodyPr/>
          <a:lstStyle/>
          <a:p>
            <a:fld id="{B9C6F0D5-1438-4C96-931F-854E0BFC2CD2}" type="slidenum">
              <a:rPr lang="en-US" smtClean="0"/>
              <a:t>9</a:t>
            </a:fld>
            <a:endParaRPr lang="en-US"/>
          </a:p>
        </p:txBody>
      </p:sp>
    </p:spTree>
    <p:extLst>
      <p:ext uri="{BB962C8B-B14F-4D97-AF65-F5344CB8AC3E}">
        <p14:creationId xmlns:p14="http://schemas.microsoft.com/office/powerpoint/2010/main" val="2758069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79290-42BD-481A-C8C1-F870C8EB60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4E937-4875-BC88-FAF7-7D50DEA8AC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288C6D6-5CDF-1631-C890-54E6D183DC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734F6C2-F885-D932-BDC1-309919BF0839}"/>
              </a:ext>
            </a:extLst>
          </p:cNvPr>
          <p:cNvSpPr>
            <a:spLocks noGrp="1"/>
          </p:cNvSpPr>
          <p:nvPr>
            <p:ph type="sldNum" sz="quarter" idx="5"/>
          </p:nvPr>
        </p:nvSpPr>
        <p:spPr/>
        <p:txBody>
          <a:bodyPr/>
          <a:lstStyle/>
          <a:p>
            <a:fld id="{B9C6F0D5-1438-4C96-931F-854E0BFC2CD2}" type="slidenum">
              <a:rPr lang="en-US" smtClean="0"/>
              <a:t>12</a:t>
            </a:fld>
            <a:endParaRPr lang="en-US"/>
          </a:p>
        </p:txBody>
      </p:sp>
    </p:spTree>
    <p:extLst>
      <p:ext uri="{BB962C8B-B14F-4D97-AF65-F5344CB8AC3E}">
        <p14:creationId xmlns:p14="http://schemas.microsoft.com/office/powerpoint/2010/main" val="3302500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906F8-F01F-5426-D9E7-A2806489F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1E951-7294-BD5E-843E-49E8A3288D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9208A24-54B3-F525-F5B9-1DD139A8756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445FBDC-2CB3-461E-4EE0-32E73D3C9E26}"/>
              </a:ext>
            </a:extLst>
          </p:cNvPr>
          <p:cNvSpPr>
            <a:spLocks noGrp="1"/>
          </p:cNvSpPr>
          <p:nvPr>
            <p:ph type="sldNum" sz="quarter" idx="5"/>
          </p:nvPr>
        </p:nvSpPr>
        <p:spPr/>
        <p:txBody>
          <a:bodyPr/>
          <a:lstStyle/>
          <a:p>
            <a:fld id="{B9C6F0D5-1438-4C96-931F-854E0BFC2CD2}" type="slidenum">
              <a:rPr lang="en-US" smtClean="0"/>
              <a:t>24</a:t>
            </a:fld>
            <a:endParaRPr lang="en-US"/>
          </a:p>
        </p:txBody>
      </p:sp>
    </p:spTree>
    <p:extLst>
      <p:ext uri="{BB962C8B-B14F-4D97-AF65-F5344CB8AC3E}">
        <p14:creationId xmlns:p14="http://schemas.microsoft.com/office/powerpoint/2010/main" val="1708433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25F04-D430-8372-6A06-552F2BE5F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ED8E2-CA57-CABE-FDDF-A81CAFDE0EF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354B2E-809D-EF55-4981-0B9D485DBC2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000415-B701-7544-82A9-AFFF535F53E3}"/>
              </a:ext>
            </a:extLst>
          </p:cNvPr>
          <p:cNvSpPr>
            <a:spLocks noGrp="1"/>
          </p:cNvSpPr>
          <p:nvPr>
            <p:ph type="sldNum" sz="quarter" idx="5"/>
          </p:nvPr>
        </p:nvSpPr>
        <p:spPr/>
        <p:txBody>
          <a:bodyPr/>
          <a:lstStyle/>
          <a:p>
            <a:fld id="{B9C6F0D5-1438-4C96-931F-854E0BFC2CD2}" type="slidenum">
              <a:rPr lang="en-US" smtClean="0"/>
              <a:t>34</a:t>
            </a:fld>
            <a:endParaRPr lang="en-US"/>
          </a:p>
        </p:txBody>
      </p:sp>
    </p:spTree>
    <p:extLst>
      <p:ext uri="{BB962C8B-B14F-4D97-AF65-F5344CB8AC3E}">
        <p14:creationId xmlns:p14="http://schemas.microsoft.com/office/powerpoint/2010/main" val="2157652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C6F0D5-1438-4C96-931F-854E0BFC2CD2}" type="slidenum">
              <a:rPr lang="en-US" smtClean="0"/>
              <a:t>39</a:t>
            </a:fld>
            <a:endParaRPr lang="en-US"/>
          </a:p>
        </p:txBody>
      </p:sp>
    </p:spTree>
    <p:extLst>
      <p:ext uri="{BB962C8B-B14F-4D97-AF65-F5344CB8AC3E}">
        <p14:creationId xmlns:p14="http://schemas.microsoft.com/office/powerpoint/2010/main" val="3505950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C6F0D5-1438-4C96-931F-854E0BFC2CD2}" type="slidenum">
              <a:rPr lang="en-US" smtClean="0"/>
              <a:t>40</a:t>
            </a:fld>
            <a:endParaRPr lang="en-US"/>
          </a:p>
        </p:txBody>
      </p:sp>
    </p:spTree>
    <p:extLst>
      <p:ext uri="{BB962C8B-B14F-4D97-AF65-F5344CB8AC3E}">
        <p14:creationId xmlns:p14="http://schemas.microsoft.com/office/powerpoint/2010/main" val="18040617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32F4F2-6BCB-E2A6-BF14-55C777A83E5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Title Accent">
            <a:extLst>
              <a:ext uri="{FF2B5EF4-FFF2-40B4-BE49-F238E27FC236}">
                <a16:creationId xmlns:a16="http://schemas.microsoft.com/office/drawing/2014/main" id="{A4CD8BB7-0ED5-85FC-E344-1C112A4EBA76}"/>
              </a:ext>
              <a:ext uri="{C183D7F6-B498-43B3-948B-1728B52AA6E4}">
                <adec:decorative xmlns:adec="http://schemas.microsoft.com/office/drawing/2017/decorative" val="1"/>
              </a:ext>
            </a:extLst>
          </p:cNvPr>
          <p:cNvSpPr/>
          <p:nvPr userDrawn="1"/>
        </p:nvSpPr>
        <p:spPr>
          <a:xfrm>
            <a:off x="2895872" y="1832610"/>
            <a:ext cx="95250" cy="319278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 name="Title 6">
            <a:extLst>
              <a:ext uri="{FF2B5EF4-FFF2-40B4-BE49-F238E27FC236}">
                <a16:creationId xmlns:a16="http://schemas.microsoft.com/office/drawing/2014/main" id="{6C5F9852-BDFC-7251-F9A8-98DEA10266ED}"/>
              </a:ext>
            </a:extLst>
          </p:cNvPr>
          <p:cNvSpPr>
            <a:spLocks noGrp="1"/>
          </p:cNvSpPr>
          <p:nvPr>
            <p:ph type="title" hasCustomPrompt="1"/>
          </p:nvPr>
        </p:nvSpPr>
        <p:spPr>
          <a:xfrm>
            <a:off x="3283131" y="1958297"/>
            <a:ext cx="8569236" cy="1614486"/>
          </a:xfrm>
        </p:spPr>
        <p:txBody>
          <a:bodyPr anchor="t">
            <a:normAutofit/>
          </a:bodyPr>
          <a:lstStyle>
            <a:lvl1pPr algn="ctr">
              <a:defRPr sz="6000">
                <a:solidFill>
                  <a:schemeClr val="bg1"/>
                </a:solidFill>
              </a:defRPr>
            </a:lvl1pPr>
          </a:lstStyle>
          <a:p>
            <a:r>
              <a:rPr lang="en-US" dirty="0"/>
              <a:t>Presentation Title</a:t>
            </a:r>
          </a:p>
        </p:txBody>
      </p:sp>
      <p:sp>
        <p:nvSpPr>
          <p:cNvPr id="12" name="Department/unit name placeholder">
            <a:extLst>
              <a:ext uri="{FF2B5EF4-FFF2-40B4-BE49-F238E27FC236}">
                <a16:creationId xmlns:a16="http://schemas.microsoft.com/office/drawing/2014/main" id="{497620D0-FD2F-C1C0-438F-BA156FAA85AB}"/>
              </a:ext>
            </a:extLst>
          </p:cNvPr>
          <p:cNvSpPr>
            <a:spLocks noGrp="1"/>
          </p:cNvSpPr>
          <p:nvPr>
            <p:ph type="body" sz="quarter" idx="11" hasCustomPrompt="1"/>
          </p:nvPr>
        </p:nvSpPr>
        <p:spPr>
          <a:xfrm>
            <a:off x="3285601" y="3489452"/>
            <a:ext cx="8569235" cy="767969"/>
          </a:xfrm>
          <a:prstGeom prst="rect">
            <a:avLst/>
          </a:prstGeom>
        </p:spPr>
        <p:txBody>
          <a:bodyPr>
            <a:normAutofit/>
          </a:bodyPr>
          <a:lstStyle>
            <a:lvl1pPr marL="0" indent="0" algn="ctr">
              <a:buNone/>
              <a:defRPr sz="3600">
                <a:solidFill>
                  <a:schemeClr val="bg1"/>
                </a:solidFill>
                <a:latin typeface="+mn-lt"/>
              </a:defRPr>
            </a:lvl1pPr>
          </a:lstStyle>
          <a:p>
            <a:r>
              <a:rPr lang="en-US" dirty="0"/>
              <a:t>Department/Unit Name</a:t>
            </a:r>
          </a:p>
        </p:txBody>
      </p:sp>
      <p:sp>
        <p:nvSpPr>
          <p:cNvPr id="8" name="Date Placeholder">
            <a:extLst>
              <a:ext uri="{FF2B5EF4-FFF2-40B4-BE49-F238E27FC236}">
                <a16:creationId xmlns:a16="http://schemas.microsoft.com/office/drawing/2014/main" id="{D3A57C1C-6F1A-1705-E0D4-BE50DA86250D}"/>
              </a:ext>
            </a:extLst>
          </p:cNvPr>
          <p:cNvSpPr>
            <a:spLocks noGrp="1"/>
          </p:cNvSpPr>
          <p:nvPr>
            <p:ph type="body" sz="quarter" idx="12" hasCustomPrompt="1"/>
          </p:nvPr>
        </p:nvSpPr>
        <p:spPr>
          <a:xfrm>
            <a:off x="3285601" y="4257421"/>
            <a:ext cx="8569235" cy="767969"/>
          </a:xfrm>
          <a:prstGeom prst="rect">
            <a:avLst/>
          </a:prstGeom>
        </p:spPr>
        <p:txBody>
          <a:bodyPr>
            <a:normAutofit/>
          </a:bodyPr>
          <a:lstStyle>
            <a:lvl1pPr marL="0" indent="0" algn="ctr">
              <a:buNone/>
              <a:defRPr sz="3600">
                <a:solidFill>
                  <a:schemeClr val="bg1"/>
                </a:solidFill>
                <a:latin typeface="+mn-lt"/>
              </a:defRPr>
            </a:lvl1pPr>
          </a:lstStyle>
          <a:p>
            <a:r>
              <a:rPr lang="en-US" dirty="0"/>
              <a:t>Date</a:t>
            </a:r>
          </a:p>
        </p:txBody>
      </p:sp>
    </p:spTree>
    <p:extLst>
      <p:ext uri="{BB962C8B-B14F-4D97-AF65-F5344CB8AC3E}">
        <p14:creationId xmlns:p14="http://schemas.microsoft.com/office/powerpoint/2010/main" val="421001931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536CFC5-9FDA-B7CC-A0E8-9E2C8CF523B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9" y="0"/>
            <a:ext cx="12180722" cy="6858000"/>
          </a:xfrm>
          <a:prstGeom prst="rect">
            <a:avLst/>
          </a:prstGeom>
        </p:spPr>
      </p:pic>
      <p:sp>
        <p:nvSpPr>
          <p:cNvPr id="11" name="Title Accent">
            <a:extLst>
              <a:ext uri="{FF2B5EF4-FFF2-40B4-BE49-F238E27FC236}">
                <a16:creationId xmlns:a16="http://schemas.microsoft.com/office/drawing/2014/main" id="{774D0FFC-1870-3AC0-2920-9F9EA3F5B374}"/>
              </a:ext>
              <a:ext uri="{C183D7F6-B498-43B3-948B-1728B52AA6E4}">
                <adec:decorative xmlns:adec="http://schemas.microsoft.com/office/drawing/2017/decorative" val="1"/>
              </a:ext>
            </a:extLst>
          </p:cNvPr>
          <p:cNvSpPr/>
          <p:nvPr userDrawn="1"/>
        </p:nvSpPr>
        <p:spPr>
          <a:xfrm>
            <a:off x="2895872" y="1832610"/>
            <a:ext cx="95250" cy="319278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 name="Title 6">
            <a:extLst>
              <a:ext uri="{FF2B5EF4-FFF2-40B4-BE49-F238E27FC236}">
                <a16:creationId xmlns:a16="http://schemas.microsoft.com/office/drawing/2014/main" id="{967BB4B5-6DC9-4239-4EE4-8B3B8C0683DB}"/>
              </a:ext>
            </a:extLst>
          </p:cNvPr>
          <p:cNvSpPr>
            <a:spLocks noGrp="1"/>
          </p:cNvSpPr>
          <p:nvPr>
            <p:ph type="title" hasCustomPrompt="1"/>
          </p:nvPr>
        </p:nvSpPr>
        <p:spPr>
          <a:xfrm>
            <a:off x="3283131" y="1958297"/>
            <a:ext cx="8569236" cy="1614486"/>
          </a:xfrm>
        </p:spPr>
        <p:txBody>
          <a:bodyPr anchor="t">
            <a:normAutofit/>
          </a:bodyPr>
          <a:lstStyle>
            <a:lvl1pPr algn="ctr">
              <a:defRPr sz="6000">
                <a:solidFill>
                  <a:schemeClr val="bg1"/>
                </a:solidFill>
              </a:defRPr>
            </a:lvl1pPr>
          </a:lstStyle>
          <a:p>
            <a:r>
              <a:rPr lang="en-US" dirty="0"/>
              <a:t>Presentation Title</a:t>
            </a:r>
          </a:p>
        </p:txBody>
      </p:sp>
      <p:sp>
        <p:nvSpPr>
          <p:cNvPr id="9" name="Department/unit name placeholder">
            <a:extLst>
              <a:ext uri="{FF2B5EF4-FFF2-40B4-BE49-F238E27FC236}">
                <a16:creationId xmlns:a16="http://schemas.microsoft.com/office/drawing/2014/main" id="{9CCA8B6C-53BF-DD2E-3863-4C111973577F}"/>
              </a:ext>
            </a:extLst>
          </p:cNvPr>
          <p:cNvSpPr>
            <a:spLocks noGrp="1"/>
          </p:cNvSpPr>
          <p:nvPr>
            <p:ph type="body" sz="quarter" idx="11" hasCustomPrompt="1"/>
          </p:nvPr>
        </p:nvSpPr>
        <p:spPr>
          <a:xfrm>
            <a:off x="3285601" y="3489452"/>
            <a:ext cx="8569235" cy="767969"/>
          </a:xfrm>
          <a:prstGeom prst="rect">
            <a:avLst/>
          </a:prstGeom>
        </p:spPr>
        <p:txBody>
          <a:bodyPr>
            <a:normAutofit/>
          </a:bodyPr>
          <a:lstStyle>
            <a:lvl1pPr marL="0" indent="0" algn="ctr">
              <a:buNone/>
              <a:defRPr sz="3600">
                <a:solidFill>
                  <a:schemeClr val="bg1"/>
                </a:solidFill>
                <a:latin typeface="+mn-lt"/>
              </a:defRPr>
            </a:lvl1pPr>
          </a:lstStyle>
          <a:p>
            <a:r>
              <a:rPr lang="en-US" dirty="0"/>
              <a:t>Department/Unit Name</a:t>
            </a:r>
          </a:p>
        </p:txBody>
      </p:sp>
      <p:sp>
        <p:nvSpPr>
          <p:cNvPr id="10" name="Date Placeholder">
            <a:extLst>
              <a:ext uri="{FF2B5EF4-FFF2-40B4-BE49-F238E27FC236}">
                <a16:creationId xmlns:a16="http://schemas.microsoft.com/office/drawing/2014/main" id="{609F09B9-AFB9-1195-67C0-6A06E8B36166}"/>
              </a:ext>
            </a:extLst>
          </p:cNvPr>
          <p:cNvSpPr>
            <a:spLocks noGrp="1"/>
          </p:cNvSpPr>
          <p:nvPr>
            <p:ph type="body" sz="quarter" idx="12" hasCustomPrompt="1"/>
          </p:nvPr>
        </p:nvSpPr>
        <p:spPr>
          <a:xfrm>
            <a:off x="3285601" y="4257421"/>
            <a:ext cx="8569235" cy="767969"/>
          </a:xfrm>
          <a:prstGeom prst="rect">
            <a:avLst/>
          </a:prstGeom>
        </p:spPr>
        <p:txBody>
          <a:bodyPr>
            <a:normAutofit/>
          </a:bodyPr>
          <a:lstStyle>
            <a:lvl1pPr marL="0" indent="0" algn="ctr">
              <a:buNone/>
              <a:defRPr sz="3600">
                <a:solidFill>
                  <a:schemeClr val="bg1"/>
                </a:solidFill>
                <a:latin typeface="+mn-lt"/>
              </a:defRPr>
            </a:lvl1pPr>
          </a:lstStyle>
          <a:p>
            <a:r>
              <a:rPr lang="en-US" dirty="0"/>
              <a:t>Date</a:t>
            </a:r>
          </a:p>
        </p:txBody>
      </p:sp>
    </p:spTree>
    <p:extLst>
      <p:ext uri="{BB962C8B-B14F-4D97-AF65-F5344CB8AC3E}">
        <p14:creationId xmlns:p14="http://schemas.microsoft.com/office/powerpoint/2010/main" val="2275391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5C2C3DC9-CBAF-E0AA-9E07-BE81DC638CD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6" y="694"/>
            <a:ext cx="12189534" cy="6856612"/>
          </a:xfrm>
          <a:prstGeom prst="rect">
            <a:avLst/>
          </a:prstGeom>
        </p:spPr>
      </p:pic>
      <p:pic>
        <p:nvPicPr>
          <p:cNvPr id="2" name="Block I">
            <a:extLst>
              <a:ext uri="{FF2B5EF4-FFF2-40B4-BE49-F238E27FC236}">
                <a16:creationId xmlns:a16="http://schemas.microsoft.com/office/drawing/2014/main" id="{F622F3C3-0B66-1EFA-7644-C9486EB60C0E}"/>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8" name="Title 6">
            <a:extLst>
              <a:ext uri="{FF2B5EF4-FFF2-40B4-BE49-F238E27FC236}">
                <a16:creationId xmlns:a16="http://schemas.microsoft.com/office/drawing/2014/main" id="{7BC0581F-68FE-3796-A22D-5418171CE351}"/>
              </a:ext>
            </a:extLst>
          </p:cNvPr>
          <p:cNvSpPr>
            <a:spLocks noGrp="1"/>
          </p:cNvSpPr>
          <p:nvPr>
            <p:ph type="title" hasCustomPrompt="1"/>
          </p:nvPr>
        </p:nvSpPr>
        <p:spPr>
          <a:xfrm>
            <a:off x="0" y="2163545"/>
            <a:ext cx="12189530" cy="1614487"/>
          </a:xfrm>
        </p:spPr>
        <p:txBody>
          <a:bodyPr anchor="t">
            <a:normAutofit/>
          </a:bodyPr>
          <a:lstStyle>
            <a:lvl1pPr algn="ctr">
              <a:defRPr sz="6000">
                <a:solidFill>
                  <a:schemeClr val="bg1"/>
                </a:solidFill>
              </a:defRPr>
            </a:lvl1pPr>
          </a:lstStyle>
          <a:p>
            <a:r>
              <a:rPr lang="en-US" dirty="0"/>
              <a:t>Presentation Title</a:t>
            </a:r>
          </a:p>
        </p:txBody>
      </p:sp>
      <p:sp>
        <p:nvSpPr>
          <p:cNvPr id="4" name="Department/Unit name Placeholder">
            <a:extLst>
              <a:ext uri="{FF2B5EF4-FFF2-40B4-BE49-F238E27FC236}">
                <a16:creationId xmlns:a16="http://schemas.microsoft.com/office/drawing/2014/main" id="{3E44D2A3-C965-C633-19E4-D7543644A742}"/>
              </a:ext>
            </a:extLst>
          </p:cNvPr>
          <p:cNvSpPr>
            <a:spLocks noGrp="1"/>
          </p:cNvSpPr>
          <p:nvPr>
            <p:ph type="body" sz="quarter" idx="11" hasCustomPrompt="1"/>
          </p:nvPr>
        </p:nvSpPr>
        <p:spPr>
          <a:xfrm>
            <a:off x="2471" y="3694701"/>
            <a:ext cx="12189530" cy="787847"/>
          </a:xfrm>
          <a:prstGeom prst="rect">
            <a:avLst/>
          </a:prstGeom>
        </p:spPr>
        <p:txBody>
          <a:bodyPr>
            <a:normAutofit/>
          </a:bodyPr>
          <a:lstStyle>
            <a:lvl1pPr marL="0" indent="0" algn="ctr">
              <a:buNone/>
              <a:defRPr sz="3600">
                <a:solidFill>
                  <a:schemeClr val="bg1"/>
                </a:solidFill>
                <a:latin typeface="+mn-lt"/>
              </a:defRPr>
            </a:lvl1pPr>
          </a:lstStyle>
          <a:p>
            <a:r>
              <a:rPr lang="en-US" dirty="0"/>
              <a:t>Department/Unit Name</a:t>
            </a:r>
          </a:p>
        </p:txBody>
      </p:sp>
      <p:sp>
        <p:nvSpPr>
          <p:cNvPr id="6" name="Date Placeholder">
            <a:extLst>
              <a:ext uri="{FF2B5EF4-FFF2-40B4-BE49-F238E27FC236}">
                <a16:creationId xmlns:a16="http://schemas.microsoft.com/office/drawing/2014/main" id="{A11F428D-6D39-7B6D-AFE8-65D4134A9969}"/>
              </a:ext>
            </a:extLst>
          </p:cNvPr>
          <p:cNvSpPr>
            <a:spLocks noGrp="1"/>
          </p:cNvSpPr>
          <p:nvPr>
            <p:ph type="body" sz="quarter" idx="12" hasCustomPrompt="1"/>
          </p:nvPr>
        </p:nvSpPr>
        <p:spPr>
          <a:xfrm>
            <a:off x="0" y="4500134"/>
            <a:ext cx="12189530" cy="787847"/>
          </a:xfrm>
          <a:prstGeom prst="rect">
            <a:avLst/>
          </a:prstGeom>
        </p:spPr>
        <p:txBody>
          <a:bodyPr>
            <a:normAutofit/>
          </a:bodyPr>
          <a:lstStyle>
            <a:lvl1pPr marL="0" indent="0" algn="ctr">
              <a:buNone/>
              <a:defRPr sz="3600">
                <a:solidFill>
                  <a:schemeClr val="bg1"/>
                </a:solidFill>
                <a:latin typeface="+mn-lt"/>
              </a:defRPr>
            </a:lvl1pPr>
          </a:lstStyle>
          <a:p>
            <a:r>
              <a:rPr lang="en-US" dirty="0"/>
              <a:t>Date</a:t>
            </a:r>
          </a:p>
        </p:txBody>
      </p:sp>
    </p:spTree>
    <p:extLst>
      <p:ext uri="{BB962C8B-B14F-4D97-AF65-F5344CB8AC3E}">
        <p14:creationId xmlns:p14="http://schemas.microsoft.com/office/powerpoint/2010/main" val="2488190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11" name="Background">
            <a:extLst>
              <a:ext uri="{FF2B5EF4-FFF2-40B4-BE49-F238E27FC236}">
                <a16:creationId xmlns:a16="http://schemas.microsoft.com/office/drawing/2014/main" id="{4A6F8600-C465-A237-F197-C96A708B3AE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39" y="3172"/>
            <a:ext cx="12180721" cy="6851656"/>
          </a:xfrm>
          <a:prstGeom prst="rect">
            <a:avLst/>
          </a:prstGeom>
        </p:spPr>
      </p:pic>
      <p:pic>
        <p:nvPicPr>
          <p:cNvPr id="2" name="Block I">
            <a:extLst>
              <a:ext uri="{FF2B5EF4-FFF2-40B4-BE49-F238E27FC236}">
                <a16:creationId xmlns:a16="http://schemas.microsoft.com/office/drawing/2014/main" id="{D8D43620-9928-A654-AC46-BED2B131FC8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98275" y="279019"/>
            <a:ext cx="528575" cy="762367"/>
          </a:xfrm>
          <a:prstGeom prst="rect">
            <a:avLst/>
          </a:prstGeom>
        </p:spPr>
      </p:pic>
      <p:sp>
        <p:nvSpPr>
          <p:cNvPr id="4" name="Title 6">
            <a:extLst>
              <a:ext uri="{FF2B5EF4-FFF2-40B4-BE49-F238E27FC236}">
                <a16:creationId xmlns:a16="http://schemas.microsoft.com/office/drawing/2014/main" id="{68582E55-19DE-D3A6-A102-BEE797FEFA7B}"/>
              </a:ext>
            </a:extLst>
          </p:cNvPr>
          <p:cNvSpPr>
            <a:spLocks noGrp="1"/>
          </p:cNvSpPr>
          <p:nvPr>
            <p:ph type="title" hasCustomPrompt="1"/>
          </p:nvPr>
        </p:nvSpPr>
        <p:spPr>
          <a:xfrm>
            <a:off x="0" y="2163545"/>
            <a:ext cx="12189530" cy="1614487"/>
          </a:xfrm>
        </p:spPr>
        <p:txBody>
          <a:bodyPr anchor="t">
            <a:normAutofit/>
          </a:bodyPr>
          <a:lstStyle>
            <a:lvl1pPr algn="ctr">
              <a:defRPr sz="6000">
                <a:solidFill>
                  <a:schemeClr val="bg1"/>
                </a:solidFill>
              </a:defRPr>
            </a:lvl1pPr>
          </a:lstStyle>
          <a:p>
            <a:r>
              <a:rPr lang="en-US" dirty="0"/>
              <a:t>Presentation Title</a:t>
            </a:r>
          </a:p>
        </p:txBody>
      </p:sp>
      <p:sp>
        <p:nvSpPr>
          <p:cNvPr id="5" name="Department/Name Placeholder">
            <a:extLst>
              <a:ext uri="{FF2B5EF4-FFF2-40B4-BE49-F238E27FC236}">
                <a16:creationId xmlns:a16="http://schemas.microsoft.com/office/drawing/2014/main" id="{87E33E8E-94EC-D6F0-814A-4EDAFDEC863F}"/>
              </a:ext>
            </a:extLst>
          </p:cNvPr>
          <p:cNvSpPr>
            <a:spLocks noGrp="1"/>
          </p:cNvSpPr>
          <p:nvPr>
            <p:ph type="body" sz="quarter" idx="11" hasCustomPrompt="1"/>
          </p:nvPr>
        </p:nvSpPr>
        <p:spPr>
          <a:xfrm>
            <a:off x="2471" y="3694701"/>
            <a:ext cx="12189530" cy="787847"/>
          </a:xfrm>
          <a:prstGeom prst="rect">
            <a:avLst/>
          </a:prstGeom>
        </p:spPr>
        <p:txBody>
          <a:bodyPr>
            <a:normAutofit/>
          </a:bodyPr>
          <a:lstStyle>
            <a:lvl1pPr marL="0" indent="0" algn="ctr">
              <a:buNone/>
              <a:defRPr sz="3600">
                <a:solidFill>
                  <a:schemeClr val="bg1"/>
                </a:solidFill>
                <a:latin typeface="+mn-lt"/>
              </a:defRPr>
            </a:lvl1pPr>
          </a:lstStyle>
          <a:p>
            <a:r>
              <a:rPr lang="en-US" dirty="0"/>
              <a:t>Department/Unit Name</a:t>
            </a:r>
          </a:p>
        </p:txBody>
      </p:sp>
      <p:sp>
        <p:nvSpPr>
          <p:cNvPr id="6" name="Date Placeholder">
            <a:extLst>
              <a:ext uri="{FF2B5EF4-FFF2-40B4-BE49-F238E27FC236}">
                <a16:creationId xmlns:a16="http://schemas.microsoft.com/office/drawing/2014/main" id="{53FE06C4-A829-23E6-0677-AB297591F4CC}"/>
              </a:ext>
            </a:extLst>
          </p:cNvPr>
          <p:cNvSpPr>
            <a:spLocks noGrp="1"/>
          </p:cNvSpPr>
          <p:nvPr>
            <p:ph type="body" sz="quarter" idx="12" hasCustomPrompt="1"/>
          </p:nvPr>
        </p:nvSpPr>
        <p:spPr>
          <a:xfrm>
            <a:off x="0" y="4500134"/>
            <a:ext cx="12189530" cy="787847"/>
          </a:xfrm>
          <a:prstGeom prst="rect">
            <a:avLst/>
          </a:prstGeom>
        </p:spPr>
        <p:txBody>
          <a:bodyPr>
            <a:normAutofit/>
          </a:bodyPr>
          <a:lstStyle>
            <a:lvl1pPr marL="0" indent="0" algn="ctr">
              <a:buNone/>
              <a:defRPr sz="3600">
                <a:solidFill>
                  <a:schemeClr val="bg1"/>
                </a:solidFill>
                <a:latin typeface="+mn-lt"/>
              </a:defRPr>
            </a:lvl1pPr>
          </a:lstStyle>
          <a:p>
            <a:r>
              <a:rPr lang="en-US" dirty="0"/>
              <a:t>Date</a:t>
            </a:r>
          </a:p>
        </p:txBody>
      </p:sp>
    </p:spTree>
    <p:extLst>
      <p:ext uri="{BB962C8B-B14F-4D97-AF65-F5344CB8AC3E}">
        <p14:creationId xmlns:p14="http://schemas.microsoft.com/office/powerpoint/2010/main" val="4142582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7055D02D-3326-7573-A3C0-A19814EBC3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7" y="694"/>
            <a:ext cx="12189532" cy="6856612"/>
          </a:xfrm>
          <a:prstGeom prst="rect">
            <a:avLst/>
          </a:prstGeom>
        </p:spPr>
      </p:pic>
      <p:pic>
        <p:nvPicPr>
          <p:cNvPr id="15" name="Block I">
            <a:extLst>
              <a:ext uri="{FF2B5EF4-FFF2-40B4-BE49-F238E27FC236}">
                <a16:creationId xmlns:a16="http://schemas.microsoft.com/office/drawing/2014/main" id="{193783E6-EE13-4530-A988-B4868B4965B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98275" y="279019"/>
            <a:ext cx="528575" cy="762367"/>
          </a:xfrm>
          <a:prstGeom prst="rect">
            <a:avLst/>
          </a:prstGeom>
        </p:spPr>
      </p:pic>
      <p:sp>
        <p:nvSpPr>
          <p:cNvPr id="11" name="Title Accent">
            <a:extLst>
              <a:ext uri="{FF2B5EF4-FFF2-40B4-BE49-F238E27FC236}">
                <a16:creationId xmlns:a16="http://schemas.microsoft.com/office/drawing/2014/main" id="{BBEA2DE4-2385-495C-A616-BF4D8C4AE721}"/>
              </a:ext>
              <a:ext uri="{C183D7F6-B498-43B3-948B-1728B52AA6E4}">
                <adec:decorative xmlns:adec="http://schemas.microsoft.com/office/drawing/2017/decorative" val="1"/>
              </a:ext>
            </a:extLst>
          </p:cNvPr>
          <p:cNvSpPr/>
          <p:nvPr userDrawn="1"/>
        </p:nvSpPr>
        <p:spPr>
          <a:xfrm>
            <a:off x="1390650" y="1832610"/>
            <a:ext cx="95250" cy="3192780"/>
          </a:xfrm>
          <a:prstGeom prst="rect">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3" name="Title Placeholder">
            <a:extLst>
              <a:ext uri="{FF2B5EF4-FFF2-40B4-BE49-F238E27FC236}">
                <a16:creationId xmlns:a16="http://schemas.microsoft.com/office/drawing/2014/main" id="{4A50B919-1C53-82C7-0ADF-4D7B6064495F}"/>
              </a:ext>
            </a:extLst>
          </p:cNvPr>
          <p:cNvSpPr>
            <a:spLocks noGrp="1"/>
          </p:cNvSpPr>
          <p:nvPr>
            <p:ph type="title" hasCustomPrompt="1"/>
          </p:nvPr>
        </p:nvSpPr>
        <p:spPr>
          <a:xfrm>
            <a:off x="1627542" y="1832610"/>
            <a:ext cx="9470733" cy="1325563"/>
          </a:xfrm>
        </p:spPr>
        <p:txBody>
          <a:bodyPr>
            <a:normAutofit/>
          </a:bodyPr>
          <a:lstStyle>
            <a:lvl1pPr>
              <a:defRPr sz="8000">
                <a:solidFill>
                  <a:schemeClr val="bg1"/>
                </a:solidFill>
              </a:defRPr>
            </a:lvl1pPr>
          </a:lstStyle>
          <a:p>
            <a:r>
              <a:rPr lang="en-US" dirty="0"/>
              <a:t>HEADING</a:t>
            </a:r>
          </a:p>
        </p:txBody>
      </p:sp>
      <p:sp>
        <p:nvSpPr>
          <p:cNvPr id="24" name="Subtitle Placeholder">
            <a:extLst>
              <a:ext uri="{FF2B5EF4-FFF2-40B4-BE49-F238E27FC236}">
                <a16:creationId xmlns:a16="http://schemas.microsoft.com/office/drawing/2014/main" id="{E14BE4D4-A7FC-9557-3271-D4088C04E79B}"/>
              </a:ext>
            </a:extLst>
          </p:cNvPr>
          <p:cNvSpPr>
            <a:spLocks noGrp="1"/>
          </p:cNvSpPr>
          <p:nvPr>
            <p:ph type="body" sz="quarter" idx="12"/>
          </p:nvPr>
        </p:nvSpPr>
        <p:spPr>
          <a:xfrm>
            <a:off x="1627542" y="3603292"/>
            <a:ext cx="9470733" cy="1422098"/>
          </a:xfrm>
        </p:spPr>
        <p:txBody>
          <a:bodyPr>
            <a:normAutofit/>
          </a:bodyPr>
          <a:lstStyle>
            <a:lvl1pPr marL="0" indent="0">
              <a:buNone/>
              <a:defRPr sz="2400">
                <a:solidFill>
                  <a:schemeClr val="bg1"/>
                </a:solidFill>
              </a:defRPr>
            </a:lvl1pPr>
          </a:lstStyle>
          <a:p>
            <a:pPr lvl="0"/>
            <a:r>
              <a:rPr lang="en-US"/>
              <a:t>Click to edit Master text styles</a:t>
            </a:r>
          </a:p>
        </p:txBody>
      </p:sp>
      <p:sp>
        <p:nvSpPr>
          <p:cNvPr id="32" name="Department/unit name Placeholder">
            <a:extLst>
              <a:ext uri="{FF2B5EF4-FFF2-40B4-BE49-F238E27FC236}">
                <a16:creationId xmlns:a16="http://schemas.microsoft.com/office/drawing/2014/main" id="{5CA5320C-70CA-7F64-3D32-B994D01BD608}"/>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26" name="Slide Number Placeholder">
            <a:extLst>
              <a:ext uri="{FF2B5EF4-FFF2-40B4-BE49-F238E27FC236}">
                <a16:creationId xmlns:a16="http://schemas.microsoft.com/office/drawing/2014/main" id="{2D0D6A88-2FF4-ED2F-DB76-9BB2C9C00F37}"/>
              </a:ext>
              <a:ext uri="{C183D7F6-B498-43B3-948B-1728B52AA6E4}">
                <adec:decorative xmlns:adec="http://schemas.microsoft.com/office/drawing/2017/decorative" val="1"/>
              </a:ext>
            </a:extLst>
          </p:cNvPr>
          <p:cNvSpPr>
            <a:spLocks noGrp="1"/>
          </p:cNvSpPr>
          <p:nvPr>
            <p:ph type="sldNum" sz="quarter" idx="14"/>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276884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pic>
        <p:nvPicPr>
          <p:cNvPr id="6" name="Background">
            <a:extLst>
              <a:ext uri="{FF2B5EF4-FFF2-40B4-BE49-F238E27FC236}">
                <a16:creationId xmlns:a16="http://schemas.microsoft.com/office/drawing/2014/main" id="{C493BA29-88DB-9209-4439-6C9327AE69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6" y="694"/>
            <a:ext cx="12189533" cy="6856612"/>
          </a:xfrm>
          <a:prstGeom prst="rect">
            <a:avLst/>
          </a:prstGeom>
        </p:spPr>
      </p:pic>
      <p:pic>
        <p:nvPicPr>
          <p:cNvPr id="10" name="Block I">
            <a:extLst>
              <a:ext uri="{FF2B5EF4-FFF2-40B4-BE49-F238E27FC236}">
                <a16:creationId xmlns:a16="http://schemas.microsoft.com/office/drawing/2014/main" id="{72E36FC3-13D9-5B7F-F024-ECE203ECE59D}"/>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7" name="Title Accent">
            <a:extLst>
              <a:ext uri="{FF2B5EF4-FFF2-40B4-BE49-F238E27FC236}">
                <a16:creationId xmlns:a16="http://schemas.microsoft.com/office/drawing/2014/main" id="{70DB334B-58BA-FA46-760E-299BA028B952}"/>
              </a:ext>
              <a:ext uri="{C183D7F6-B498-43B3-948B-1728B52AA6E4}">
                <adec:decorative xmlns:adec="http://schemas.microsoft.com/office/drawing/2017/decorative" val="1"/>
              </a:ext>
            </a:extLst>
          </p:cNvPr>
          <p:cNvSpPr/>
          <p:nvPr userDrawn="1"/>
        </p:nvSpPr>
        <p:spPr>
          <a:xfrm>
            <a:off x="1390650" y="1832610"/>
            <a:ext cx="95250" cy="3192780"/>
          </a:xfrm>
          <a:prstGeom prst="rect">
            <a:avLst/>
          </a:prstGeom>
          <a:solidFill>
            <a:srgbClr val="FF5F0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8" name="Title Placeholder">
            <a:extLst>
              <a:ext uri="{FF2B5EF4-FFF2-40B4-BE49-F238E27FC236}">
                <a16:creationId xmlns:a16="http://schemas.microsoft.com/office/drawing/2014/main" id="{9022AEE9-9854-64A4-8425-2C701E7B8A64}"/>
              </a:ext>
            </a:extLst>
          </p:cNvPr>
          <p:cNvSpPr>
            <a:spLocks noGrp="1"/>
          </p:cNvSpPr>
          <p:nvPr>
            <p:ph type="title" hasCustomPrompt="1"/>
          </p:nvPr>
        </p:nvSpPr>
        <p:spPr>
          <a:xfrm>
            <a:off x="1627542" y="1832610"/>
            <a:ext cx="9470733" cy="1325563"/>
          </a:xfrm>
        </p:spPr>
        <p:txBody>
          <a:bodyPr>
            <a:normAutofit/>
          </a:bodyPr>
          <a:lstStyle>
            <a:lvl1pPr>
              <a:defRPr sz="8000">
                <a:solidFill>
                  <a:schemeClr val="bg1"/>
                </a:solidFill>
              </a:defRPr>
            </a:lvl1pPr>
          </a:lstStyle>
          <a:p>
            <a:r>
              <a:rPr lang="en-US" dirty="0"/>
              <a:t>HEADING</a:t>
            </a:r>
          </a:p>
        </p:txBody>
      </p:sp>
      <p:sp>
        <p:nvSpPr>
          <p:cNvPr id="9" name="Subtitle Placeholder">
            <a:extLst>
              <a:ext uri="{FF2B5EF4-FFF2-40B4-BE49-F238E27FC236}">
                <a16:creationId xmlns:a16="http://schemas.microsoft.com/office/drawing/2014/main" id="{06092AA5-D5FE-2CF4-EDF1-CED258F3F204}"/>
              </a:ext>
            </a:extLst>
          </p:cNvPr>
          <p:cNvSpPr>
            <a:spLocks noGrp="1"/>
          </p:cNvSpPr>
          <p:nvPr>
            <p:ph type="body" sz="quarter" idx="12"/>
          </p:nvPr>
        </p:nvSpPr>
        <p:spPr>
          <a:xfrm>
            <a:off x="1627542" y="3603292"/>
            <a:ext cx="9470733" cy="1422098"/>
          </a:xfrm>
        </p:spPr>
        <p:txBody>
          <a:bodyPr>
            <a:normAutofit/>
          </a:bodyPr>
          <a:lstStyle>
            <a:lvl1pPr marL="0" indent="0">
              <a:buNone/>
              <a:defRPr sz="2400">
                <a:solidFill>
                  <a:schemeClr val="bg1"/>
                </a:solidFill>
              </a:defRPr>
            </a:lvl1pPr>
          </a:lstStyle>
          <a:p>
            <a:pPr lvl="0"/>
            <a:r>
              <a:rPr lang="en-US"/>
              <a:t>Click to edit Master text styles</a:t>
            </a:r>
          </a:p>
        </p:txBody>
      </p:sp>
      <p:sp>
        <p:nvSpPr>
          <p:cNvPr id="12" name="Department/unit name Placeholder">
            <a:extLst>
              <a:ext uri="{FF2B5EF4-FFF2-40B4-BE49-F238E27FC236}">
                <a16:creationId xmlns:a16="http://schemas.microsoft.com/office/drawing/2014/main" id="{1A96EBAC-4595-0697-28AB-2D8283139385}"/>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3" name="Slide Number Placeholder">
            <a:extLst>
              <a:ext uri="{FF2B5EF4-FFF2-40B4-BE49-F238E27FC236}">
                <a16:creationId xmlns:a16="http://schemas.microsoft.com/office/drawing/2014/main" id="{B004C974-18EE-90F8-50C2-6B74362B7EB0}"/>
              </a:ext>
              <a:ext uri="{C183D7F6-B498-43B3-948B-1728B52AA6E4}">
                <adec:decorative xmlns:adec="http://schemas.microsoft.com/office/drawing/2017/decorative" val="1"/>
              </a:ext>
            </a:extLst>
          </p:cNvPr>
          <p:cNvSpPr>
            <a:spLocks noGrp="1"/>
          </p:cNvSpPr>
          <p:nvPr>
            <p:ph type="sldNum" sz="quarter" idx="11"/>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2012731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3">
    <p:spTree>
      <p:nvGrpSpPr>
        <p:cNvPr id="1" name=""/>
        <p:cNvGrpSpPr/>
        <p:nvPr/>
      </p:nvGrpSpPr>
      <p:grpSpPr>
        <a:xfrm>
          <a:off x="0" y="0"/>
          <a:ext cx="0" cy="0"/>
          <a:chOff x="0" y="0"/>
          <a:chExt cx="0" cy="0"/>
        </a:xfrm>
      </p:grpSpPr>
      <p:pic>
        <p:nvPicPr>
          <p:cNvPr id="8" name="Background">
            <a:extLst>
              <a:ext uri="{FF2B5EF4-FFF2-40B4-BE49-F238E27FC236}">
                <a16:creationId xmlns:a16="http://schemas.microsoft.com/office/drawing/2014/main" id="{4E2EB510-CA6D-090B-7475-EB8A202EE1A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6" y="694"/>
            <a:ext cx="12189532" cy="6856612"/>
          </a:xfrm>
          <a:prstGeom prst="rect">
            <a:avLst/>
          </a:prstGeom>
        </p:spPr>
      </p:pic>
      <p:pic>
        <p:nvPicPr>
          <p:cNvPr id="10" name="Block I">
            <a:extLst>
              <a:ext uri="{FF2B5EF4-FFF2-40B4-BE49-F238E27FC236}">
                <a16:creationId xmlns:a16="http://schemas.microsoft.com/office/drawing/2014/main" id="{68FCE613-86B1-45E6-BB32-58EB7FA4BA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98275" y="279019"/>
            <a:ext cx="528575" cy="762367"/>
          </a:xfrm>
          <a:prstGeom prst="rect">
            <a:avLst/>
          </a:prstGeom>
        </p:spPr>
      </p:pic>
      <p:sp>
        <p:nvSpPr>
          <p:cNvPr id="5" name="Title accent">
            <a:extLst>
              <a:ext uri="{FF2B5EF4-FFF2-40B4-BE49-F238E27FC236}">
                <a16:creationId xmlns:a16="http://schemas.microsoft.com/office/drawing/2014/main" id="{9D88B7D3-8E4C-8BC3-801C-DEA164218AD9}"/>
              </a:ext>
              <a:ext uri="{C183D7F6-B498-43B3-948B-1728B52AA6E4}">
                <adec:decorative xmlns:adec="http://schemas.microsoft.com/office/drawing/2017/decorative" val="1"/>
              </a:ext>
            </a:extLst>
          </p:cNvPr>
          <p:cNvSpPr/>
          <p:nvPr userDrawn="1"/>
        </p:nvSpPr>
        <p:spPr>
          <a:xfrm>
            <a:off x="1390650" y="1832610"/>
            <a:ext cx="95250" cy="3192780"/>
          </a:xfrm>
          <a:prstGeom prst="rect">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6" name="Title Placeholder">
            <a:extLst>
              <a:ext uri="{FF2B5EF4-FFF2-40B4-BE49-F238E27FC236}">
                <a16:creationId xmlns:a16="http://schemas.microsoft.com/office/drawing/2014/main" id="{DB230F21-1FBA-D776-0144-95076DA261C2}"/>
              </a:ext>
            </a:extLst>
          </p:cNvPr>
          <p:cNvSpPr>
            <a:spLocks noGrp="1"/>
          </p:cNvSpPr>
          <p:nvPr>
            <p:ph type="title" hasCustomPrompt="1"/>
          </p:nvPr>
        </p:nvSpPr>
        <p:spPr>
          <a:xfrm>
            <a:off x="1627542" y="1832610"/>
            <a:ext cx="9470733" cy="1325563"/>
          </a:xfrm>
        </p:spPr>
        <p:txBody>
          <a:bodyPr>
            <a:normAutofit/>
          </a:bodyPr>
          <a:lstStyle>
            <a:lvl1pPr>
              <a:defRPr sz="8000">
                <a:solidFill>
                  <a:schemeClr val="bg1"/>
                </a:solidFill>
              </a:defRPr>
            </a:lvl1pPr>
          </a:lstStyle>
          <a:p>
            <a:r>
              <a:rPr lang="en-US" dirty="0"/>
              <a:t>HEADING</a:t>
            </a:r>
          </a:p>
        </p:txBody>
      </p:sp>
      <p:sp>
        <p:nvSpPr>
          <p:cNvPr id="7" name="Subtitle Placeholder">
            <a:extLst>
              <a:ext uri="{FF2B5EF4-FFF2-40B4-BE49-F238E27FC236}">
                <a16:creationId xmlns:a16="http://schemas.microsoft.com/office/drawing/2014/main" id="{1BA84641-52D3-F667-A202-043557B06E8C}"/>
              </a:ext>
            </a:extLst>
          </p:cNvPr>
          <p:cNvSpPr>
            <a:spLocks noGrp="1"/>
          </p:cNvSpPr>
          <p:nvPr>
            <p:ph type="body" sz="quarter" idx="12"/>
          </p:nvPr>
        </p:nvSpPr>
        <p:spPr>
          <a:xfrm>
            <a:off x="1627542" y="3603292"/>
            <a:ext cx="9470733" cy="1422098"/>
          </a:xfrm>
        </p:spPr>
        <p:txBody>
          <a:bodyPr>
            <a:normAutofit/>
          </a:bodyPr>
          <a:lstStyle>
            <a:lvl1pPr marL="0" indent="0">
              <a:buNone/>
              <a:defRPr sz="2400">
                <a:solidFill>
                  <a:schemeClr val="bg1"/>
                </a:solidFill>
              </a:defRPr>
            </a:lvl1pPr>
          </a:lstStyle>
          <a:p>
            <a:pPr lvl="0"/>
            <a:r>
              <a:rPr lang="en-US"/>
              <a:t>Click to edit Master text styles</a:t>
            </a:r>
          </a:p>
        </p:txBody>
      </p:sp>
      <p:sp>
        <p:nvSpPr>
          <p:cNvPr id="13" name="Department/Unit name Placeholder">
            <a:extLst>
              <a:ext uri="{FF2B5EF4-FFF2-40B4-BE49-F238E27FC236}">
                <a16:creationId xmlns:a16="http://schemas.microsoft.com/office/drawing/2014/main" id="{734D93D2-3734-2540-A03F-C47C6DD21233}"/>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3" name="Slide Number Placeholder">
            <a:extLst>
              <a:ext uri="{FF2B5EF4-FFF2-40B4-BE49-F238E27FC236}">
                <a16:creationId xmlns:a16="http://schemas.microsoft.com/office/drawing/2014/main" id="{45E21822-BD18-9D54-B62B-8E5D54BCF3BE}"/>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2881333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4">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2F9A8B31-E9F1-E958-5770-0E4DC6EC1F2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5" name="Block I">
            <a:extLst>
              <a:ext uri="{FF2B5EF4-FFF2-40B4-BE49-F238E27FC236}">
                <a16:creationId xmlns:a16="http://schemas.microsoft.com/office/drawing/2014/main" id="{372EC9F4-B30C-7841-50F3-CAE581C4ACF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6" name="Title Accent">
            <a:extLst>
              <a:ext uri="{FF2B5EF4-FFF2-40B4-BE49-F238E27FC236}">
                <a16:creationId xmlns:a16="http://schemas.microsoft.com/office/drawing/2014/main" id="{7F62A38B-0BBB-7A39-BE3D-4B696AE8F248}"/>
              </a:ext>
              <a:ext uri="{C183D7F6-B498-43B3-948B-1728B52AA6E4}">
                <adec:decorative xmlns:adec="http://schemas.microsoft.com/office/drawing/2017/decorative" val="1"/>
              </a:ext>
            </a:extLst>
          </p:cNvPr>
          <p:cNvSpPr/>
          <p:nvPr userDrawn="1"/>
        </p:nvSpPr>
        <p:spPr>
          <a:xfrm>
            <a:off x="1390650" y="1832610"/>
            <a:ext cx="95250" cy="3192780"/>
          </a:xfrm>
          <a:prstGeom prst="rect">
            <a:avLst/>
          </a:prstGeom>
          <a:solidFill>
            <a:srgbClr val="FF5F0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7" name="Title Placeholder">
            <a:extLst>
              <a:ext uri="{FF2B5EF4-FFF2-40B4-BE49-F238E27FC236}">
                <a16:creationId xmlns:a16="http://schemas.microsoft.com/office/drawing/2014/main" id="{C8C38F5E-9BC0-719F-02FF-D9B0010B4E12}"/>
              </a:ext>
            </a:extLst>
          </p:cNvPr>
          <p:cNvSpPr>
            <a:spLocks noGrp="1"/>
          </p:cNvSpPr>
          <p:nvPr>
            <p:ph type="title" hasCustomPrompt="1"/>
          </p:nvPr>
        </p:nvSpPr>
        <p:spPr>
          <a:xfrm>
            <a:off x="1627542" y="1832610"/>
            <a:ext cx="9470733" cy="1325563"/>
          </a:xfrm>
        </p:spPr>
        <p:txBody>
          <a:bodyPr>
            <a:normAutofit/>
          </a:bodyPr>
          <a:lstStyle>
            <a:lvl1pPr>
              <a:defRPr sz="8000">
                <a:solidFill>
                  <a:schemeClr val="bg1"/>
                </a:solidFill>
              </a:defRPr>
            </a:lvl1pPr>
          </a:lstStyle>
          <a:p>
            <a:r>
              <a:rPr lang="en-US" dirty="0"/>
              <a:t>HEADING</a:t>
            </a:r>
          </a:p>
        </p:txBody>
      </p:sp>
      <p:sp>
        <p:nvSpPr>
          <p:cNvPr id="8" name="Subtitle Placeholder">
            <a:extLst>
              <a:ext uri="{FF2B5EF4-FFF2-40B4-BE49-F238E27FC236}">
                <a16:creationId xmlns:a16="http://schemas.microsoft.com/office/drawing/2014/main" id="{93DA8837-8538-EC91-4522-8F7D0204BE34}"/>
              </a:ext>
            </a:extLst>
          </p:cNvPr>
          <p:cNvSpPr>
            <a:spLocks noGrp="1"/>
          </p:cNvSpPr>
          <p:nvPr>
            <p:ph type="body" sz="quarter" idx="12"/>
          </p:nvPr>
        </p:nvSpPr>
        <p:spPr>
          <a:xfrm>
            <a:off x="1627542" y="3603292"/>
            <a:ext cx="9470733" cy="1422098"/>
          </a:xfrm>
        </p:spPr>
        <p:txBody>
          <a:bodyPr>
            <a:normAutofit/>
          </a:bodyPr>
          <a:lstStyle>
            <a:lvl1pPr marL="0" indent="0">
              <a:buNone/>
              <a:defRPr sz="2400">
                <a:solidFill>
                  <a:schemeClr val="bg1"/>
                </a:solidFill>
              </a:defRPr>
            </a:lvl1pPr>
          </a:lstStyle>
          <a:p>
            <a:pPr lvl="0"/>
            <a:r>
              <a:rPr lang="en-US"/>
              <a:t>Click to edit Master text styles</a:t>
            </a:r>
          </a:p>
        </p:txBody>
      </p:sp>
      <p:sp>
        <p:nvSpPr>
          <p:cNvPr id="12" name="Department/Unit name Placeholder">
            <a:extLst>
              <a:ext uri="{FF2B5EF4-FFF2-40B4-BE49-F238E27FC236}">
                <a16:creationId xmlns:a16="http://schemas.microsoft.com/office/drawing/2014/main" id="{C3874A56-F068-73F4-0F8E-2728FC25B40F}"/>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2" name="Slide Number Placeholder">
            <a:extLst>
              <a:ext uri="{FF2B5EF4-FFF2-40B4-BE49-F238E27FC236}">
                <a16:creationId xmlns:a16="http://schemas.microsoft.com/office/drawing/2014/main" id="{FD4F4EDB-DDC3-8969-B1D8-C97542C1EFDC}"/>
              </a:ext>
              <a:ext uri="{C183D7F6-B498-43B3-948B-1728B52AA6E4}">
                <adec:decorative xmlns:adec="http://schemas.microsoft.com/office/drawing/2017/decorative" val="1"/>
              </a:ext>
            </a:extLst>
          </p:cNvPr>
          <p:cNvSpPr>
            <a:spLocks noGrp="1"/>
          </p:cNvSpPr>
          <p:nvPr>
            <p:ph type="sldNum" sz="quarter" idx="16"/>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3096736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ransition Slid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1B2C5E3-2C50-D5D2-E1FB-085CFA8C046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85"/>
            <a:ext cx="12192000" cy="6854430"/>
          </a:xfrm>
          <a:prstGeom prst="rect">
            <a:avLst/>
          </a:prstGeom>
        </p:spPr>
      </p:pic>
      <p:pic>
        <p:nvPicPr>
          <p:cNvPr id="5" name="Block I">
            <a:extLst>
              <a:ext uri="{FF2B5EF4-FFF2-40B4-BE49-F238E27FC236}">
                <a16:creationId xmlns:a16="http://schemas.microsoft.com/office/drawing/2014/main" id="{B6F3FFB3-15FF-5FEF-255A-ED6AEE9D57D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15" name="Title underscore">
            <a:extLst>
              <a:ext uri="{FF2B5EF4-FFF2-40B4-BE49-F238E27FC236}">
                <a16:creationId xmlns:a16="http://schemas.microsoft.com/office/drawing/2014/main" id="{73C213B8-2261-4AAB-8CED-8BDC7849CB49}"/>
              </a:ext>
              <a:ext uri="{C183D7F6-B498-43B3-948B-1728B52AA6E4}">
                <adec:decorative xmlns:adec="http://schemas.microsoft.com/office/drawing/2017/decorative" val="1"/>
              </a:ext>
            </a:extLst>
          </p:cNvPr>
          <p:cNvSpPr/>
          <p:nvPr userDrawn="1"/>
        </p:nvSpPr>
        <p:spPr>
          <a:xfrm>
            <a:off x="5455664" y="4159281"/>
            <a:ext cx="1275549" cy="141956"/>
          </a:xfrm>
          <a:prstGeom prst="rect">
            <a:avLst/>
          </a:prstGeom>
          <a:solidFill>
            <a:srgbClr val="FF5F05"/>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 name="Title Placeholder">
            <a:extLst>
              <a:ext uri="{FF2B5EF4-FFF2-40B4-BE49-F238E27FC236}">
                <a16:creationId xmlns:a16="http://schemas.microsoft.com/office/drawing/2014/main" id="{F7E785B2-7E34-E0D4-0458-2031C02479F1}"/>
              </a:ext>
            </a:extLst>
          </p:cNvPr>
          <p:cNvSpPr>
            <a:spLocks noGrp="1"/>
          </p:cNvSpPr>
          <p:nvPr>
            <p:ph type="title" hasCustomPrompt="1"/>
          </p:nvPr>
        </p:nvSpPr>
        <p:spPr>
          <a:xfrm>
            <a:off x="838200" y="2687996"/>
            <a:ext cx="10515600" cy="1325563"/>
          </a:xfrm>
        </p:spPr>
        <p:txBody>
          <a:bodyPr/>
          <a:lstStyle>
            <a:lvl1pPr algn="ctr">
              <a:defRPr sz="6000">
                <a:solidFill>
                  <a:schemeClr val="bg1"/>
                </a:solidFill>
              </a:defRPr>
            </a:lvl1pPr>
          </a:lstStyle>
          <a:p>
            <a:r>
              <a:rPr lang="en-US" dirty="0"/>
              <a:t>Heading</a:t>
            </a:r>
          </a:p>
        </p:txBody>
      </p:sp>
      <p:sp>
        <p:nvSpPr>
          <p:cNvPr id="14" name="Department/Unit name Placeholder">
            <a:extLst>
              <a:ext uri="{FF2B5EF4-FFF2-40B4-BE49-F238E27FC236}">
                <a16:creationId xmlns:a16="http://schemas.microsoft.com/office/drawing/2014/main" id="{43F3769A-076E-8C78-317D-5BCB57976EF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10" name="Slide Number Placeholder">
            <a:extLst>
              <a:ext uri="{FF2B5EF4-FFF2-40B4-BE49-F238E27FC236}">
                <a16:creationId xmlns:a16="http://schemas.microsoft.com/office/drawing/2014/main" id="{576D1151-1586-A4CD-17CD-700A8ECAB741}"/>
              </a:ext>
              <a:ext uri="{C183D7F6-B498-43B3-948B-1728B52AA6E4}">
                <adec:decorative xmlns:adec="http://schemas.microsoft.com/office/drawing/2017/decorative" val="1"/>
              </a:ext>
            </a:extLst>
          </p:cNvPr>
          <p:cNvSpPr>
            <a:spLocks noGrp="1"/>
          </p:cNvSpPr>
          <p:nvPr>
            <p:ph type="sldNum" sz="quarter" idx="11"/>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1296970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ansition Slid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630D879-E427-F595-A720-AD68F45BEB6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pic>
        <p:nvPicPr>
          <p:cNvPr id="11" name="Block I">
            <a:extLst>
              <a:ext uri="{FF2B5EF4-FFF2-40B4-BE49-F238E27FC236}">
                <a16:creationId xmlns:a16="http://schemas.microsoft.com/office/drawing/2014/main" id="{03433787-1CFF-45E7-AF8C-BD6DE67D413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98275" y="277804"/>
            <a:ext cx="528575" cy="764797"/>
          </a:xfrm>
          <a:prstGeom prst="rect">
            <a:avLst/>
          </a:prstGeom>
        </p:spPr>
      </p:pic>
      <p:sp>
        <p:nvSpPr>
          <p:cNvPr id="10" name="Title underscore">
            <a:extLst>
              <a:ext uri="{FF2B5EF4-FFF2-40B4-BE49-F238E27FC236}">
                <a16:creationId xmlns:a16="http://schemas.microsoft.com/office/drawing/2014/main" id="{9AB7A58C-6DBD-4739-B4B2-CF600754B16F}"/>
              </a:ext>
              <a:ext uri="{C183D7F6-B498-43B3-948B-1728B52AA6E4}">
                <adec:decorative xmlns:adec="http://schemas.microsoft.com/office/drawing/2017/decorative" val="1"/>
              </a:ext>
            </a:extLst>
          </p:cNvPr>
          <p:cNvSpPr/>
          <p:nvPr userDrawn="1"/>
        </p:nvSpPr>
        <p:spPr>
          <a:xfrm>
            <a:off x="5455664" y="4159281"/>
            <a:ext cx="1275549" cy="141956"/>
          </a:xfrm>
          <a:prstGeom prst="rect">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 name="Title Placeholder">
            <a:extLst>
              <a:ext uri="{FF2B5EF4-FFF2-40B4-BE49-F238E27FC236}">
                <a16:creationId xmlns:a16="http://schemas.microsoft.com/office/drawing/2014/main" id="{1E358E9E-D14A-D868-718C-3F41147F1E52}"/>
              </a:ext>
            </a:extLst>
          </p:cNvPr>
          <p:cNvSpPr>
            <a:spLocks noGrp="1"/>
          </p:cNvSpPr>
          <p:nvPr>
            <p:ph type="title" hasCustomPrompt="1"/>
          </p:nvPr>
        </p:nvSpPr>
        <p:spPr>
          <a:xfrm>
            <a:off x="838200" y="2687996"/>
            <a:ext cx="10515600" cy="1325563"/>
          </a:xfrm>
        </p:spPr>
        <p:txBody>
          <a:bodyPr/>
          <a:lstStyle>
            <a:lvl1pPr algn="ctr">
              <a:defRPr sz="6000">
                <a:solidFill>
                  <a:schemeClr val="bg1"/>
                </a:solidFill>
              </a:defRPr>
            </a:lvl1pPr>
          </a:lstStyle>
          <a:p>
            <a:r>
              <a:rPr lang="en-US" dirty="0"/>
              <a:t>Heading</a:t>
            </a:r>
          </a:p>
        </p:txBody>
      </p:sp>
      <p:sp>
        <p:nvSpPr>
          <p:cNvPr id="12" name="Department/Unit name Placeholder">
            <a:extLst>
              <a:ext uri="{FF2B5EF4-FFF2-40B4-BE49-F238E27FC236}">
                <a16:creationId xmlns:a16="http://schemas.microsoft.com/office/drawing/2014/main" id="{5A4D42FD-F2CE-B461-42FC-B7365425E02A}"/>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3" name="Slide Number Placeholder">
            <a:extLst>
              <a:ext uri="{FF2B5EF4-FFF2-40B4-BE49-F238E27FC236}">
                <a16:creationId xmlns:a16="http://schemas.microsoft.com/office/drawing/2014/main" id="{0C86609E-3488-AC7D-5BCD-1999D3DF71D1}"/>
              </a:ext>
              <a:ext uri="{C183D7F6-B498-43B3-948B-1728B52AA6E4}">
                <adec:decorative xmlns:adec="http://schemas.microsoft.com/office/drawing/2017/decorative" val="1"/>
              </a:ext>
            </a:extLst>
          </p:cNvPr>
          <p:cNvSpPr>
            <a:spLocks noGrp="1"/>
          </p:cNvSpPr>
          <p:nvPr>
            <p:ph type="sldNum" sz="quarter" idx="11"/>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2385533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4" name="Title Accent">
            <a:extLst>
              <a:ext uri="{FF2B5EF4-FFF2-40B4-BE49-F238E27FC236}">
                <a16:creationId xmlns:a16="http://schemas.microsoft.com/office/drawing/2014/main" id="{D0364173-A96F-9FE3-06E5-5B39DC86E4E6}"/>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6" name="Block I">
            <a:extLst>
              <a:ext uri="{FF2B5EF4-FFF2-40B4-BE49-F238E27FC236}">
                <a16:creationId xmlns:a16="http://schemas.microsoft.com/office/drawing/2014/main" id="{476E0D61-C12B-4A74-FA1D-11D7952A03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7" name="Footer background">
            <a:extLst>
              <a:ext uri="{FF2B5EF4-FFF2-40B4-BE49-F238E27FC236}">
                <a16:creationId xmlns:a16="http://schemas.microsoft.com/office/drawing/2014/main" id="{0D56C456-94C5-4B92-7452-76C649BE7F4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F2F5268-A885-7E39-998A-D50E2D26FA32}"/>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dirty="0"/>
              <a:t>Slide Title</a:t>
            </a:r>
          </a:p>
        </p:txBody>
      </p:sp>
      <p:sp>
        <p:nvSpPr>
          <p:cNvPr id="10" name="Text Placeholder 1">
            <a:extLst>
              <a:ext uri="{FF2B5EF4-FFF2-40B4-BE49-F238E27FC236}">
                <a16:creationId xmlns:a16="http://schemas.microsoft.com/office/drawing/2014/main" id="{5F48C7DE-94AB-9076-4335-F5D9A305B38D}"/>
              </a:ext>
            </a:extLst>
          </p:cNvPr>
          <p:cNvSpPr>
            <a:spLocks noGrp="1"/>
          </p:cNvSpPr>
          <p:nvPr>
            <p:ph type="body" sz="quarter" idx="20"/>
          </p:nvPr>
        </p:nvSpPr>
        <p:spPr>
          <a:xfrm>
            <a:off x="652463" y="1795749"/>
            <a:ext cx="10370190" cy="4120309"/>
          </a:xfrm>
        </p:spPr>
        <p:txBody>
          <a:bodyPr>
            <a:normAutofit/>
          </a:bodyPr>
          <a:lstStyle>
            <a:lvl1pPr marL="0" indent="0">
              <a:buNone/>
              <a:defRPr sz="2000">
                <a:solidFill>
                  <a:schemeClr val="tx2"/>
                </a:solidFill>
              </a:defRPr>
            </a:lvl1pPr>
          </a:lstStyle>
          <a:p>
            <a:pPr lvl="0"/>
            <a:r>
              <a:rPr lang="en-US" dirty="0"/>
              <a:t>Click to edit Master text styles</a:t>
            </a:r>
          </a:p>
        </p:txBody>
      </p:sp>
      <p:sp>
        <p:nvSpPr>
          <p:cNvPr id="8" name="Department/Unit name Placeholder">
            <a:extLst>
              <a:ext uri="{FF2B5EF4-FFF2-40B4-BE49-F238E27FC236}">
                <a16:creationId xmlns:a16="http://schemas.microsoft.com/office/drawing/2014/main" id="{B033ED9C-0B52-487F-8BD5-11759DAF6A37}"/>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9" name="Slide Number Placeholder">
            <a:extLst>
              <a:ext uri="{FF2B5EF4-FFF2-40B4-BE49-F238E27FC236}">
                <a16:creationId xmlns:a16="http://schemas.microsoft.com/office/drawing/2014/main" id="{08AAFB27-B643-3132-E0CD-89C471BF4A88}"/>
              </a:ext>
              <a:ext uri="{C183D7F6-B498-43B3-948B-1728B52AA6E4}">
                <adec:decorative xmlns:adec="http://schemas.microsoft.com/office/drawing/2017/decorative" val="1"/>
              </a:ext>
            </a:extLst>
          </p:cNvPr>
          <p:cNvSpPr>
            <a:spLocks noGrp="1"/>
          </p:cNvSpPr>
          <p:nvPr>
            <p:ph type="sldNum" sz="quarter" idx="17"/>
          </p:nvPr>
        </p:nvSpPr>
        <p:spPr>
          <a:xfrm>
            <a:off x="8610600" y="6356350"/>
            <a:ext cx="2743200" cy="365125"/>
          </a:xfrm>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2532151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18" name="Title Accent">
            <a:extLst>
              <a:ext uri="{FF2B5EF4-FFF2-40B4-BE49-F238E27FC236}">
                <a16:creationId xmlns:a16="http://schemas.microsoft.com/office/drawing/2014/main" id="{EC828380-4544-4F96-B8A5-DCC905DD2955}"/>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3" name="Title 1">
            <a:extLst>
              <a:ext uri="{FF2B5EF4-FFF2-40B4-BE49-F238E27FC236}">
                <a16:creationId xmlns:a16="http://schemas.microsoft.com/office/drawing/2014/main" id="{C80743D9-A6A8-DB12-6B2E-147C03806805}"/>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dirty="0"/>
              <a:t>Slide Title</a:t>
            </a:r>
          </a:p>
        </p:txBody>
      </p:sp>
      <p:sp>
        <p:nvSpPr>
          <p:cNvPr id="19" name="Subheading">
            <a:extLst>
              <a:ext uri="{FF2B5EF4-FFF2-40B4-BE49-F238E27FC236}">
                <a16:creationId xmlns:a16="http://schemas.microsoft.com/office/drawing/2014/main" id="{CC490E05-74DB-0E53-9364-2C3ADCC6A241}"/>
              </a:ext>
            </a:extLst>
          </p:cNvPr>
          <p:cNvSpPr>
            <a:spLocks noGrp="1"/>
          </p:cNvSpPr>
          <p:nvPr>
            <p:ph type="body" sz="quarter" idx="19" hasCustomPrompt="1"/>
          </p:nvPr>
        </p:nvSpPr>
        <p:spPr>
          <a:xfrm>
            <a:off x="654228" y="1913536"/>
            <a:ext cx="10370191" cy="764799"/>
          </a:xfrm>
        </p:spPr>
        <p:txBody>
          <a:bodyPr anchor="ctr">
            <a:normAutofit/>
          </a:bodyPr>
          <a:lstStyle>
            <a:lvl1pPr marL="0" indent="0" algn="l">
              <a:lnSpc>
                <a:spcPct val="70000"/>
              </a:lnSpc>
              <a:buNone/>
              <a:defRPr sz="3000">
                <a:solidFill>
                  <a:schemeClr val="bg2"/>
                </a:solidFill>
                <a:latin typeface="+mj-lt"/>
              </a:defRPr>
            </a:lvl1pPr>
          </a:lstStyle>
          <a:p>
            <a:pPr lvl="0"/>
            <a:r>
              <a:rPr lang="en-US" dirty="0"/>
              <a:t>Subhead</a:t>
            </a:r>
          </a:p>
        </p:txBody>
      </p:sp>
      <p:sp>
        <p:nvSpPr>
          <p:cNvPr id="20" name="Text Placeholder 1">
            <a:extLst>
              <a:ext uri="{FF2B5EF4-FFF2-40B4-BE49-F238E27FC236}">
                <a16:creationId xmlns:a16="http://schemas.microsoft.com/office/drawing/2014/main" id="{5611F233-E768-987E-50BE-BF98E82C82BD}"/>
              </a:ext>
            </a:extLst>
          </p:cNvPr>
          <p:cNvSpPr>
            <a:spLocks noGrp="1"/>
          </p:cNvSpPr>
          <p:nvPr>
            <p:ph type="body" sz="quarter" idx="20"/>
          </p:nvPr>
        </p:nvSpPr>
        <p:spPr>
          <a:xfrm>
            <a:off x="652463" y="2688805"/>
            <a:ext cx="10370190" cy="963149"/>
          </a:xfrm>
        </p:spPr>
        <p:txBody>
          <a:bodyPr>
            <a:normAutofit/>
          </a:bodyPr>
          <a:lstStyle>
            <a:lvl1pPr marL="0" indent="0">
              <a:buNone/>
              <a:defRPr sz="2000">
                <a:solidFill>
                  <a:schemeClr val="tx2"/>
                </a:solidFill>
              </a:defRPr>
            </a:lvl1pPr>
          </a:lstStyle>
          <a:p>
            <a:pPr lvl="0"/>
            <a:r>
              <a:rPr lang="en-US" dirty="0"/>
              <a:t>Click to edit Master text styles</a:t>
            </a:r>
          </a:p>
        </p:txBody>
      </p:sp>
      <p:sp>
        <p:nvSpPr>
          <p:cNvPr id="21" name="Subheading 2">
            <a:extLst>
              <a:ext uri="{FF2B5EF4-FFF2-40B4-BE49-F238E27FC236}">
                <a16:creationId xmlns:a16="http://schemas.microsoft.com/office/drawing/2014/main" id="{2D3D518F-FED5-7E25-12CE-FCBE9431A5C8}"/>
              </a:ext>
            </a:extLst>
          </p:cNvPr>
          <p:cNvSpPr>
            <a:spLocks noGrp="1"/>
          </p:cNvSpPr>
          <p:nvPr>
            <p:ph type="body" sz="quarter" idx="21" hasCustomPrompt="1"/>
          </p:nvPr>
        </p:nvSpPr>
        <p:spPr>
          <a:xfrm>
            <a:off x="654228" y="3957788"/>
            <a:ext cx="10370191" cy="764799"/>
          </a:xfrm>
        </p:spPr>
        <p:txBody>
          <a:bodyPr anchor="ctr">
            <a:normAutofit/>
          </a:bodyPr>
          <a:lstStyle>
            <a:lvl1pPr marL="0" indent="0" algn="l">
              <a:lnSpc>
                <a:spcPct val="70000"/>
              </a:lnSpc>
              <a:buNone/>
              <a:defRPr sz="3000">
                <a:solidFill>
                  <a:schemeClr val="tx2"/>
                </a:solidFill>
                <a:latin typeface="+mj-lt"/>
              </a:defRPr>
            </a:lvl1pPr>
          </a:lstStyle>
          <a:p>
            <a:pPr lvl="0"/>
            <a:r>
              <a:rPr lang="en-US" dirty="0"/>
              <a:t>Subhead</a:t>
            </a:r>
          </a:p>
        </p:txBody>
      </p:sp>
      <p:sp>
        <p:nvSpPr>
          <p:cNvPr id="22" name="Text Placeholder 2">
            <a:extLst>
              <a:ext uri="{FF2B5EF4-FFF2-40B4-BE49-F238E27FC236}">
                <a16:creationId xmlns:a16="http://schemas.microsoft.com/office/drawing/2014/main" id="{A9071244-DD24-D83B-A3BC-DF4D85E0872F}"/>
              </a:ext>
            </a:extLst>
          </p:cNvPr>
          <p:cNvSpPr>
            <a:spLocks noGrp="1"/>
          </p:cNvSpPr>
          <p:nvPr>
            <p:ph type="body" sz="quarter" idx="22"/>
          </p:nvPr>
        </p:nvSpPr>
        <p:spPr>
          <a:xfrm>
            <a:off x="652463" y="4733057"/>
            <a:ext cx="10370190" cy="963149"/>
          </a:xfrm>
        </p:spPr>
        <p:txBody>
          <a:bodyPr>
            <a:normAutofit/>
          </a:bodyPr>
          <a:lstStyle>
            <a:lvl1pPr marL="0" indent="0">
              <a:buNone/>
              <a:defRPr sz="2000">
                <a:solidFill>
                  <a:schemeClr val="tx2"/>
                </a:solidFill>
              </a:defRPr>
            </a:lvl1pPr>
          </a:lstStyle>
          <a:p>
            <a:pPr lvl="0"/>
            <a:r>
              <a:rPr lang="en-US"/>
              <a:t>Click to edit Master text styles</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epartment/Unit name Placeholder">
            <a:extLst>
              <a:ext uri="{FF2B5EF4-FFF2-40B4-BE49-F238E27FC236}">
                <a16:creationId xmlns:a16="http://schemas.microsoft.com/office/drawing/2014/main" id="{D04B6268-443E-C233-94CE-19E2240CBFFD}"/>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4" name="Slide Number Placeholder">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10970047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16" name="Rectangle 15">
            <a:extLst>
              <a:ext uri="{FF2B5EF4-FFF2-40B4-BE49-F238E27FC236}">
                <a16:creationId xmlns:a16="http://schemas.microsoft.com/office/drawing/2014/main" id="{3E00EE44-1662-6C19-8EEE-4473520AD683}"/>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FEC33744-A502-FBC7-B1D3-73DF0C333BF9}"/>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dirty="0"/>
              <a:t>Slide Title</a:t>
            </a:r>
          </a:p>
        </p:txBody>
      </p:sp>
      <p:sp>
        <p:nvSpPr>
          <p:cNvPr id="19" name="Subhead Placeholder - left">
            <a:extLst>
              <a:ext uri="{FF2B5EF4-FFF2-40B4-BE49-F238E27FC236}">
                <a16:creationId xmlns:a16="http://schemas.microsoft.com/office/drawing/2014/main" id="{CC490E05-74DB-0E53-9364-2C3ADCC6A241}"/>
              </a:ext>
            </a:extLst>
          </p:cNvPr>
          <p:cNvSpPr>
            <a:spLocks noGrp="1"/>
          </p:cNvSpPr>
          <p:nvPr>
            <p:ph type="body" sz="quarter" idx="19" hasCustomPrompt="1"/>
          </p:nvPr>
        </p:nvSpPr>
        <p:spPr>
          <a:xfrm>
            <a:off x="654228" y="2009998"/>
            <a:ext cx="4876417" cy="764799"/>
          </a:xfrm>
        </p:spPr>
        <p:txBody>
          <a:bodyPr anchor="ctr">
            <a:normAutofit/>
          </a:bodyPr>
          <a:lstStyle>
            <a:lvl1pPr marL="0" indent="0" algn="l">
              <a:lnSpc>
                <a:spcPct val="70000"/>
              </a:lnSpc>
              <a:buNone/>
              <a:defRPr sz="3000">
                <a:solidFill>
                  <a:schemeClr val="bg2"/>
                </a:solidFill>
                <a:latin typeface="+mj-lt"/>
              </a:defRPr>
            </a:lvl1pPr>
          </a:lstStyle>
          <a:p>
            <a:pPr lvl="0"/>
            <a:r>
              <a:rPr lang="en-US" dirty="0"/>
              <a:t>Subhead</a:t>
            </a:r>
          </a:p>
        </p:txBody>
      </p:sp>
      <p:sp>
        <p:nvSpPr>
          <p:cNvPr id="20" name="Text Placeholder 1">
            <a:extLst>
              <a:ext uri="{FF2B5EF4-FFF2-40B4-BE49-F238E27FC236}">
                <a16:creationId xmlns:a16="http://schemas.microsoft.com/office/drawing/2014/main" id="{5611F233-E768-987E-50BE-BF98E82C82BD}"/>
              </a:ext>
            </a:extLst>
          </p:cNvPr>
          <p:cNvSpPr>
            <a:spLocks noGrp="1"/>
          </p:cNvSpPr>
          <p:nvPr>
            <p:ph type="body" sz="quarter" idx="20"/>
          </p:nvPr>
        </p:nvSpPr>
        <p:spPr>
          <a:xfrm>
            <a:off x="652463" y="2785267"/>
            <a:ext cx="4876417" cy="2155443"/>
          </a:xfrm>
        </p:spPr>
        <p:txBody>
          <a:bodyPr>
            <a:normAutofit/>
          </a:bodyPr>
          <a:lstStyle>
            <a:lvl1pPr marL="0" indent="0">
              <a:buNone/>
              <a:defRPr sz="2000">
                <a:solidFill>
                  <a:schemeClr val="tx2"/>
                </a:solidFill>
              </a:defRPr>
            </a:lvl1pPr>
          </a:lstStyle>
          <a:p>
            <a:pPr lvl="0"/>
            <a:r>
              <a:rPr lang="en-US"/>
              <a:t>Click to edit Master text styles</a:t>
            </a:r>
          </a:p>
        </p:txBody>
      </p:sp>
      <p:sp>
        <p:nvSpPr>
          <p:cNvPr id="14" name="Subhead Placeholder - right">
            <a:extLst>
              <a:ext uri="{FF2B5EF4-FFF2-40B4-BE49-F238E27FC236}">
                <a16:creationId xmlns:a16="http://schemas.microsoft.com/office/drawing/2014/main" id="{224424D1-87E7-3962-19AA-DA17D1EABB17}"/>
              </a:ext>
            </a:extLst>
          </p:cNvPr>
          <p:cNvSpPr>
            <a:spLocks noGrp="1"/>
          </p:cNvSpPr>
          <p:nvPr>
            <p:ph type="body" sz="quarter" idx="21" hasCustomPrompt="1"/>
          </p:nvPr>
        </p:nvSpPr>
        <p:spPr>
          <a:xfrm>
            <a:off x="6148002" y="2009998"/>
            <a:ext cx="4876417" cy="764799"/>
          </a:xfrm>
        </p:spPr>
        <p:txBody>
          <a:bodyPr anchor="ctr">
            <a:normAutofit/>
          </a:bodyPr>
          <a:lstStyle>
            <a:lvl1pPr marL="0" indent="0" algn="l">
              <a:lnSpc>
                <a:spcPct val="70000"/>
              </a:lnSpc>
              <a:buNone/>
              <a:defRPr sz="3000">
                <a:solidFill>
                  <a:schemeClr val="tx2"/>
                </a:solidFill>
                <a:latin typeface="+mj-lt"/>
              </a:defRPr>
            </a:lvl1pPr>
          </a:lstStyle>
          <a:p>
            <a:pPr lvl="0"/>
            <a:r>
              <a:rPr lang="en-US" dirty="0"/>
              <a:t>Subhead</a:t>
            </a:r>
          </a:p>
        </p:txBody>
      </p:sp>
      <p:sp>
        <p:nvSpPr>
          <p:cNvPr id="15" name="Text Placeholder 2">
            <a:extLst>
              <a:ext uri="{FF2B5EF4-FFF2-40B4-BE49-F238E27FC236}">
                <a16:creationId xmlns:a16="http://schemas.microsoft.com/office/drawing/2014/main" id="{7629D8EC-3306-885D-34FB-A593175BDA59}"/>
              </a:ext>
            </a:extLst>
          </p:cNvPr>
          <p:cNvSpPr>
            <a:spLocks noGrp="1"/>
          </p:cNvSpPr>
          <p:nvPr>
            <p:ph type="body" sz="quarter" idx="22"/>
          </p:nvPr>
        </p:nvSpPr>
        <p:spPr>
          <a:xfrm>
            <a:off x="6146237" y="2785267"/>
            <a:ext cx="4876417" cy="2155443"/>
          </a:xfrm>
        </p:spPr>
        <p:txBody>
          <a:bodyPr>
            <a:normAutofit/>
          </a:bodyPr>
          <a:lstStyle>
            <a:lvl1pPr marL="0" indent="0">
              <a:buNone/>
              <a:defRPr sz="2000">
                <a:solidFill>
                  <a:schemeClr val="tx2"/>
                </a:solidFill>
              </a:defRPr>
            </a:lvl1pPr>
          </a:lstStyle>
          <a:p>
            <a:pPr lvl="0"/>
            <a:r>
              <a:rPr lang="en-US"/>
              <a:t>Click to edit Master text styles</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partment/Unit name Placeholder">
            <a:extLst>
              <a:ext uri="{FF2B5EF4-FFF2-40B4-BE49-F238E27FC236}">
                <a16:creationId xmlns:a16="http://schemas.microsoft.com/office/drawing/2014/main" id="{78C65027-A687-41F0-E627-6C9CA6C8D0A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4" name="Slide Number Placeholder">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14682548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4">
    <p:spTree>
      <p:nvGrpSpPr>
        <p:cNvPr id="1" name=""/>
        <p:cNvGrpSpPr/>
        <p:nvPr/>
      </p:nvGrpSpPr>
      <p:grpSpPr>
        <a:xfrm>
          <a:off x="0" y="0"/>
          <a:ext cx="0" cy="0"/>
          <a:chOff x="0" y="0"/>
          <a:chExt cx="0" cy="0"/>
        </a:xfrm>
      </p:grpSpPr>
      <p:sp>
        <p:nvSpPr>
          <p:cNvPr id="23" name="Title accent">
            <a:extLst>
              <a:ext uri="{FF2B5EF4-FFF2-40B4-BE49-F238E27FC236}">
                <a16:creationId xmlns:a16="http://schemas.microsoft.com/office/drawing/2014/main" id="{115AD324-E2E1-9400-B6BC-49D0C5F6A834}"/>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3" name="Title 1">
            <a:extLst>
              <a:ext uri="{FF2B5EF4-FFF2-40B4-BE49-F238E27FC236}">
                <a16:creationId xmlns:a16="http://schemas.microsoft.com/office/drawing/2014/main" id="{D71844C4-2CEE-3AA9-FDAD-BAF322CBDD11}"/>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dirty="0"/>
              <a:t>Slide Title</a:t>
            </a:r>
          </a:p>
        </p:txBody>
      </p:sp>
      <p:sp>
        <p:nvSpPr>
          <p:cNvPr id="25" name="Subhead Placeholder - left">
            <a:extLst>
              <a:ext uri="{FF2B5EF4-FFF2-40B4-BE49-F238E27FC236}">
                <a16:creationId xmlns:a16="http://schemas.microsoft.com/office/drawing/2014/main" id="{4F21266B-E068-C84F-857F-629382CE951B}"/>
              </a:ext>
            </a:extLst>
          </p:cNvPr>
          <p:cNvSpPr>
            <a:spLocks noGrp="1"/>
          </p:cNvSpPr>
          <p:nvPr>
            <p:ph type="body" sz="quarter" idx="19" hasCustomPrompt="1"/>
          </p:nvPr>
        </p:nvSpPr>
        <p:spPr>
          <a:xfrm>
            <a:off x="654228" y="2009998"/>
            <a:ext cx="4876417" cy="764799"/>
          </a:xfrm>
        </p:spPr>
        <p:txBody>
          <a:bodyPr anchor="ctr">
            <a:normAutofit/>
          </a:bodyPr>
          <a:lstStyle>
            <a:lvl1pPr marL="0" indent="0" algn="l">
              <a:lnSpc>
                <a:spcPct val="70000"/>
              </a:lnSpc>
              <a:buNone/>
              <a:defRPr sz="3000">
                <a:solidFill>
                  <a:schemeClr val="bg2"/>
                </a:solidFill>
                <a:latin typeface="+mj-lt"/>
              </a:defRPr>
            </a:lvl1pPr>
          </a:lstStyle>
          <a:p>
            <a:pPr lvl="0"/>
            <a:r>
              <a:rPr lang="en-US" dirty="0"/>
              <a:t>Subhead</a:t>
            </a:r>
          </a:p>
        </p:txBody>
      </p:sp>
      <p:sp>
        <p:nvSpPr>
          <p:cNvPr id="28" name="Text Placeholder - left">
            <a:extLst>
              <a:ext uri="{FF2B5EF4-FFF2-40B4-BE49-F238E27FC236}">
                <a16:creationId xmlns:a16="http://schemas.microsoft.com/office/drawing/2014/main" id="{E378921D-C904-2C44-DAD3-10FCD0515514}"/>
              </a:ext>
            </a:extLst>
          </p:cNvPr>
          <p:cNvSpPr>
            <a:spLocks noGrp="1"/>
          </p:cNvSpPr>
          <p:nvPr>
            <p:ph type="body" sz="quarter" idx="22" hasCustomPrompt="1"/>
          </p:nvPr>
        </p:nvSpPr>
        <p:spPr>
          <a:xfrm>
            <a:off x="651081" y="2774950"/>
            <a:ext cx="4876417" cy="2668588"/>
          </a:xfrm>
        </p:spPr>
        <p:txBody>
          <a:bodyPr/>
          <a:lstStyle>
            <a:lvl1pPr marL="228600" indent="-228600">
              <a:buFont typeface="Courier New" panose="02070309020205020404" pitchFamily="49" charset="0"/>
              <a:buChar char="o"/>
              <a:defRPr sz="2000"/>
            </a:lvl1pPr>
            <a:lvl2pPr marL="685800" indent="-228600">
              <a:buFont typeface="Courier New" panose="02070309020205020404" pitchFamily="49" charset="0"/>
              <a:buChar char="o"/>
              <a:defRPr sz="1800"/>
            </a:lvl2pPr>
            <a:lvl3pPr marL="1143000" indent="-228600">
              <a:buFont typeface="Courier New" panose="02070309020205020404" pitchFamily="49" charset="0"/>
              <a:buChar char="o"/>
              <a:defRPr sz="1800"/>
            </a:lvl3pPr>
            <a:lvl4pPr marL="1600200" indent="-228600">
              <a:buFont typeface="Courier New" panose="02070309020205020404" pitchFamily="49" charset="0"/>
              <a:buChar char="o"/>
              <a:defRPr/>
            </a:lvl4pPr>
            <a:lvl5pPr marL="2057400" indent="-228600">
              <a:buFont typeface="Courier New" panose="02070309020205020404" pitchFamily="49" charset="0"/>
              <a:buChar char="o"/>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Subhead Placeholder - right">
            <a:extLst>
              <a:ext uri="{FF2B5EF4-FFF2-40B4-BE49-F238E27FC236}">
                <a16:creationId xmlns:a16="http://schemas.microsoft.com/office/drawing/2014/main" id="{EEBD4F98-6476-56B5-5D6A-FDFCA46BF70F}"/>
              </a:ext>
            </a:extLst>
          </p:cNvPr>
          <p:cNvSpPr>
            <a:spLocks noGrp="1"/>
          </p:cNvSpPr>
          <p:nvPr>
            <p:ph type="body" sz="quarter" idx="21" hasCustomPrompt="1"/>
          </p:nvPr>
        </p:nvSpPr>
        <p:spPr>
          <a:xfrm>
            <a:off x="6148002" y="2009998"/>
            <a:ext cx="4876417" cy="764799"/>
          </a:xfrm>
        </p:spPr>
        <p:txBody>
          <a:bodyPr anchor="ctr">
            <a:normAutofit/>
          </a:bodyPr>
          <a:lstStyle>
            <a:lvl1pPr marL="0" indent="0" algn="l">
              <a:lnSpc>
                <a:spcPct val="70000"/>
              </a:lnSpc>
              <a:buNone/>
              <a:defRPr sz="3000">
                <a:solidFill>
                  <a:schemeClr val="tx2"/>
                </a:solidFill>
                <a:latin typeface="+mj-lt"/>
              </a:defRPr>
            </a:lvl1pPr>
          </a:lstStyle>
          <a:p>
            <a:pPr lvl="0"/>
            <a:r>
              <a:rPr lang="en-US" dirty="0"/>
              <a:t>Subhead</a:t>
            </a:r>
          </a:p>
        </p:txBody>
      </p:sp>
      <p:sp>
        <p:nvSpPr>
          <p:cNvPr id="30" name="Text Placeholder -right">
            <a:extLst>
              <a:ext uri="{FF2B5EF4-FFF2-40B4-BE49-F238E27FC236}">
                <a16:creationId xmlns:a16="http://schemas.microsoft.com/office/drawing/2014/main" id="{E6AC3C03-BBBE-A121-29AB-D885327950BE}"/>
              </a:ext>
            </a:extLst>
          </p:cNvPr>
          <p:cNvSpPr>
            <a:spLocks noGrp="1"/>
          </p:cNvSpPr>
          <p:nvPr>
            <p:ph type="body" sz="quarter" idx="23" hasCustomPrompt="1"/>
          </p:nvPr>
        </p:nvSpPr>
        <p:spPr>
          <a:xfrm>
            <a:off x="6144855" y="2774797"/>
            <a:ext cx="4876417" cy="2668588"/>
          </a:xfrm>
        </p:spPr>
        <p:txBody>
          <a:bodyPr/>
          <a:lstStyle>
            <a:lvl1pPr marL="228600" indent="-228600">
              <a:buFont typeface="Courier New" panose="02070309020205020404" pitchFamily="49" charset="0"/>
              <a:buChar char="o"/>
              <a:defRPr sz="2000"/>
            </a:lvl1pPr>
            <a:lvl2pPr marL="685800" indent="-228600">
              <a:buFont typeface="Courier New" panose="02070309020205020404" pitchFamily="49" charset="0"/>
              <a:buChar char="o"/>
              <a:defRPr sz="1800"/>
            </a:lvl2pPr>
            <a:lvl3pPr marL="1143000" indent="-228600">
              <a:buFont typeface="Courier New" panose="02070309020205020404" pitchFamily="49" charset="0"/>
              <a:buChar char="o"/>
              <a:defRPr sz="1800"/>
            </a:lvl3pPr>
            <a:lvl4pPr marL="1600200" indent="-228600">
              <a:buFont typeface="Courier New" panose="02070309020205020404" pitchFamily="49" charset="0"/>
              <a:buChar char="o"/>
              <a:defRPr/>
            </a:lvl4pPr>
            <a:lvl5pPr marL="2057400" indent="-228600">
              <a:buFont typeface="Courier New" panose="02070309020205020404" pitchFamily="49" charset="0"/>
              <a:buChar char="o"/>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epartment/unit name Placeholder">
            <a:extLst>
              <a:ext uri="{FF2B5EF4-FFF2-40B4-BE49-F238E27FC236}">
                <a16:creationId xmlns:a16="http://schemas.microsoft.com/office/drawing/2014/main" id="{447F6171-D545-B452-563D-EFB2AE96669D}"/>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4" name="Slide Number Placeholder">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21631018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pic>
        <p:nvPicPr>
          <p:cNvPr id="4" name="Block I">
            <a:extLst>
              <a:ext uri="{FF2B5EF4-FFF2-40B4-BE49-F238E27FC236}">
                <a16:creationId xmlns:a16="http://schemas.microsoft.com/office/drawing/2014/main" id="{D5DA79D9-6B40-7F27-6A6B-EA75CB7C61B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9" name="Title 1">
            <a:extLst>
              <a:ext uri="{FF2B5EF4-FFF2-40B4-BE49-F238E27FC236}">
                <a16:creationId xmlns:a16="http://schemas.microsoft.com/office/drawing/2014/main" id="{36BB2015-0086-DF08-8A25-8A0616C8BB6A}"/>
              </a:ext>
            </a:extLst>
          </p:cNvPr>
          <p:cNvSpPr>
            <a:spLocks noGrp="1"/>
          </p:cNvSpPr>
          <p:nvPr>
            <p:ph type="title" hasCustomPrompt="1"/>
          </p:nvPr>
        </p:nvSpPr>
        <p:spPr>
          <a:xfrm>
            <a:off x="3051180" y="1291652"/>
            <a:ext cx="6189488" cy="807792"/>
          </a:xfrm>
        </p:spPr>
        <p:txBody>
          <a:bodyPr>
            <a:normAutofit/>
          </a:bodyPr>
          <a:lstStyle>
            <a:lvl1pPr algn="ct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dirty="0"/>
              <a:t>Large Quote</a:t>
            </a:r>
          </a:p>
        </p:txBody>
      </p:sp>
      <p:sp>
        <p:nvSpPr>
          <p:cNvPr id="12" name="Quote 1 - left">
            <a:extLst>
              <a:ext uri="{FF2B5EF4-FFF2-40B4-BE49-F238E27FC236}">
                <a16:creationId xmlns:a16="http://schemas.microsoft.com/office/drawing/2014/main" id="{74CB6488-2929-62E5-C898-745037E06918}"/>
              </a:ext>
              <a:ext uri="{C183D7F6-B498-43B3-948B-1728B52AA6E4}">
                <adec:decorative xmlns:adec="http://schemas.microsoft.com/office/drawing/2017/decorative" val="1"/>
              </a:ext>
            </a:extLst>
          </p:cNvPr>
          <p:cNvSpPr txBox="1">
            <a:spLocks/>
          </p:cNvSpPr>
          <p:nvPr userDrawn="1"/>
        </p:nvSpPr>
        <p:spPr>
          <a:xfrm>
            <a:off x="2273810" y="1167968"/>
            <a:ext cx="1184622"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600" dirty="0">
                <a:solidFill>
                  <a:schemeClr val="bg2"/>
                </a:solidFill>
              </a:rPr>
              <a:t>“</a:t>
            </a:r>
          </a:p>
        </p:txBody>
      </p:sp>
      <p:sp>
        <p:nvSpPr>
          <p:cNvPr id="13" name="Quote 1 - right">
            <a:extLst>
              <a:ext uri="{FF2B5EF4-FFF2-40B4-BE49-F238E27FC236}">
                <a16:creationId xmlns:a16="http://schemas.microsoft.com/office/drawing/2014/main" id="{91174DFB-BAA6-41D2-C5C4-B438E22AB41F}"/>
              </a:ext>
              <a:ext uri="{C183D7F6-B498-43B3-948B-1728B52AA6E4}">
                <adec:decorative xmlns:adec="http://schemas.microsoft.com/office/drawing/2017/decorative" val="1"/>
              </a:ext>
            </a:extLst>
          </p:cNvPr>
          <p:cNvSpPr txBox="1">
            <a:spLocks/>
          </p:cNvSpPr>
          <p:nvPr userDrawn="1"/>
        </p:nvSpPr>
        <p:spPr>
          <a:xfrm>
            <a:off x="9140821" y="1185256"/>
            <a:ext cx="1184622"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600" dirty="0">
                <a:solidFill>
                  <a:schemeClr val="bg2"/>
                </a:solidFill>
              </a:rPr>
              <a:t>”</a:t>
            </a:r>
          </a:p>
        </p:txBody>
      </p:sp>
      <p:sp>
        <p:nvSpPr>
          <p:cNvPr id="17" name="Attribution 1 Placeholder">
            <a:extLst>
              <a:ext uri="{FF2B5EF4-FFF2-40B4-BE49-F238E27FC236}">
                <a16:creationId xmlns:a16="http://schemas.microsoft.com/office/drawing/2014/main" id="{2A25C115-1C3A-AC3A-C7C7-570E85027B6A}"/>
              </a:ext>
            </a:extLst>
          </p:cNvPr>
          <p:cNvSpPr>
            <a:spLocks noGrp="1"/>
          </p:cNvSpPr>
          <p:nvPr>
            <p:ph type="body" sz="quarter" idx="20" hasCustomPrompt="1"/>
          </p:nvPr>
        </p:nvSpPr>
        <p:spPr>
          <a:xfrm>
            <a:off x="7127193" y="2116732"/>
            <a:ext cx="2113474" cy="429881"/>
          </a:xfrm>
        </p:spPr>
        <p:txBody>
          <a:bodyPr anchor="ctr">
            <a:normAutofit/>
          </a:bodyPr>
          <a:lstStyle>
            <a:lvl1pPr marL="0" indent="0" algn="r">
              <a:lnSpc>
                <a:spcPct val="70000"/>
              </a:lnSpc>
              <a:buNone/>
              <a:defRPr sz="2000">
                <a:solidFill>
                  <a:schemeClr val="tx2"/>
                </a:solidFill>
                <a:latin typeface="+mn-lt"/>
              </a:defRPr>
            </a:lvl1pPr>
          </a:lstStyle>
          <a:p>
            <a:pPr lvl="0"/>
            <a:r>
              <a:rPr lang="en-US" dirty="0"/>
              <a:t>Author</a:t>
            </a:r>
          </a:p>
        </p:txBody>
      </p:sp>
      <p:sp>
        <p:nvSpPr>
          <p:cNvPr id="7" name="Quote 2 - left">
            <a:extLst>
              <a:ext uri="{FF2B5EF4-FFF2-40B4-BE49-F238E27FC236}">
                <a16:creationId xmlns:a16="http://schemas.microsoft.com/office/drawing/2014/main" id="{007BC3EA-75CF-5946-828D-DEFAF530E77B}"/>
              </a:ext>
              <a:ext uri="{C183D7F6-B498-43B3-948B-1728B52AA6E4}">
                <adec:decorative xmlns:adec="http://schemas.microsoft.com/office/drawing/2017/decorative" val="1"/>
              </a:ext>
            </a:extLst>
          </p:cNvPr>
          <p:cNvSpPr txBox="1">
            <a:spLocks/>
          </p:cNvSpPr>
          <p:nvPr userDrawn="1"/>
        </p:nvSpPr>
        <p:spPr>
          <a:xfrm>
            <a:off x="2273810" y="3477024"/>
            <a:ext cx="1184622"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600" dirty="0">
                <a:solidFill>
                  <a:srgbClr val="FF5F05"/>
                </a:solidFill>
              </a:rPr>
              <a:t>“</a:t>
            </a:r>
          </a:p>
        </p:txBody>
      </p:sp>
      <p:sp>
        <p:nvSpPr>
          <p:cNvPr id="8" name="Quote 2 - right">
            <a:extLst>
              <a:ext uri="{FF2B5EF4-FFF2-40B4-BE49-F238E27FC236}">
                <a16:creationId xmlns:a16="http://schemas.microsoft.com/office/drawing/2014/main" id="{254A594E-C5D9-FA57-D21E-EAA6B5CB7529}"/>
              </a:ext>
              <a:ext uri="{C183D7F6-B498-43B3-948B-1728B52AA6E4}">
                <adec:decorative xmlns:adec="http://schemas.microsoft.com/office/drawing/2017/decorative" val="1"/>
              </a:ext>
            </a:extLst>
          </p:cNvPr>
          <p:cNvSpPr txBox="1">
            <a:spLocks/>
          </p:cNvSpPr>
          <p:nvPr userDrawn="1"/>
        </p:nvSpPr>
        <p:spPr>
          <a:xfrm>
            <a:off x="9088267" y="3494312"/>
            <a:ext cx="1184622"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600" dirty="0">
                <a:solidFill>
                  <a:schemeClr val="bg2"/>
                </a:solidFill>
              </a:rPr>
              <a:t>”</a:t>
            </a:r>
          </a:p>
        </p:txBody>
      </p:sp>
      <p:sp>
        <p:nvSpPr>
          <p:cNvPr id="19" name="Long Quote Placeholder">
            <a:extLst>
              <a:ext uri="{FF2B5EF4-FFF2-40B4-BE49-F238E27FC236}">
                <a16:creationId xmlns:a16="http://schemas.microsoft.com/office/drawing/2014/main" id="{C6593C7D-5AD9-BC2C-0070-B0B3F7287B22}"/>
              </a:ext>
            </a:extLst>
          </p:cNvPr>
          <p:cNvSpPr>
            <a:spLocks noGrp="1"/>
          </p:cNvSpPr>
          <p:nvPr>
            <p:ph type="body" sz="quarter" idx="21" hasCustomPrompt="1"/>
          </p:nvPr>
        </p:nvSpPr>
        <p:spPr>
          <a:xfrm>
            <a:off x="3060741" y="3501730"/>
            <a:ext cx="6179926" cy="1507248"/>
          </a:xfrm>
        </p:spPr>
        <p:txBody>
          <a:bodyPr anchor="ctr">
            <a:normAutofit/>
          </a:bodyPr>
          <a:lstStyle>
            <a:lvl1pPr marL="0" indent="0" algn="ctr">
              <a:lnSpc>
                <a:spcPct val="70000"/>
              </a:lnSpc>
              <a:buNone/>
              <a:defRPr sz="2400">
                <a:solidFill>
                  <a:schemeClr val="tx2"/>
                </a:solidFill>
                <a:latin typeface="+mn-lt"/>
              </a:defRPr>
            </a:lvl1pPr>
          </a:lstStyle>
          <a:p>
            <a:pPr lvl="0"/>
            <a:r>
              <a:rPr lang="en-US" dirty="0"/>
              <a:t>Long Paragraph Quote </a:t>
            </a:r>
          </a:p>
        </p:txBody>
      </p:sp>
      <p:sp>
        <p:nvSpPr>
          <p:cNvPr id="20" name="Long Quote attribution Placeholder">
            <a:extLst>
              <a:ext uri="{FF2B5EF4-FFF2-40B4-BE49-F238E27FC236}">
                <a16:creationId xmlns:a16="http://schemas.microsoft.com/office/drawing/2014/main" id="{D808D8CD-BCBE-F257-3C6F-64185F7ABD10}"/>
              </a:ext>
            </a:extLst>
          </p:cNvPr>
          <p:cNvSpPr>
            <a:spLocks noGrp="1"/>
          </p:cNvSpPr>
          <p:nvPr>
            <p:ph type="body" sz="quarter" idx="22" hasCustomPrompt="1"/>
          </p:nvPr>
        </p:nvSpPr>
        <p:spPr>
          <a:xfrm>
            <a:off x="7127193" y="5065124"/>
            <a:ext cx="2113474" cy="429881"/>
          </a:xfrm>
        </p:spPr>
        <p:txBody>
          <a:bodyPr anchor="ctr">
            <a:normAutofit/>
          </a:bodyPr>
          <a:lstStyle>
            <a:lvl1pPr marL="0" indent="0" algn="r">
              <a:lnSpc>
                <a:spcPct val="70000"/>
              </a:lnSpc>
              <a:buNone/>
              <a:defRPr sz="2000">
                <a:solidFill>
                  <a:schemeClr val="tx2"/>
                </a:solidFill>
                <a:latin typeface="+mn-lt"/>
              </a:defRPr>
            </a:lvl1pPr>
          </a:lstStyle>
          <a:p>
            <a:pPr lvl="0"/>
            <a:r>
              <a:rPr lang="en-US" dirty="0"/>
              <a:t>Author</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2475528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Slide 1">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7" name="Title 1">
            <a:extLst>
              <a:ext uri="{FF2B5EF4-FFF2-40B4-BE49-F238E27FC236}">
                <a16:creationId xmlns:a16="http://schemas.microsoft.com/office/drawing/2014/main" id="{806AA2EA-F5CC-A830-112E-D187F5411352}"/>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dirty="0"/>
              <a:t>Slide Title</a:t>
            </a:r>
          </a:p>
        </p:txBody>
      </p:sp>
      <p:sp>
        <p:nvSpPr>
          <p:cNvPr id="6" name="Picture Placeholder 1">
            <a:extLst>
              <a:ext uri="{FF2B5EF4-FFF2-40B4-BE49-F238E27FC236}">
                <a16:creationId xmlns:a16="http://schemas.microsoft.com/office/drawing/2014/main" id="{5902D87F-A357-6B12-50D8-55555AA9D9D4}"/>
              </a:ext>
            </a:extLst>
          </p:cNvPr>
          <p:cNvSpPr>
            <a:spLocks noGrp="1"/>
          </p:cNvSpPr>
          <p:nvPr>
            <p:ph type="pic" sz="quarter" idx="24"/>
          </p:nvPr>
        </p:nvSpPr>
        <p:spPr>
          <a:xfrm>
            <a:off x="554038" y="1786687"/>
            <a:ext cx="4738687" cy="2042930"/>
          </a:xfrm>
          <a:solidFill>
            <a:schemeClr val="bg1">
              <a:lumMod val="75000"/>
            </a:schemeClr>
          </a:solidFill>
        </p:spPr>
        <p:txBody>
          <a:bodyPr/>
          <a:lstStyle>
            <a:lvl1pPr marL="0" indent="0">
              <a:buNone/>
              <a:defRPr/>
            </a:lvl1pPr>
          </a:lstStyle>
          <a:p>
            <a:r>
              <a:rPr lang="en-US"/>
              <a:t>Click icon to add picture</a:t>
            </a:r>
            <a:endParaRPr lang="en-US" dirty="0"/>
          </a:p>
        </p:txBody>
      </p:sp>
      <p:sp>
        <p:nvSpPr>
          <p:cNvPr id="18" name="Subhead 1 Placeholder">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5477348" y="1786687"/>
            <a:ext cx="5547072" cy="764799"/>
          </a:xfrm>
        </p:spPr>
        <p:txBody>
          <a:bodyPr anchor="ctr">
            <a:normAutofit/>
          </a:bodyPr>
          <a:lstStyle>
            <a:lvl1pPr marL="0" indent="0" algn="l">
              <a:lnSpc>
                <a:spcPct val="70000"/>
              </a:lnSpc>
              <a:buNone/>
              <a:defRPr sz="3000">
                <a:solidFill>
                  <a:schemeClr val="bg2"/>
                </a:solidFill>
                <a:latin typeface="+mj-lt"/>
              </a:defRPr>
            </a:lvl1pPr>
          </a:lstStyle>
          <a:p>
            <a:pPr lvl="0"/>
            <a:r>
              <a:rPr lang="en-US" dirty="0"/>
              <a:t>Subhead</a:t>
            </a:r>
          </a:p>
        </p:txBody>
      </p:sp>
      <p:sp>
        <p:nvSpPr>
          <p:cNvPr id="22" name="Text Placeholder 1">
            <a:extLst>
              <a:ext uri="{FF2B5EF4-FFF2-40B4-BE49-F238E27FC236}">
                <a16:creationId xmlns:a16="http://schemas.microsoft.com/office/drawing/2014/main" id="{3208D36D-11B7-A53D-F8A8-E941F54F2B0D}"/>
              </a:ext>
            </a:extLst>
          </p:cNvPr>
          <p:cNvSpPr>
            <a:spLocks noGrp="1"/>
          </p:cNvSpPr>
          <p:nvPr>
            <p:ph type="body" sz="quarter" idx="20"/>
          </p:nvPr>
        </p:nvSpPr>
        <p:spPr>
          <a:xfrm>
            <a:off x="5475583" y="2561957"/>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27" name="Picture Placeholder 2">
            <a:extLst>
              <a:ext uri="{FF2B5EF4-FFF2-40B4-BE49-F238E27FC236}">
                <a16:creationId xmlns:a16="http://schemas.microsoft.com/office/drawing/2014/main" id="{3332E0F7-8D76-3BED-561C-C7B99F9CA5F4}"/>
              </a:ext>
            </a:extLst>
          </p:cNvPr>
          <p:cNvSpPr>
            <a:spLocks noGrp="1"/>
          </p:cNvSpPr>
          <p:nvPr>
            <p:ph type="pic" sz="quarter" idx="27"/>
          </p:nvPr>
        </p:nvSpPr>
        <p:spPr>
          <a:xfrm>
            <a:off x="552273" y="3924115"/>
            <a:ext cx="4738687" cy="2042930"/>
          </a:xfrm>
          <a:solidFill>
            <a:schemeClr val="bg1">
              <a:lumMod val="75000"/>
            </a:schemeClr>
          </a:solidFill>
        </p:spPr>
        <p:txBody>
          <a:bodyPr/>
          <a:lstStyle>
            <a:lvl1pPr marL="0" indent="0">
              <a:buNone/>
              <a:defRPr/>
            </a:lvl1pPr>
          </a:lstStyle>
          <a:p>
            <a:r>
              <a:rPr lang="en-US"/>
              <a:t>Click icon to add picture</a:t>
            </a:r>
            <a:endParaRPr lang="en-US" dirty="0"/>
          </a:p>
        </p:txBody>
      </p:sp>
      <p:sp>
        <p:nvSpPr>
          <p:cNvPr id="25" name="Subhead Placeholder 2">
            <a:extLst>
              <a:ext uri="{FF2B5EF4-FFF2-40B4-BE49-F238E27FC236}">
                <a16:creationId xmlns:a16="http://schemas.microsoft.com/office/drawing/2014/main" id="{4AEA1B53-9D39-71C7-6498-B61C0E9CDA90}"/>
              </a:ext>
            </a:extLst>
          </p:cNvPr>
          <p:cNvSpPr>
            <a:spLocks noGrp="1"/>
          </p:cNvSpPr>
          <p:nvPr>
            <p:ph type="body" sz="quarter" idx="25" hasCustomPrompt="1"/>
          </p:nvPr>
        </p:nvSpPr>
        <p:spPr>
          <a:xfrm>
            <a:off x="5475583" y="3924115"/>
            <a:ext cx="5547072" cy="764799"/>
          </a:xfrm>
        </p:spPr>
        <p:txBody>
          <a:bodyPr anchor="ctr">
            <a:normAutofit/>
          </a:bodyPr>
          <a:lstStyle>
            <a:lvl1pPr marL="0" indent="0" algn="l">
              <a:lnSpc>
                <a:spcPct val="70000"/>
              </a:lnSpc>
              <a:buNone/>
              <a:defRPr sz="3000">
                <a:solidFill>
                  <a:schemeClr val="tx2"/>
                </a:solidFill>
                <a:latin typeface="+mj-lt"/>
              </a:defRPr>
            </a:lvl1pPr>
          </a:lstStyle>
          <a:p>
            <a:pPr lvl="0"/>
            <a:r>
              <a:rPr lang="en-US" dirty="0"/>
              <a:t>Subhead</a:t>
            </a:r>
          </a:p>
        </p:txBody>
      </p:sp>
      <p:sp>
        <p:nvSpPr>
          <p:cNvPr id="26" name="Text Placeholder 2">
            <a:extLst>
              <a:ext uri="{FF2B5EF4-FFF2-40B4-BE49-F238E27FC236}">
                <a16:creationId xmlns:a16="http://schemas.microsoft.com/office/drawing/2014/main" id="{05DAD01A-BC33-C150-4677-8D04EA1F7095}"/>
              </a:ext>
            </a:extLst>
          </p:cNvPr>
          <p:cNvSpPr>
            <a:spLocks noGrp="1"/>
          </p:cNvSpPr>
          <p:nvPr>
            <p:ph type="body" sz="quarter" idx="26"/>
          </p:nvPr>
        </p:nvSpPr>
        <p:spPr>
          <a:xfrm>
            <a:off x="5473818" y="4699385"/>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31976938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Slide 2">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rgbClr val="FF5F05"/>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3" name="Title 1">
            <a:extLst>
              <a:ext uri="{FF2B5EF4-FFF2-40B4-BE49-F238E27FC236}">
                <a16:creationId xmlns:a16="http://schemas.microsoft.com/office/drawing/2014/main" id="{C67464D1-DDEC-4858-9CA3-246D12B35BF7}"/>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dirty="0"/>
              <a:t>Slide Title</a:t>
            </a:r>
          </a:p>
        </p:txBody>
      </p:sp>
      <p:sp>
        <p:nvSpPr>
          <p:cNvPr id="18" name="Subhead Placeholder 1">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654228" y="1786687"/>
            <a:ext cx="5547072" cy="764799"/>
          </a:xfrm>
        </p:spPr>
        <p:txBody>
          <a:bodyPr anchor="ctr">
            <a:normAutofit/>
          </a:bodyPr>
          <a:lstStyle>
            <a:lvl1pPr marL="0" indent="0" algn="l">
              <a:lnSpc>
                <a:spcPct val="70000"/>
              </a:lnSpc>
              <a:buNone/>
              <a:defRPr sz="3000">
                <a:solidFill>
                  <a:schemeClr val="bg2"/>
                </a:solidFill>
                <a:latin typeface="+mj-lt"/>
              </a:defRPr>
            </a:lvl1pPr>
          </a:lstStyle>
          <a:p>
            <a:pPr lvl="0"/>
            <a:r>
              <a:rPr lang="en-US" dirty="0"/>
              <a:t>Subhead</a:t>
            </a:r>
          </a:p>
        </p:txBody>
      </p:sp>
      <p:sp>
        <p:nvSpPr>
          <p:cNvPr id="22" name="Text Placeholder 1">
            <a:extLst>
              <a:ext uri="{FF2B5EF4-FFF2-40B4-BE49-F238E27FC236}">
                <a16:creationId xmlns:a16="http://schemas.microsoft.com/office/drawing/2014/main" id="{3208D36D-11B7-A53D-F8A8-E941F54F2B0D}"/>
              </a:ext>
            </a:extLst>
          </p:cNvPr>
          <p:cNvSpPr>
            <a:spLocks noGrp="1"/>
          </p:cNvSpPr>
          <p:nvPr>
            <p:ph type="body" sz="quarter" idx="20"/>
          </p:nvPr>
        </p:nvSpPr>
        <p:spPr>
          <a:xfrm>
            <a:off x="652463" y="2561957"/>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6" name="Picture Placeholder 1">
            <a:extLst>
              <a:ext uri="{FF2B5EF4-FFF2-40B4-BE49-F238E27FC236}">
                <a16:creationId xmlns:a16="http://schemas.microsoft.com/office/drawing/2014/main" id="{5902D87F-A357-6B12-50D8-55555AA9D9D4}"/>
              </a:ext>
            </a:extLst>
          </p:cNvPr>
          <p:cNvSpPr>
            <a:spLocks noGrp="1"/>
          </p:cNvSpPr>
          <p:nvPr>
            <p:ph type="pic" sz="quarter" idx="24"/>
          </p:nvPr>
        </p:nvSpPr>
        <p:spPr>
          <a:xfrm>
            <a:off x="6282203" y="1786687"/>
            <a:ext cx="4738687" cy="2042930"/>
          </a:xfrm>
          <a:solidFill>
            <a:schemeClr val="bg1">
              <a:lumMod val="75000"/>
            </a:schemeClr>
          </a:solidFill>
        </p:spPr>
        <p:txBody>
          <a:bodyPr/>
          <a:lstStyle>
            <a:lvl1pPr marL="0" indent="0">
              <a:buNone/>
              <a:defRPr/>
            </a:lvl1pPr>
          </a:lstStyle>
          <a:p>
            <a:r>
              <a:rPr lang="en-US"/>
              <a:t>Click icon to add picture</a:t>
            </a:r>
            <a:endParaRPr lang="en-US" dirty="0"/>
          </a:p>
        </p:txBody>
      </p:sp>
      <p:sp>
        <p:nvSpPr>
          <p:cNvPr id="25" name="Subhead Placeholder 2">
            <a:extLst>
              <a:ext uri="{FF2B5EF4-FFF2-40B4-BE49-F238E27FC236}">
                <a16:creationId xmlns:a16="http://schemas.microsoft.com/office/drawing/2014/main" id="{4AEA1B53-9D39-71C7-6498-B61C0E9CDA90}"/>
              </a:ext>
            </a:extLst>
          </p:cNvPr>
          <p:cNvSpPr>
            <a:spLocks noGrp="1"/>
          </p:cNvSpPr>
          <p:nvPr>
            <p:ph type="body" sz="quarter" idx="25" hasCustomPrompt="1"/>
          </p:nvPr>
        </p:nvSpPr>
        <p:spPr>
          <a:xfrm>
            <a:off x="652463" y="3924115"/>
            <a:ext cx="5547072" cy="764799"/>
          </a:xfrm>
        </p:spPr>
        <p:txBody>
          <a:bodyPr anchor="ctr">
            <a:normAutofit/>
          </a:bodyPr>
          <a:lstStyle>
            <a:lvl1pPr marL="0" indent="0" algn="l">
              <a:lnSpc>
                <a:spcPct val="70000"/>
              </a:lnSpc>
              <a:buNone/>
              <a:defRPr sz="3000">
                <a:solidFill>
                  <a:schemeClr val="tx2"/>
                </a:solidFill>
                <a:latin typeface="+mj-lt"/>
              </a:defRPr>
            </a:lvl1pPr>
          </a:lstStyle>
          <a:p>
            <a:pPr lvl="0"/>
            <a:r>
              <a:rPr lang="en-US" dirty="0"/>
              <a:t>Subhead</a:t>
            </a:r>
          </a:p>
        </p:txBody>
      </p:sp>
      <p:sp>
        <p:nvSpPr>
          <p:cNvPr id="26" name="Text Placeholder 2">
            <a:extLst>
              <a:ext uri="{FF2B5EF4-FFF2-40B4-BE49-F238E27FC236}">
                <a16:creationId xmlns:a16="http://schemas.microsoft.com/office/drawing/2014/main" id="{05DAD01A-BC33-C150-4677-8D04EA1F7095}"/>
              </a:ext>
            </a:extLst>
          </p:cNvPr>
          <p:cNvSpPr>
            <a:spLocks noGrp="1"/>
          </p:cNvSpPr>
          <p:nvPr>
            <p:ph type="body" sz="quarter" idx="26"/>
          </p:nvPr>
        </p:nvSpPr>
        <p:spPr>
          <a:xfrm>
            <a:off x="650698" y="4699385"/>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27" name="Picture Placeholder 2">
            <a:extLst>
              <a:ext uri="{FF2B5EF4-FFF2-40B4-BE49-F238E27FC236}">
                <a16:creationId xmlns:a16="http://schemas.microsoft.com/office/drawing/2014/main" id="{3332E0F7-8D76-3BED-561C-C7B99F9CA5F4}"/>
              </a:ext>
            </a:extLst>
          </p:cNvPr>
          <p:cNvSpPr>
            <a:spLocks noGrp="1"/>
          </p:cNvSpPr>
          <p:nvPr>
            <p:ph type="pic" sz="quarter" idx="27"/>
          </p:nvPr>
        </p:nvSpPr>
        <p:spPr>
          <a:xfrm>
            <a:off x="6280438" y="3924115"/>
            <a:ext cx="4738687" cy="2042930"/>
          </a:xfrm>
          <a:solidFill>
            <a:schemeClr val="bg1">
              <a:lumMod val="75000"/>
            </a:schemeClr>
          </a:solidFill>
        </p:spPr>
        <p:txBody>
          <a:bodyPr/>
          <a:lstStyle>
            <a:lvl1pPr marL="0" indent="0">
              <a:buNone/>
              <a:defRPr/>
            </a:lvl1pPr>
          </a:lstStyle>
          <a:p>
            <a:r>
              <a:rPr lang="en-US"/>
              <a:t>Click icon to add picture</a:t>
            </a:r>
            <a:endParaRPr lang="en-US" dirty="0"/>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12648251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Slide 3">
    <p:spTree>
      <p:nvGrpSpPr>
        <p:cNvPr id="1" name=""/>
        <p:cNvGrpSpPr/>
        <p:nvPr/>
      </p:nvGrpSpPr>
      <p:grpSpPr>
        <a:xfrm>
          <a:off x="0" y="0"/>
          <a:ext cx="0" cy="0"/>
          <a:chOff x="0" y="0"/>
          <a:chExt cx="0" cy="0"/>
        </a:xfrm>
      </p:grpSpPr>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44B32AFE-F932-DF9D-9DB7-1815DFD5D419}"/>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dirty="0"/>
              <a:t>Slide Title</a:t>
            </a:r>
          </a:p>
        </p:txBody>
      </p:sp>
      <p:sp>
        <p:nvSpPr>
          <p:cNvPr id="6" name="Picture Placeholder">
            <a:extLst>
              <a:ext uri="{FF2B5EF4-FFF2-40B4-BE49-F238E27FC236}">
                <a16:creationId xmlns:a16="http://schemas.microsoft.com/office/drawing/2014/main" id="{5902D87F-A357-6B12-50D8-55555AA9D9D4}"/>
              </a:ext>
            </a:extLst>
          </p:cNvPr>
          <p:cNvSpPr>
            <a:spLocks noGrp="1"/>
          </p:cNvSpPr>
          <p:nvPr>
            <p:ph type="pic" sz="quarter" idx="24"/>
          </p:nvPr>
        </p:nvSpPr>
        <p:spPr>
          <a:xfrm>
            <a:off x="554038" y="1786687"/>
            <a:ext cx="4738687" cy="4322200"/>
          </a:xfrm>
          <a:solidFill>
            <a:schemeClr val="bg1">
              <a:lumMod val="75000"/>
            </a:schemeClr>
          </a:solidFill>
        </p:spPr>
        <p:txBody>
          <a:bodyPr/>
          <a:lstStyle>
            <a:lvl1pPr marL="0" indent="0">
              <a:buNone/>
              <a:defRPr/>
            </a:lvl1pPr>
          </a:lstStyle>
          <a:p>
            <a:r>
              <a:rPr lang="en-US"/>
              <a:t>Click icon to add picture</a:t>
            </a:r>
            <a:endParaRPr lang="en-US" dirty="0"/>
          </a:p>
        </p:txBody>
      </p:sp>
      <p:sp>
        <p:nvSpPr>
          <p:cNvPr id="18" name="Subhead Placeholder">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5477348" y="2717104"/>
            <a:ext cx="5547072" cy="764799"/>
          </a:xfrm>
        </p:spPr>
        <p:txBody>
          <a:bodyPr anchor="ctr">
            <a:normAutofit/>
          </a:bodyPr>
          <a:lstStyle>
            <a:lvl1pPr marL="0" indent="0" algn="l">
              <a:lnSpc>
                <a:spcPct val="70000"/>
              </a:lnSpc>
              <a:buNone/>
              <a:defRPr sz="3000">
                <a:solidFill>
                  <a:schemeClr val="bg2"/>
                </a:solidFill>
                <a:latin typeface="+mj-lt"/>
              </a:defRPr>
            </a:lvl1pPr>
          </a:lstStyle>
          <a:p>
            <a:pPr lvl="0"/>
            <a:r>
              <a:rPr lang="en-US" dirty="0"/>
              <a:t>Subhead</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5475583" y="3492374"/>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1904003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Slide 4">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5372" y="277803"/>
            <a:ext cx="516232" cy="745668"/>
          </a:xfrm>
          <a:prstGeom prst="rect">
            <a:avLst/>
          </a:prstGeom>
        </p:spPr>
      </p:pic>
      <p:sp>
        <p:nvSpPr>
          <p:cNvPr id="3" name="Title 1">
            <a:extLst>
              <a:ext uri="{FF2B5EF4-FFF2-40B4-BE49-F238E27FC236}">
                <a16:creationId xmlns:a16="http://schemas.microsoft.com/office/drawing/2014/main" id="{3C361099-F3C8-7FD3-FE7D-BDB8984BD628}"/>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dirty="0"/>
              <a:t>Slide Title</a:t>
            </a:r>
          </a:p>
        </p:txBody>
      </p:sp>
      <p:sp>
        <p:nvSpPr>
          <p:cNvPr id="18" name="Subheading">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652463" y="2717104"/>
            <a:ext cx="5547072" cy="764799"/>
          </a:xfrm>
        </p:spPr>
        <p:txBody>
          <a:bodyPr anchor="ctr">
            <a:normAutofit/>
          </a:bodyPr>
          <a:lstStyle>
            <a:lvl1pPr marL="0" indent="0" algn="l">
              <a:lnSpc>
                <a:spcPct val="70000"/>
              </a:lnSpc>
              <a:buNone/>
              <a:defRPr sz="3000">
                <a:solidFill>
                  <a:schemeClr val="tx2"/>
                </a:solidFill>
                <a:latin typeface="+mj-lt"/>
              </a:defRPr>
            </a:lvl1pPr>
          </a:lstStyle>
          <a:p>
            <a:pPr lvl="0"/>
            <a:r>
              <a:rPr lang="en-US" dirty="0"/>
              <a:t>Subhead</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650698" y="3492374"/>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6" name="Picture Placeholder">
            <a:extLst>
              <a:ext uri="{FF2B5EF4-FFF2-40B4-BE49-F238E27FC236}">
                <a16:creationId xmlns:a16="http://schemas.microsoft.com/office/drawing/2014/main" id="{5902D87F-A357-6B12-50D8-55555AA9D9D4}"/>
              </a:ext>
            </a:extLst>
          </p:cNvPr>
          <p:cNvSpPr>
            <a:spLocks noGrp="1"/>
          </p:cNvSpPr>
          <p:nvPr>
            <p:ph type="pic" sz="quarter" idx="24"/>
          </p:nvPr>
        </p:nvSpPr>
        <p:spPr>
          <a:xfrm>
            <a:off x="6283968" y="1786687"/>
            <a:ext cx="4738687" cy="4322200"/>
          </a:xfrm>
          <a:solidFill>
            <a:schemeClr val="bg1">
              <a:lumMod val="75000"/>
            </a:schemeClr>
          </a:solidFill>
        </p:spPr>
        <p:txBody>
          <a:bodyPr/>
          <a:lstStyle>
            <a:lvl1pPr marL="0" indent="0">
              <a:buNone/>
              <a:defRPr/>
            </a:lvl1pPr>
          </a:lstStyle>
          <a:p>
            <a:r>
              <a:rPr lang="en-US"/>
              <a:t>Click icon to add picture</a:t>
            </a:r>
            <a:endParaRPr lang="en-US" dirty="0"/>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25715208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Slide 5">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6" name="Title Placeholder">
            <a:extLst>
              <a:ext uri="{FF2B5EF4-FFF2-40B4-BE49-F238E27FC236}">
                <a16:creationId xmlns:a16="http://schemas.microsoft.com/office/drawing/2014/main" id="{119C3D1A-1767-F64F-CCEA-FD8AB56C8873}"/>
              </a:ext>
            </a:extLst>
          </p:cNvPr>
          <p:cNvSpPr>
            <a:spLocks noGrp="1"/>
          </p:cNvSpPr>
          <p:nvPr>
            <p:ph type="body" sz="quarter" idx="18" hasCustomPrompt="1"/>
          </p:nvPr>
        </p:nvSpPr>
        <p:spPr>
          <a:xfrm>
            <a:off x="654228" y="277803"/>
            <a:ext cx="10370191" cy="1189820"/>
          </a:xfrm>
        </p:spPr>
        <p:txBody>
          <a:bodyPr anchor="ctr" anchorCtr="0">
            <a:normAutofit/>
          </a:bodyPr>
          <a:lstStyle>
            <a:lvl1pPr marL="0" marR="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sz="3200">
                <a:solidFill>
                  <a:schemeClr val="tx2"/>
                </a:solidFill>
                <a:latin typeface="+mj-lt"/>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dirty="0"/>
              <a:t>Slide Title</a:t>
            </a:r>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6" name="Picture Placeholder">
            <a:extLst>
              <a:ext uri="{FF2B5EF4-FFF2-40B4-BE49-F238E27FC236}">
                <a16:creationId xmlns:a16="http://schemas.microsoft.com/office/drawing/2014/main" id="{5902D87F-A357-6B12-50D8-55555AA9D9D4}"/>
              </a:ext>
            </a:extLst>
          </p:cNvPr>
          <p:cNvSpPr>
            <a:spLocks noGrp="1"/>
          </p:cNvSpPr>
          <p:nvPr>
            <p:ph type="pic" sz="quarter" idx="24"/>
          </p:nvPr>
        </p:nvSpPr>
        <p:spPr>
          <a:xfrm>
            <a:off x="650698" y="1578560"/>
            <a:ext cx="10371957" cy="3875254"/>
          </a:xfrm>
          <a:solidFill>
            <a:schemeClr val="bg1">
              <a:lumMod val="75000"/>
            </a:schemeClr>
          </a:solidFill>
        </p:spPr>
        <p:txBody>
          <a:bodyPr/>
          <a:lstStyle>
            <a:lvl1pPr marL="0" indent="0">
              <a:buNone/>
              <a:defRPr/>
            </a:lvl1pPr>
          </a:lstStyle>
          <a:p>
            <a:r>
              <a:rPr lang="en-US"/>
              <a:t>Click icon to add picture</a:t>
            </a:r>
            <a:endParaRPr lang="en-US" dirty="0"/>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654689" y="5590340"/>
            <a:ext cx="10367965" cy="612588"/>
          </a:xfrm>
        </p:spPr>
        <p:txBody>
          <a:bodyPr>
            <a:normAutofit/>
          </a:bodyPr>
          <a:lstStyle>
            <a:lvl1pPr marL="0" indent="0">
              <a:buNone/>
              <a:defRPr sz="2000">
                <a:solidFill>
                  <a:schemeClr val="tx2"/>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4053895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Slide 6">
    <p:spTree>
      <p:nvGrpSpPr>
        <p:cNvPr id="1" name=""/>
        <p:cNvGrpSpPr/>
        <p:nvPr/>
      </p:nvGrpSpPr>
      <p:grpSpPr>
        <a:xfrm>
          <a:off x="0" y="0"/>
          <a:ext cx="0" cy="0"/>
          <a:chOff x="0" y="0"/>
          <a:chExt cx="0" cy="0"/>
        </a:xfrm>
      </p:grpSpPr>
      <p:sp>
        <p:nvSpPr>
          <p:cNvPr id="13" name="Title Placeholder">
            <a:extLst>
              <a:ext uri="{FF2B5EF4-FFF2-40B4-BE49-F238E27FC236}">
                <a16:creationId xmlns:a16="http://schemas.microsoft.com/office/drawing/2014/main" id="{7D02BED8-DBC4-0252-E92E-234AE9D9F15C}"/>
              </a:ext>
            </a:extLst>
          </p:cNvPr>
          <p:cNvSpPr>
            <a:spLocks noGrp="1"/>
          </p:cNvSpPr>
          <p:nvPr>
            <p:ph type="body" sz="quarter" idx="19" hasCustomPrompt="1"/>
          </p:nvPr>
        </p:nvSpPr>
        <p:spPr>
          <a:xfrm>
            <a:off x="7679104" y="2391179"/>
            <a:ext cx="4187900" cy="764799"/>
          </a:xfrm>
        </p:spPr>
        <p:txBody>
          <a:bodyPr anchor="ctr">
            <a:normAutofit/>
          </a:bodyPr>
          <a:lstStyle>
            <a:lvl1pPr marL="0" indent="0" algn="l">
              <a:lnSpc>
                <a:spcPct val="70000"/>
              </a:lnSpc>
              <a:buNone/>
              <a:defRPr sz="3000">
                <a:solidFill>
                  <a:schemeClr val="bg1"/>
                </a:solidFill>
                <a:latin typeface="+mj-lt"/>
              </a:defRPr>
            </a:lvl1pPr>
          </a:lstStyle>
          <a:p>
            <a:pPr lvl="0"/>
            <a:r>
              <a:rPr lang="en-US" dirty="0"/>
              <a:t>Subhead</a:t>
            </a:r>
          </a:p>
        </p:txBody>
      </p:sp>
      <p:sp>
        <p:nvSpPr>
          <p:cNvPr id="15" name="Text Placeholder">
            <a:extLst>
              <a:ext uri="{FF2B5EF4-FFF2-40B4-BE49-F238E27FC236}">
                <a16:creationId xmlns:a16="http://schemas.microsoft.com/office/drawing/2014/main" id="{A877C0E9-AC67-8A06-EFD9-3C48FB86AFCA}"/>
              </a:ext>
            </a:extLst>
          </p:cNvPr>
          <p:cNvSpPr>
            <a:spLocks noGrp="1"/>
          </p:cNvSpPr>
          <p:nvPr>
            <p:ph type="body" sz="quarter" idx="20"/>
          </p:nvPr>
        </p:nvSpPr>
        <p:spPr>
          <a:xfrm>
            <a:off x="7677339" y="3166449"/>
            <a:ext cx="4187900" cy="1267660"/>
          </a:xfrm>
        </p:spPr>
        <p:txBody>
          <a:bodyPr>
            <a:normAutofit/>
          </a:bodyPr>
          <a:lstStyle>
            <a:lvl1pPr marL="0" indent="0">
              <a:buNone/>
              <a:defRPr sz="2000">
                <a:solidFill>
                  <a:schemeClr val="bg1"/>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31778697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Slide 7">
    <p:spTree>
      <p:nvGrpSpPr>
        <p:cNvPr id="1" name=""/>
        <p:cNvGrpSpPr/>
        <p:nvPr/>
      </p:nvGrpSpPr>
      <p:grpSpPr>
        <a:xfrm>
          <a:off x="0" y="0"/>
          <a:ext cx="0" cy="0"/>
          <a:chOff x="0" y="0"/>
          <a:chExt cx="0" cy="0"/>
        </a:xfrm>
      </p:grpSpPr>
      <p:pic>
        <p:nvPicPr>
          <p:cNvPr id="4" name="Block I">
            <a:extLst>
              <a:ext uri="{FF2B5EF4-FFF2-40B4-BE49-F238E27FC236}">
                <a16:creationId xmlns:a16="http://schemas.microsoft.com/office/drawing/2014/main" id="{D5DA79D9-6B40-7F27-6A6B-EA75CB7C61B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11" name="Title Placeholder">
            <a:extLst>
              <a:ext uri="{FF2B5EF4-FFF2-40B4-BE49-F238E27FC236}">
                <a16:creationId xmlns:a16="http://schemas.microsoft.com/office/drawing/2014/main" id="{9FFDD080-4638-6791-3E4F-BA329002E2BF}"/>
              </a:ext>
            </a:extLst>
          </p:cNvPr>
          <p:cNvSpPr>
            <a:spLocks noGrp="1"/>
          </p:cNvSpPr>
          <p:nvPr>
            <p:ph type="body" sz="quarter" idx="19" hasCustomPrompt="1"/>
          </p:nvPr>
        </p:nvSpPr>
        <p:spPr>
          <a:xfrm>
            <a:off x="2248247" y="4070491"/>
            <a:ext cx="7695506" cy="764799"/>
          </a:xfrm>
        </p:spPr>
        <p:txBody>
          <a:bodyPr anchor="ctr">
            <a:normAutofit/>
          </a:bodyPr>
          <a:lstStyle>
            <a:lvl1pPr marL="0" indent="0" algn="ctr">
              <a:lnSpc>
                <a:spcPct val="70000"/>
              </a:lnSpc>
              <a:buNone/>
              <a:defRPr sz="3000">
                <a:solidFill>
                  <a:schemeClr val="bg1"/>
                </a:solidFill>
                <a:latin typeface="+mj-lt"/>
              </a:defRPr>
            </a:lvl1pPr>
          </a:lstStyle>
          <a:p>
            <a:pPr lvl="0"/>
            <a:r>
              <a:rPr lang="en-US" dirty="0"/>
              <a:t>Subhead</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2248247" y="4980067"/>
            <a:ext cx="7695506" cy="612588"/>
          </a:xfrm>
        </p:spPr>
        <p:txBody>
          <a:bodyPr>
            <a:normAutofit/>
          </a:bodyPr>
          <a:lstStyle>
            <a:lvl1pPr marL="0" indent="0" algn="ctr">
              <a:buNone/>
              <a:defRPr sz="2000">
                <a:solidFill>
                  <a:schemeClr val="bg1"/>
                </a:solidFill>
              </a:defRPr>
            </a:lvl1pPr>
          </a:lstStyle>
          <a:p>
            <a:pPr lvl="0"/>
            <a:r>
              <a:rPr lang="en-US"/>
              <a:t>Click to edit Master text styles</a:t>
            </a:r>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30764255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ph Slide 1">
    <p:spTree>
      <p:nvGrpSpPr>
        <p:cNvPr id="1" name=""/>
        <p:cNvGrpSpPr/>
        <p:nvPr/>
      </p:nvGrpSpPr>
      <p:grpSpPr>
        <a:xfrm>
          <a:off x="0" y="0"/>
          <a:ext cx="0" cy="0"/>
          <a:chOff x="0" y="0"/>
          <a:chExt cx="0" cy="0"/>
        </a:xfrm>
      </p:grpSpPr>
      <p:sp>
        <p:nvSpPr>
          <p:cNvPr id="18" name="Title accent">
            <a:extLst>
              <a:ext uri="{FF2B5EF4-FFF2-40B4-BE49-F238E27FC236}">
                <a16:creationId xmlns:a16="http://schemas.microsoft.com/office/drawing/2014/main" id="{EC828380-4544-4F96-B8A5-DCC905DD2955}"/>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9"/>
          </a:xfrm>
          <a:prstGeom prst="rect">
            <a:avLst/>
          </a:prstGeom>
        </p:spPr>
      </p:pic>
      <p:sp>
        <p:nvSpPr>
          <p:cNvPr id="3" name="Title 1">
            <a:extLst>
              <a:ext uri="{FF2B5EF4-FFF2-40B4-BE49-F238E27FC236}">
                <a16:creationId xmlns:a16="http://schemas.microsoft.com/office/drawing/2014/main" id="{BDA352AF-0D0B-CA5B-F6AB-E8E707C2BCFB}"/>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dirty="0"/>
              <a:t>Slide Title</a:t>
            </a:r>
          </a:p>
        </p:txBody>
      </p:sp>
      <p:sp>
        <p:nvSpPr>
          <p:cNvPr id="5" name="Chart Placeholder">
            <a:extLst>
              <a:ext uri="{FF2B5EF4-FFF2-40B4-BE49-F238E27FC236}">
                <a16:creationId xmlns:a16="http://schemas.microsoft.com/office/drawing/2014/main" id="{A294C2DE-00CB-57AC-36E4-F1BD262706DC}"/>
              </a:ext>
            </a:extLst>
          </p:cNvPr>
          <p:cNvSpPr>
            <a:spLocks noGrp="1"/>
          </p:cNvSpPr>
          <p:nvPr>
            <p:ph type="chart" sz="quarter" idx="19"/>
          </p:nvPr>
        </p:nvSpPr>
        <p:spPr>
          <a:xfrm>
            <a:off x="1430338" y="1747838"/>
            <a:ext cx="9134475" cy="4360862"/>
          </a:xfrm>
        </p:spPr>
        <p:txBody>
          <a:bodyPr/>
          <a:lstStyle/>
          <a:p>
            <a:r>
              <a:rPr lang="en-US"/>
              <a:t>Click icon to add chart</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epartment/unit placeholder">
            <a:extLst>
              <a:ext uri="{FF2B5EF4-FFF2-40B4-BE49-F238E27FC236}">
                <a16:creationId xmlns:a16="http://schemas.microsoft.com/office/drawing/2014/main" id="{D04B6268-443E-C233-94CE-19E2240CBFFD}"/>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4" name="Slide Number Placeholder 3">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9629472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9AC6FB-79B2-8934-E612-EC987EF3231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85"/>
            <a:ext cx="12192000" cy="6854430"/>
          </a:xfrm>
          <a:prstGeom prst="rect">
            <a:avLst/>
          </a:prstGeom>
        </p:spPr>
      </p:pic>
      <p:sp>
        <p:nvSpPr>
          <p:cNvPr id="17" name="Title Placeholder">
            <a:extLst>
              <a:ext uri="{FF2B5EF4-FFF2-40B4-BE49-F238E27FC236}">
                <a16:creationId xmlns:a16="http://schemas.microsoft.com/office/drawing/2014/main" id="{9E07F9AC-4E7E-9623-9170-90BDADFA2A74}"/>
              </a:ext>
            </a:extLst>
          </p:cNvPr>
          <p:cNvSpPr>
            <a:spLocks noGrp="1"/>
          </p:cNvSpPr>
          <p:nvPr>
            <p:ph type="title" hasCustomPrompt="1"/>
          </p:nvPr>
        </p:nvSpPr>
        <p:spPr>
          <a:xfrm>
            <a:off x="1610698" y="823864"/>
            <a:ext cx="8981220" cy="1107047"/>
          </a:xfrm>
        </p:spPr>
        <p:txBody>
          <a:bodyPr>
            <a:normAutofit/>
          </a:bodyPr>
          <a:lstStyle>
            <a:lvl1pPr algn="ctr">
              <a:defRPr sz="6000">
                <a:solidFill>
                  <a:schemeClr val="bg1"/>
                </a:solidFill>
              </a:defRPr>
            </a:lvl1pPr>
          </a:lstStyle>
          <a:p>
            <a:r>
              <a:rPr lang="en-US" dirty="0"/>
              <a:t>Thank You</a:t>
            </a:r>
          </a:p>
        </p:txBody>
      </p:sp>
      <p:sp>
        <p:nvSpPr>
          <p:cNvPr id="12" name="Title Underscore">
            <a:extLst>
              <a:ext uri="{FF2B5EF4-FFF2-40B4-BE49-F238E27FC236}">
                <a16:creationId xmlns:a16="http://schemas.microsoft.com/office/drawing/2014/main" id="{58F4D01E-94DA-4F0B-8E13-618D11B2DCE2}"/>
              </a:ext>
              <a:ext uri="{C183D7F6-B498-43B3-948B-1728B52AA6E4}">
                <adec:decorative xmlns:adec="http://schemas.microsoft.com/office/drawing/2017/decorative" val="1"/>
              </a:ext>
            </a:extLst>
          </p:cNvPr>
          <p:cNvSpPr/>
          <p:nvPr userDrawn="1"/>
        </p:nvSpPr>
        <p:spPr>
          <a:xfrm>
            <a:off x="5455664" y="1930911"/>
            <a:ext cx="1275549" cy="141956"/>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5" name="Block I">
            <a:extLst>
              <a:ext uri="{FF2B5EF4-FFF2-40B4-BE49-F238E27FC236}">
                <a16:creationId xmlns:a16="http://schemas.microsoft.com/office/drawing/2014/main" id="{2ECD6B36-AE20-6B2C-70DA-90541397C67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19" name="Text Placeholder 1">
            <a:extLst>
              <a:ext uri="{FF2B5EF4-FFF2-40B4-BE49-F238E27FC236}">
                <a16:creationId xmlns:a16="http://schemas.microsoft.com/office/drawing/2014/main" id="{645B5409-DDAC-5BBA-E785-37F723B5630A}"/>
              </a:ext>
            </a:extLst>
          </p:cNvPr>
          <p:cNvSpPr>
            <a:spLocks noGrp="1"/>
          </p:cNvSpPr>
          <p:nvPr>
            <p:ph type="body" sz="quarter" idx="19" hasCustomPrompt="1"/>
          </p:nvPr>
        </p:nvSpPr>
        <p:spPr>
          <a:xfrm>
            <a:off x="1610697" y="2328261"/>
            <a:ext cx="8981219" cy="2201477"/>
          </a:xfrm>
        </p:spPr>
        <p:txBody>
          <a:bodyPr anchor="ctr">
            <a:noAutofit/>
          </a:bodyPr>
          <a:lstStyle>
            <a:lvl1pPr marL="0" indent="0" algn="ctr">
              <a:lnSpc>
                <a:spcPct val="150000"/>
              </a:lnSpc>
              <a:buNone/>
              <a:defRPr sz="3200">
                <a:solidFill>
                  <a:schemeClr val="bg1"/>
                </a:solidFill>
                <a:latin typeface="+mj-lt"/>
              </a:defRPr>
            </a:lvl1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Questions/Contact/Information</a:t>
            </a:r>
          </a:p>
        </p:txBody>
      </p:sp>
      <p:sp>
        <p:nvSpPr>
          <p:cNvPr id="21" name="Text Placeholder 2">
            <a:extLst>
              <a:ext uri="{FF2B5EF4-FFF2-40B4-BE49-F238E27FC236}">
                <a16:creationId xmlns:a16="http://schemas.microsoft.com/office/drawing/2014/main" id="{2982A2E9-6729-F459-2EB4-38593EB1846E}"/>
              </a:ext>
            </a:extLst>
          </p:cNvPr>
          <p:cNvSpPr>
            <a:spLocks noGrp="1"/>
          </p:cNvSpPr>
          <p:nvPr>
            <p:ph type="body" sz="quarter" idx="20"/>
          </p:nvPr>
        </p:nvSpPr>
        <p:spPr>
          <a:xfrm>
            <a:off x="1610697" y="4952165"/>
            <a:ext cx="8981219" cy="796785"/>
          </a:xfrm>
        </p:spPr>
        <p:txBody>
          <a:bodyPr>
            <a:normAutofit/>
          </a:bodyPr>
          <a:lstStyle>
            <a:lvl1pPr marL="0" indent="0" algn="ctr">
              <a:buNone/>
              <a:defRPr sz="2000">
                <a:solidFill>
                  <a:schemeClr val="bg1"/>
                </a:solidFill>
              </a:defRPr>
            </a:lvl1pPr>
          </a:lstStyle>
          <a:p>
            <a:pPr lvl="0"/>
            <a:r>
              <a:rPr lang="en-US"/>
              <a:t>Click to edit Master text styles</a:t>
            </a:r>
          </a:p>
        </p:txBody>
      </p:sp>
      <p:sp>
        <p:nvSpPr>
          <p:cNvPr id="13" name="Department/Unit name Placeholder">
            <a:extLst>
              <a:ext uri="{FF2B5EF4-FFF2-40B4-BE49-F238E27FC236}">
                <a16:creationId xmlns:a16="http://schemas.microsoft.com/office/drawing/2014/main" id="{EC420C19-0C40-EAE2-AA9D-5101B4FF164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6" name="Slide Number Placeholder">
            <a:extLst>
              <a:ext uri="{FF2B5EF4-FFF2-40B4-BE49-F238E27FC236}">
                <a16:creationId xmlns:a16="http://schemas.microsoft.com/office/drawing/2014/main" id="{1DAF599E-70A8-5E76-56CB-CA69217C103F}"/>
              </a:ext>
              <a:ext uri="{C183D7F6-B498-43B3-948B-1728B52AA6E4}">
                <adec:decorative xmlns:adec="http://schemas.microsoft.com/office/drawing/2017/decorative" val="1"/>
              </a:ext>
            </a:extLst>
          </p:cNvPr>
          <p:cNvSpPr>
            <a:spLocks noGrp="1"/>
          </p:cNvSpPr>
          <p:nvPr>
            <p:ph type="sldNum" sz="quarter" idx="10"/>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288764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ank You Slid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FF63E5-FDDB-6B44-048F-EF43D6670AE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7" name="Title Placeholder">
            <a:extLst>
              <a:ext uri="{FF2B5EF4-FFF2-40B4-BE49-F238E27FC236}">
                <a16:creationId xmlns:a16="http://schemas.microsoft.com/office/drawing/2014/main" id="{33DE6DDB-A415-6C63-7353-2B6BB41D589A}"/>
              </a:ext>
            </a:extLst>
          </p:cNvPr>
          <p:cNvSpPr>
            <a:spLocks noGrp="1"/>
          </p:cNvSpPr>
          <p:nvPr>
            <p:ph type="title" hasCustomPrompt="1"/>
          </p:nvPr>
        </p:nvSpPr>
        <p:spPr>
          <a:xfrm>
            <a:off x="1610698" y="823864"/>
            <a:ext cx="8981220" cy="1107047"/>
          </a:xfrm>
        </p:spPr>
        <p:txBody>
          <a:bodyPr>
            <a:normAutofit/>
          </a:bodyPr>
          <a:lstStyle>
            <a:lvl1pPr algn="ctr">
              <a:defRPr sz="6000">
                <a:solidFill>
                  <a:schemeClr val="bg1"/>
                </a:solidFill>
              </a:defRPr>
            </a:lvl1pPr>
          </a:lstStyle>
          <a:p>
            <a:r>
              <a:rPr lang="en-US" dirty="0"/>
              <a:t>Thank You</a:t>
            </a:r>
          </a:p>
        </p:txBody>
      </p:sp>
      <p:sp>
        <p:nvSpPr>
          <p:cNvPr id="10" name="Title Underscore">
            <a:extLst>
              <a:ext uri="{FF2B5EF4-FFF2-40B4-BE49-F238E27FC236}">
                <a16:creationId xmlns:a16="http://schemas.microsoft.com/office/drawing/2014/main" id="{EE499929-DC2D-46B3-A28E-229CC329ABAD}"/>
              </a:ext>
              <a:ext uri="{C183D7F6-B498-43B3-948B-1728B52AA6E4}">
                <adec:decorative xmlns:adec="http://schemas.microsoft.com/office/drawing/2017/decorative" val="1"/>
              </a:ext>
            </a:extLst>
          </p:cNvPr>
          <p:cNvSpPr/>
          <p:nvPr userDrawn="1"/>
        </p:nvSpPr>
        <p:spPr>
          <a:xfrm>
            <a:off x="5455664" y="1930911"/>
            <a:ext cx="1275549" cy="141956"/>
          </a:xfrm>
          <a:prstGeom prst="rect">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9" name="Block I">
            <a:extLst>
              <a:ext uri="{FF2B5EF4-FFF2-40B4-BE49-F238E27FC236}">
                <a16:creationId xmlns:a16="http://schemas.microsoft.com/office/drawing/2014/main" id="{E693DE19-AD82-43E4-870B-ABD71ED9EB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98275" y="277804"/>
            <a:ext cx="528575" cy="764797"/>
          </a:xfrm>
          <a:prstGeom prst="rect">
            <a:avLst/>
          </a:prstGeom>
        </p:spPr>
      </p:pic>
      <p:sp>
        <p:nvSpPr>
          <p:cNvPr id="8" name="Text Placeholder 1">
            <a:extLst>
              <a:ext uri="{FF2B5EF4-FFF2-40B4-BE49-F238E27FC236}">
                <a16:creationId xmlns:a16="http://schemas.microsoft.com/office/drawing/2014/main" id="{20D3AEAA-8383-5B38-DD49-CF2D2E42B2FD}"/>
              </a:ext>
            </a:extLst>
          </p:cNvPr>
          <p:cNvSpPr>
            <a:spLocks noGrp="1"/>
          </p:cNvSpPr>
          <p:nvPr>
            <p:ph type="body" sz="quarter" idx="19" hasCustomPrompt="1"/>
          </p:nvPr>
        </p:nvSpPr>
        <p:spPr>
          <a:xfrm>
            <a:off x="1610697" y="2328261"/>
            <a:ext cx="8981219" cy="2201477"/>
          </a:xfrm>
        </p:spPr>
        <p:txBody>
          <a:bodyPr anchor="ctr">
            <a:noAutofit/>
          </a:bodyPr>
          <a:lstStyle>
            <a:lvl1pPr marL="0" indent="0" algn="ctr">
              <a:lnSpc>
                <a:spcPct val="150000"/>
              </a:lnSpc>
              <a:buNone/>
              <a:defRPr sz="3200">
                <a:solidFill>
                  <a:schemeClr val="bg1"/>
                </a:solidFill>
                <a:latin typeface="+mj-lt"/>
              </a:defRPr>
            </a:lvl1pPr>
          </a:lstStyle>
          <a:p>
            <a:pPr lvl="0"/>
            <a:r>
              <a:rPr lang="en-US" dirty="0"/>
              <a:t>Questions/Contact/Information</a:t>
            </a:r>
          </a:p>
        </p:txBody>
      </p:sp>
      <p:sp>
        <p:nvSpPr>
          <p:cNvPr id="11" name="Text Placeholder 2">
            <a:extLst>
              <a:ext uri="{FF2B5EF4-FFF2-40B4-BE49-F238E27FC236}">
                <a16:creationId xmlns:a16="http://schemas.microsoft.com/office/drawing/2014/main" id="{F650F580-D423-6DBC-88B2-B37D4EB87AFE}"/>
              </a:ext>
            </a:extLst>
          </p:cNvPr>
          <p:cNvSpPr>
            <a:spLocks noGrp="1"/>
          </p:cNvSpPr>
          <p:nvPr>
            <p:ph type="body" sz="quarter" idx="20"/>
          </p:nvPr>
        </p:nvSpPr>
        <p:spPr>
          <a:xfrm>
            <a:off x="1610697" y="4952165"/>
            <a:ext cx="8981219" cy="796785"/>
          </a:xfrm>
        </p:spPr>
        <p:txBody>
          <a:bodyPr>
            <a:normAutofit/>
          </a:bodyPr>
          <a:lstStyle>
            <a:lvl1pPr marL="0" indent="0" algn="ctr">
              <a:buNone/>
              <a:defRPr sz="2000">
                <a:solidFill>
                  <a:schemeClr val="bg1"/>
                </a:solidFill>
              </a:defRPr>
            </a:lvl1pPr>
          </a:lstStyle>
          <a:p>
            <a:pPr lvl="0"/>
            <a:r>
              <a:rPr lang="en-US"/>
              <a:t>Click to edit Master text styles</a:t>
            </a:r>
          </a:p>
        </p:txBody>
      </p:sp>
      <p:sp>
        <p:nvSpPr>
          <p:cNvPr id="6" name="Department/Unit name Placeholder">
            <a:extLst>
              <a:ext uri="{FF2B5EF4-FFF2-40B4-BE49-F238E27FC236}">
                <a16:creationId xmlns:a16="http://schemas.microsoft.com/office/drawing/2014/main" id="{D09D9943-0FAE-E4DE-E4FE-0B3F8F5513E0}"/>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dirty="0"/>
              <a:t>DEPARTMENT/UNIT NAME</a:t>
            </a:r>
          </a:p>
        </p:txBody>
      </p:sp>
      <p:sp>
        <p:nvSpPr>
          <p:cNvPr id="2" name="Slide Number Placeholder">
            <a:extLst>
              <a:ext uri="{FF2B5EF4-FFF2-40B4-BE49-F238E27FC236}">
                <a16:creationId xmlns:a16="http://schemas.microsoft.com/office/drawing/2014/main" id="{BC285FAE-FC3C-B139-BFE4-13B46455285B}"/>
              </a:ext>
              <a:ext uri="{C183D7F6-B498-43B3-948B-1728B52AA6E4}">
                <adec:decorative xmlns:adec="http://schemas.microsoft.com/office/drawing/2017/decorative" val="1"/>
              </a:ext>
            </a:extLst>
          </p:cNvPr>
          <p:cNvSpPr>
            <a:spLocks noGrp="1"/>
          </p:cNvSpPr>
          <p:nvPr>
            <p:ph type="sldNum" sz="quarter" idx="10"/>
          </p:nvPr>
        </p:nvSpPr>
        <p:spPr/>
        <p:txBody>
          <a:body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8643200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Art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F629A3-552F-E006-13D5-0CE1F4DDF8A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85"/>
            <a:ext cx="12192000" cy="6854430"/>
          </a:xfrm>
          <a:prstGeom prst="rect">
            <a:avLst/>
          </a:prstGeom>
        </p:spPr>
      </p:pic>
    </p:spTree>
    <p:extLst>
      <p:ext uri="{BB962C8B-B14F-4D97-AF65-F5344CB8AC3E}">
        <p14:creationId xmlns:p14="http://schemas.microsoft.com/office/powerpoint/2010/main" val="20360489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losing Art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460F61-2344-C760-857E-55ED7348C7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Tree>
    <p:extLst>
      <p:ext uri="{BB962C8B-B14F-4D97-AF65-F5344CB8AC3E}">
        <p14:creationId xmlns:p14="http://schemas.microsoft.com/office/powerpoint/2010/main" val="27322106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losing Art 3">
    <p:spTree>
      <p:nvGrpSpPr>
        <p:cNvPr id="1" name=""/>
        <p:cNvGrpSpPr/>
        <p:nvPr/>
      </p:nvGrpSpPr>
      <p:grpSpPr>
        <a:xfrm>
          <a:off x="0" y="0"/>
          <a:ext cx="0" cy="0"/>
          <a:chOff x="0" y="0"/>
          <a:chExt cx="0" cy="0"/>
        </a:xfrm>
      </p:grpSpPr>
      <p:pic>
        <p:nvPicPr>
          <p:cNvPr id="6" name="Background">
            <a:extLst>
              <a:ext uri="{FF2B5EF4-FFF2-40B4-BE49-F238E27FC236}">
                <a16:creationId xmlns:a16="http://schemas.microsoft.com/office/drawing/2014/main" id="{D10096E1-7AA4-3695-82F5-7DAD7028D39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6" y="694"/>
            <a:ext cx="12189533" cy="6856612"/>
          </a:xfrm>
          <a:prstGeom prst="rect">
            <a:avLst/>
          </a:prstGeom>
        </p:spPr>
      </p:pic>
    </p:spTree>
    <p:extLst>
      <p:ext uri="{BB962C8B-B14F-4D97-AF65-F5344CB8AC3E}">
        <p14:creationId xmlns:p14="http://schemas.microsoft.com/office/powerpoint/2010/main" val="30692953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Art 4">
    <p:spTree>
      <p:nvGrpSpPr>
        <p:cNvPr id="1" name=""/>
        <p:cNvGrpSpPr/>
        <p:nvPr/>
      </p:nvGrpSpPr>
      <p:grpSpPr>
        <a:xfrm>
          <a:off x="0" y="0"/>
          <a:ext cx="0" cy="0"/>
          <a:chOff x="0" y="0"/>
          <a:chExt cx="0" cy="0"/>
        </a:xfrm>
      </p:grpSpPr>
      <p:pic>
        <p:nvPicPr>
          <p:cNvPr id="8" name="Background">
            <a:extLst>
              <a:ext uri="{FF2B5EF4-FFF2-40B4-BE49-F238E27FC236}">
                <a16:creationId xmlns:a16="http://schemas.microsoft.com/office/drawing/2014/main" id="{C55AD4A4-2991-D3F6-2545-9BA75BB1478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39" y="3172"/>
            <a:ext cx="12180721" cy="6851656"/>
          </a:xfrm>
          <a:prstGeom prst="rect">
            <a:avLst/>
          </a:prstGeom>
        </p:spPr>
      </p:pic>
    </p:spTree>
    <p:extLst>
      <p:ext uri="{BB962C8B-B14F-4D97-AF65-F5344CB8AC3E}">
        <p14:creationId xmlns:p14="http://schemas.microsoft.com/office/powerpoint/2010/main" val="3270135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E08955-08BB-4699-BDD8-1E3D7EEFD8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5" name="Text Placeholder 4">
            <a:extLst>
              <a:ext uri="{FF2B5EF4-FFF2-40B4-BE49-F238E27FC236}">
                <a16:creationId xmlns:a16="http://schemas.microsoft.com/office/drawing/2014/main" id="{AA3B2E1F-8BE8-6F6E-A1F6-527F51B3D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9">
            <a:extLst>
              <a:ext uri="{FF2B5EF4-FFF2-40B4-BE49-F238E27FC236}">
                <a16:creationId xmlns:a16="http://schemas.microsoft.com/office/drawing/2014/main" id="{EB605B6C-A108-B529-76C2-7C90E4E90D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latin typeface="+mj-lt"/>
              </a:defRPr>
            </a:lvl1p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125784929"/>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50" r:id="rId5"/>
    <p:sldLayoutId id="2147483663" r:id="rId6"/>
    <p:sldLayoutId id="2147483664" r:id="rId7"/>
    <p:sldLayoutId id="2147483665" r:id="rId8"/>
    <p:sldLayoutId id="2147483651" r:id="rId9"/>
    <p:sldLayoutId id="2147483666" r:id="rId10"/>
    <p:sldLayoutId id="2147483681" r:id="rId11"/>
    <p:sldLayoutId id="2147483671" r:id="rId12"/>
    <p:sldLayoutId id="2147483670" r:id="rId13"/>
    <p:sldLayoutId id="2147483652" r:id="rId14"/>
    <p:sldLayoutId id="2147483653" r:id="rId15"/>
    <p:sldLayoutId id="2147483672" r:id="rId16"/>
    <p:sldLayoutId id="2147483673" r:id="rId17"/>
    <p:sldLayoutId id="2147483675" r:id="rId18"/>
    <p:sldLayoutId id="2147483676" r:id="rId19"/>
    <p:sldLayoutId id="2147483677" r:id="rId20"/>
    <p:sldLayoutId id="2147483678" r:id="rId21"/>
    <p:sldLayoutId id="2147483679" r:id="rId22"/>
    <p:sldLayoutId id="2147483680" r:id="rId23"/>
    <p:sldLayoutId id="2147483654" r:id="rId24"/>
    <p:sldLayoutId id="2147483655" r:id="rId25"/>
    <p:sldLayoutId id="2147483656" r:id="rId26"/>
    <p:sldLayoutId id="2147483657" r:id="rId27"/>
    <p:sldLayoutId id="2147483667" r:id="rId28"/>
    <p:sldLayoutId id="2147483668" r:id="rId2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1.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1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1.xml"/><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1.xml"/><Relationship Id="rId5" Type="http://schemas.openxmlformats.org/officeDocument/2006/relationships/image" Target="../media/image37.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1.xml"/><Relationship Id="rId5" Type="http://schemas.openxmlformats.org/officeDocument/2006/relationships/image" Target="../media/image47.png"/><Relationship Id="rId4" Type="http://schemas.openxmlformats.org/officeDocument/2006/relationships/image" Target="../media/image51.png"/></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1.xml"/><Relationship Id="rId5" Type="http://schemas.openxmlformats.org/officeDocument/2006/relationships/image" Target="../media/image55.png"/><Relationship Id="rId4" Type="http://schemas.openxmlformats.org/officeDocument/2006/relationships/image" Target="../media/image59.png"/></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1.xml"/><Relationship Id="rId5" Type="http://schemas.openxmlformats.org/officeDocument/2006/relationships/image" Target="../media/image63.png"/><Relationship Id="rId4" Type="http://schemas.openxmlformats.org/officeDocument/2006/relationships/image" Target="../media/image67.png"/></Relationships>
</file>

<file path=ppt/slides/_rels/slide2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2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1.xml"/><Relationship Id="rId5" Type="http://schemas.openxmlformats.org/officeDocument/2006/relationships/image" Target="../media/image70.png"/><Relationship Id="rId4" Type="http://schemas.openxmlformats.org/officeDocument/2006/relationships/image" Target="../media/image7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1.xml"/><Relationship Id="rId5" Type="http://schemas.openxmlformats.org/officeDocument/2006/relationships/image" Target="../media/image78.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1.xml"/><Relationship Id="rId6" Type="http://schemas.openxmlformats.org/officeDocument/2006/relationships/image" Target="../media/image37.png"/><Relationship Id="rId5" Type="http://schemas.openxmlformats.org/officeDocument/2006/relationships/image" Target="../media/image82.png"/><Relationship Id="rId4" Type="http://schemas.openxmlformats.org/officeDocument/2006/relationships/image" Target="../media/image81.png"/></Relationships>
</file>

<file path=ppt/slides/_rels/slide2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1.xml"/><Relationship Id="rId5" Type="http://schemas.openxmlformats.org/officeDocument/2006/relationships/image" Target="../media/image37.png"/><Relationship Id="rId4" Type="http://schemas.openxmlformats.org/officeDocument/2006/relationships/image" Target="../media/image85.png"/></Relationships>
</file>

<file path=ppt/slides/_rels/slide28.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0.png"/><Relationship Id="rId2" Type="http://schemas.openxmlformats.org/officeDocument/2006/relationships/image" Target="../media/image86.png"/><Relationship Id="rId1" Type="http://schemas.openxmlformats.org/officeDocument/2006/relationships/slideLayout" Target="../slideLayouts/slideLayout11.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92.png"/><Relationship Id="rId7" Type="http://schemas.openxmlformats.org/officeDocument/2006/relationships/image" Target="../media/image95.png"/><Relationship Id="rId2" Type="http://schemas.openxmlformats.org/officeDocument/2006/relationships/image" Target="../media/image91.png"/><Relationship Id="rId1" Type="http://schemas.openxmlformats.org/officeDocument/2006/relationships/slideLayout" Target="../slideLayouts/slideLayout11.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11.xml"/><Relationship Id="rId6" Type="http://schemas.openxmlformats.org/officeDocument/2006/relationships/image" Target="../media/image99.png"/><Relationship Id="rId5" Type="http://schemas.openxmlformats.org/officeDocument/2006/relationships/image" Target="../media/image63.png"/><Relationship Id="rId4" Type="http://schemas.openxmlformats.org/officeDocument/2006/relationships/image" Target="../media/image98.png"/></Relationships>
</file>

<file path=ppt/slides/_rels/slide3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11.xml"/><Relationship Id="rId5" Type="http://schemas.openxmlformats.org/officeDocument/2006/relationships/image" Target="../media/image63.png"/><Relationship Id="rId4" Type="http://schemas.openxmlformats.org/officeDocument/2006/relationships/image" Target="../media/image102.png"/></Relationships>
</file>

<file path=ppt/slides/_rels/slide3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1.xml"/><Relationship Id="rId6" Type="http://schemas.openxmlformats.org/officeDocument/2006/relationships/image" Target="../media/image106.png"/><Relationship Id="rId5" Type="http://schemas.openxmlformats.org/officeDocument/2006/relationships/image" Target="../media/image70.png"/><Relationship Id="rId4" Type="http://schemas.openxmlformats.org/officeDocument/2006/relationships/image" Target="../media/image105.png"/></Relationships>
</file>

<file path=ppt/slides/_rels/slide3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70.png"/><Relationship Id="rId1" Type="http://schemas.openxmlformats.org/officeDocument/2006/relationships/slideLayout" Target="../slideLayouts/slideLayout11.xml"/><Relationship Id="rId5" Type="http://schemas.openxmlformats.org/officeDocument/2006/relationships/image" Target="../media/image109.png"/><Relationship Id="rId4" Type="http://schemas.openxmlformats.org/officeDocument/2006/relationships/image" Target="../media/image108.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98A998-0233-2AD2-51CE-AAF4FE9C4446}"/>
              </a:ext>
            </a:extLst>
          </p:cNvPr>
          <p:cNvSpPr>
            <a:spLocks noGrp="1"/>
          </p:cNvSpPr>
          <p:nvPr>
            <p:ph type="title"/>
          </p:nvPr>
        </p:nvSpPr>
        <p:spPr/>
        <p:txBody>
          <a:bodyPr>
            <a:noAutofit/>
          </a:bodyPr>
          <a:lstStyle/>
          <a:p>
            <a:r>
              <a:rPr lang="en-US" sz="4400" dirty="0"/>
              <a:t>OH FLAME ABSOTPION/EMISSION SPECTROSCOPY</a:t>
            </a:r>
          </a:p>
        </p:txBody>
      </p:sp>
      <p:sp>
        <p:nvSpPr>
          <p:cNvPr id="3" name="Text Placeholder 2">
            <a:extLst>
              <a:ext uri="{FF2B5EF4-FFF2-40B4-BE49-F238E27FC236}">
                <a16:creationId xmlns:a16="http://schemas.microsoft.com/office/drawing/2014/main" id="{9018651D-C1C9-2C2C-5DAE-68D0CF0C0E78}"/>
              </a:ext>
            </a:extLst>
          </p:cNvPr>
          <p:cNvSpPr>
            <a:spLocks noGrp="1"/>
          </p:cNvSpPr>
          <p:nvPr>
            <p:ph type="body" sz="quarter" idx="11"/>
          </p:nvPr>
        </p:nvSpPr>
        <p:spPr/>
        <p:txBody>
          <a:bodyPr>
            <a:normAutofit fontScale="70000" lnSpcReduction="20000"/>
          </a:bodyPr>
          <a:lstStyle/>
          <a:p>
            <a:r>
              <a:rPr lang="en-US" dirty="0"/>
              <a:t>ME498 Engineering Spectroscopy</a:t>
            </a:r>
          </a:p>
          <a:p>
            <a:r>
              <a:rPr lang="en-US" dirty="0"/>
              <a:t>Department of Mechanical Science and Engineering</a:t>
            </a:r>
          </a:p>
        </p:txBody>
      </p:sp>
      <p:sp>
        <p:nvSpPr>
          <p:cNvPr id="6" name="Text Placeholder 5">
            <a:extLst>
              <a:ext uri="{FF2B5EF4-FFF2-40B4-BE49-F238E27FC236}">
                <a16:creationId xmlns:a16="http://schemas.microsoft.com/office/drawing/2014/main" id="{96E6979C-C47D-6827-2CD1-236E4DE28AB0}"/>
              </a:ext>
            </a:extLst>
          </p:cNvPr>
          <p:cNvSpPr>
            <a:spLocks noGrp="1"/>
          </p:cNvSpPr>
          <p:nvPr>
            <p:ph type="body" sz="quarter" idx="12"/>
          </p:nvPr>
        </p:nvSpPr>
        <p:spPr/>
        <p:txBody>
          <a:bodyPr>
            <a:normAutofit fontScale="92500" lnSpcReduction="10000"/>
          </a:bodyPr>
          <a:lstStyle/>
          <a:p>
            <a:r>
              <a:rPr lang="en-US" sz="2400" dirty="0"/>
              <a:t>Arjav Jain</a:t>
            </a:r>
          </a:p>
          <a:p>
            <a:r>
              <a:rPr lang="en-US" sz="2400" dirty="0"/>
              <a:t>Adviser: Professor Nick Glumac</a:t>
            </a:r>
          </a:p>
        </p:txBody>
      </p:sp>
    </p:spTree>
    <p:extLst>
      <p:ext uri="{BB962C8B-B14F-4D97-AF65-F5344CB8AC3E}">
        <p14:creationId xmlns:p14="http://schemas.microsoft.com/office/powerpoint/2010/main" val="1776956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68721-72A1-80DA-6E11-78E260FBDE5B}"/>
              </a:ext>
            </a:extLst>
          </p:cNvPr>
          <p:cNvSpPr>
            <a:spLocks noGrp="1"/>
          </p:cNvSpPr>
          <p:nvPr>
            <p:ph type="title"/>
          </p:nvPr>
        </p:nvSpPr>
        <p:spPr/>
        <p:txBody>
          <a:bodyPr/>
          <a:lstStyle/>
          <a:p>
            <a:r>
              <a:rPr lang="en-US" dirty="0"/>
              <a:t>Introduction</a:t>
            </a:r>
          </a:p>
        </p:txBody>
      </p:sp>
      <p:sp>
        <p:nvSpPr>
          <p:cNvPr id="6" name="Text Placeholder 5">
            <a:extLst>
              <a:ext uri="{FF2B5EF4-FFF2-40B4-BE49-F238E27FC236}">
                <a16:creationId xmlns:a16="http://schemas.microsoft.com/office/drawing/2014/main" id="{BCBC194C-8D94-1602-82F3-0A3DD4BF23DC}"/>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B704873C-F321-B445-EB6C-D6440711F8BB}"/>
              </a:ext>
            </a:extLst>
          </p:cNvPr>
          <p:cNvSpPr>
            <a:spLocks noGrp="1"/>
          </p:cNvSpPr>
          <p:nvPr>
            <p:ph type="sldNum" sz="quarter" idx="11"/>
          </p:nvPr>
        </p:nvSpPr>
        <p:spPr/>
        <p:txBody>
          <a:bodyPr/>
          <a:lstStyle/>
          <a:p>
            <a:fld id="{86134D44-37F0-44A1-8A08-E9432A030C07}" type="slidenum">
              <a:rPr lang="en-US" smtClean="0"/>
              <a:pPr/>
              <a:t>2</a:t>
            </a:fld>
            <a:endParaRPr lang="en-US" dirty="0"/>
          </a:p>
        </p:txBody>
      </p:sp>
    </p:spTree>
    <p:extLst>
      <p:ext uri="{BB962C8B-B14F-4D97-AF65-F5344CB8AC3E}">
        <p14:creationId xmlns:p14="http://schemas.microsoft.com/office/powerpoint/2010/main" val="226234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CB2B4-5D1A-C767-5EF3-065318F9F652}"/>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A017F1C2-48EF-D014-106C-AABAA2D4FAE1}"/>
              </a:ext>
            </a:extLst>
          </p:cNvPr>
          <p:cNvSpPr>
            <a:spLocks noGrp="1"/>
          </p:cNvSpPr>
          <p:nvPr>
            <p:ph type="body" sz="quarter" idx="20"/>
          </p:nvPr>
        </p:nvSpPr>
        <p:spPr>
          <a:xfrm>
            <a:off x="652463" y="1795749"/>
            <a:ext cx="8153400" cy="4120309"/>
          </a:xfrm>
        </p:spPr>
        <p:txBody>
          <a:bodyPr>
            <a:normAutofit/>
          </a:bodyPr>
          <a:lstStyle/>
          <a:p>
            <a:r>
              <a:rPr lang="en-US" dirty="0"/>
              <a:t>Objective: </a:t>
            </a:r>
          </a:p>
          <a:p>
            <a:pPr marL="342900" indent="-342900">
              <a:buFont typeface="Arial" panose="020B0604020202020204" pitchFamily="34" charset="0"/>
              <a:buChar char="•"/>
            </a:pPr>
            <a:r>
              <a:rPr lang="en-US" dirty="0"/>
              <a:t>Using optical spectroscopy to understand the combustion behavior of several everyday fuels, specifically butane, candle wax, sterno gel, hexamine tablets, and propane</a:t>
            </a:r>
            <a:br>
              <a:rPr lang="en-US" dirty="0"/>
            </a:br>
            <a:endParaRPr lang="en-US" dirty="0"/>
          </a:p>
          <a:p>
            <a:pPr marL="342900" indent="-342900">
              <a:buFont typeface="Arial" panose="020B0604020202020204" pitchFamily="34" charset="0"/>
              <a:buChar char="•"/>
            </a:pPr>
            <a:r>
              <a:rPr lang="en-US" dirty="0"/>
              <a:t>To develop a physics-informed spectroscopic framework for characterizing these combustion environments using</a:t>
            </a:r>
          </a:p>
          <a:p>
            <a:pPr marL="1028700" lvl="1" indent="-342900"/>
            <a:r>
              <a:rPr lang="en-US" sz="2000" dirty="0"/>
              <a:t>UV broadband absorption spectroscopy (BAS) and</a:t>
            </a:r>
          </a:p>
          <a:p>
            <a:pPr marL="1028700" lvl="1" indent="-342900"/>
            <a:r>
              <a:rPr lang="en-US" sz="2000" dirty="0"/>
              <a:t>Chemiluminescence emission measurements</a:t>
            </a:r>
            <a:br>
              <a:rPr lang="en-US" sz="2000" dirty="0"/>
            </a:br>
            <a:endParaRPr lang="en-US" sz="2000" dirty="0"/>
          </a:p>
          <a:p>
            <a:pPr marL="342900" indent="-342900">
              <a:buFont typeface="Arial" panose="020B0604020202020204" pitchFamily="34" charset="0"/>
              <a:buChar char="•"/>
            </a:pPr>
            <a:r>
              <a:rPr lang="en-US" dirty="0"/>
              <a:t>OH radical - “God’s gift to the spectroscopist.” Most widely studied diatomic species in reacting systems</a:t>
            </a:r>
          </a:p>
        </p:txBody>
      </p:sp>
      <p:sp>
        <p:nvSpPr>
          <p:cNvPr id="4" name="Text Placeholder 3">
            <a:extLst>
              <a:ext uri="{FF2B5EF4-FFF2-40B4-BE49-F238E27FC236}">
                <a16:creationId xmlns:a16="http://schemas.microsoft.com/office/drawing/2014/main" id="{8062AE83-C2AE-D22E-48B4-111DF12B7495}"/>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E0EE52E0-AE12-4FD7-B34E-FBC472CD6468}"/>
              </a:ext>
            </a:extLst>
          </p:cNvPr>
          <p:cNvSpPr>
            <a:spLocks noGrp="1"/>
          </p:cNvSpPr>
          <p:nvPr>
            <p:ph type="sldNum" sz="quarter" idx="17"/>
          </p:nvPr>
        </p:nvSpPr>
        <p:spPr/>
        <p:txBody>
          <a:bodyPr/>
          <a:lstStyle/>
          <a:p>
            <a:fld id="{86134D44-37F0-44A1-8A08-E9432A030C07}" type="slidenum">
              <a:rPr lang="en-US" smtClean="0"/>
              <a:pPr/>
              <a:t>3</a:t>
            </a:fld>
            <a:endParaRPr lang="en-US" dirty="0"/>
          </a:p>
        </p:txBody>
      </p:sp>
      <p:pic>
        <p:nvPicPr>
          <p:cNvPr id="6" name="Picture 5" descr="A close up of a blue flame&#10;&#10;AI-generated content may be incorrect.">
            <a:extLst>
              <a:ext uri="{FF2B5EF4-FFF2-40B4-BE49-F238E27FC236}">
                <a16:creationId xmlns:a16="http://schemas.microsoft.com/office/drawing/2014/main" id="{689D0E3D-BCD8-21C4-30E5-9CACD0AFCD0F}"/>
              </a:ext>
            </a:extLst>
          </p:cNvPr>
          <p:cNvPicPr>
            <a:picLocks noChangeAspect="1"/>
          </p:cNvPicPr>
          <p:nvPr/>
        </p:nvPicPr>
        <p:blipFill rotWithShape="1">
          <a:blip r:embed="rId2"/>
          <a:srcRect l="1022" r="80442" b="11997"/>
          <a:stretch>
            <a:fillRect/>
          </a:stretch>
        </p:blipFill>
        <p:spPr bwMode="auto">
          <a:xfrm>
            <a:off x="10236523" y="2279722"/>
            <a:ext cx="786130" cy="1371600"/>
          </a:xfrm>
          <a:prstGeom prst="rect">
            <a:avLst/>
          </a:prstGeom>
          <a:ln>
            <a:noFill/>
          </a:ln>
          <a:extLst>
            <a:ext uri="{53640926-AAD7-44D8-BBD7-CCE9431645EC}">
              <a14:shadowObscured xmlns:a14="http://schemas.microsoft.com/office/drawing/2010/main"/>
            </a:ext>
          </a:extLst>
        </p:spPr>
      </p:pic>
      <p:pic>
        <p:nvPicPr>
          <p:cNvPr id="7" name="Picture 6" descr="A close up of a blue flame&#10;&#10;AI-generated content may be incorrect.">
            <a:extLst>
              <a:ext uri="{FF2B5EF4-FFF2-40B4-BE49-F238E27FC236}">
                <a16:creationId xmlns:a16="http://schemas.microsoft.com/office/drawing/2014/main" id="{689D0E3D-BCD8-21C4-30E5-9CACD0AFCD0F}"/>
              </a:ext>
            </a:extLst>
          </p:cNvPr>
          <p:cNvPicPr>
            <a:picLocks noChangeAspect="1"/>
          </p:cNvPicPr>
          <p:nvPr/>
        </p:nvPicPr>
        <p:blipFill rotWithShape="1">
          <a:blip r:embed="rId2"/>
          <a:srcRect l="20068" t="2316" r="58837" b="12459"/>
          <a:stretch>
            <a:fillRect/>
          </a:stretch>
        </p:blipFill>
        <p:spPr bwMode="auto">
          <a:xfrm>
            <a:off x="11022653" y="2279722"/>
            <a:ext cx="923925" cy="1371600"/>
          </a:xfrm>
          <a:prstGeom prst="rect">
            <a:avLst/>
          </a:prstGeom>
          <a:ln>
            <a:noFill/>
          </a:ln>
          <a:extLst>
            <a:ext uri="{53640926-AAD7-44D8-BBD7-CCE9431645EC}">
              <a14:shadowObscured xmlns:a14="http://schemas.microsoft.com/office/drawing/2010/main"/>
            </a:ext>
          </a:extLst>
        </p:spPr>
      </p:pic>
      <p:pic>
        <p:nvPicPr>
          <p:cNvPr id="8" name="Picture 7" descr="A close up of a blue flame&#10;&#10;AI-generated content may be incorrect.">
            <a:extLst>
              <a:ext uri="{FF2B5EF4-FFF2-40B4-BE49-F238E27FC236}">
                <a16:creationId xmlns:a16="http://schemas.microsoft.com/office/drawing/2014/main" id="{689D0E3D-BCD8-21C4-30E5-9CACD0AFCD0F}"/>
              </a:ext>
            </a:extLst>
          </p:cNvPr>
          <p:cNvPicPr>
            <a:picLocks noChangeAspect="1"/>
          </p:cNvPicPr>
          <p:nvPr/>
        </p:nvPicPr>
        <p:blipFill rotWithShape="1">
          <a:blip r:embed="rId2"/>
          <a:srcRect l="42011" t="1389" r="27551" b="13376"/>
          <a:stretch>
            <a:fillRect/>
          </a:stretch>
        </p:blipFill>
        <p:spPr bwMode="auto">
          <a:xfrm>
            <a:off x="8903517" y="2279722"/>
            <a:ext cx="1333500" cy="1371600"/>
          </a:xfrm>
          <a:prstGeom prst="rect">
            <a:avLst/>
          </a:prstGeom>
          <a:ln>
            <a:noFill/>
          </a:ln>
          <a:extLst>
            <a:ext uri="{53640926-AAD7-44D8-BBD7-CCE9431645EC}">
              <a14:shadowObscured xmlns:a14="http://schemas.microsoft.com/office/drawing/2010/main"/>
            </a:ext>
          </a:extLst>
        </p:spPr>
      </p:pic>
      <p:pic>
        <p:nvPicPr>
          <p:cNvPr id="9" name="Picture 8" descr="A close up of a blue flame&#10;&#10;AI-generated content may be incorrect.">
            <a:extLst>
              <a:ext uri="{FF2B5EF4-FFF2-40B4-BE49-F238E27FC236}">
                <a16:creationId xmlns:a16="http://schemas.microsoft.com/office/drawing/2014/main" id="{689D0E3D-BCD8-21C4-30E5-9CACD0AFCD0F}"/>
              </a:ext>
            </a:extLst>
          </p:cNvPr>
          <p:cNvPicPr>
            <a:picLocks noChangeAspect="1"/>
          </p:cNvPicPr>
          <p:nvPr/>
        </p:nvPicPr>
        <p:blipFill rotWithShape="1">
          <a:blip r:embed="rId2"/>
          <a:srcRect l="73980" t="2315" r="1013" b="15238"/>
          <a:stretch>
            <a:fillRect/>
          </a:stretch>
        </p:blipFill>
        <p:spPr bwMode="auto">
          <a:xfrm>
            <a:off x="9252783" y="3651322"/>
            <a:ext cx="1132205" cy="1371600"/>
          </a:xfrm>
          <a:prstGeom prst="rect">
            <a:avLst/>
          </a:prstGeom>
          <a:ln>
            <a:noFill/>
          </a:ln>
          <a:extLst>
            <a:ext uri="{53640926-AAD7-44D8-BBD7-CCE9431645EC}">
              <a14:shadowObscured xmlns:a14="http://schemas.microsoft.com/office/drawing/2010/main"/>
            </a:ext>
          </a:extLst>
        </p:spPr>
      </p:pic>
      <p:pic>
        <p:nvPicPr>
          <p:cNvPr id="10" name="Picture 9" descr="Why Does A Propane Flame Burn Blue? | Blue Flame">
            <a:extLst>
              <a:ext uri="{FF2B5EF4-FFF2-40B4-BE49-F238E27FC236}">
                <a16:creationId xmlns:a16="http://schemas.microsoft.com/office/drawing/2014/main" id="{99A335D1-F99C-DF9C-C018-64F6FB0A14B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84988" y="3651322"/>
            <a:ext cx="1289050" cy="1371600"/>
          </a:xfrm>
          <a:prstGeom prst="rect">
            <a:avLst/>
          </a:prstGeom>
          <a:noFill/>
          <a:ln>
            <a:noFill/>
          </a:ln>
        </p:spPr>
      </p:pic>
      <p:pic>
        <p:nvPicPr>
          <p:cNvPr id="12" name="Picture 11" descr="A diagram of a flame and a monochromatic flame&#10;&#10;AI-generated content may be incorrect.">
            <a:extLst>
              <a:ext uri="{FF2B5EF4-FFF2-40B4-BE49-F238E27FC236}">
                <a16:creationId xmlns:a16="http://schemas.microsoft.com/office/drawing/2014/main" id="{FC9FE474-8029-2C56-20B5-D64D7E0095CD}"/>
              </a:ext>
            </a:extLst>
          </p:cNvPr>
          <p:cNvPicPr>
            <a:picLocks noChangeAspect="1"/>
          </p:cNvPicPr>
          <p:nvPr/>
        </p:nvPicPr>
        <p:blipFill>
          <a:blip r:embed="rId4"/>
          <a:stretch>
            <a:fillRect/>
          </a:stretch>
        </p:blipFill>
        <p:spPr>
          <a:xfrm>
            <a:off x="9256420" y="5022922"/>
            <a:ext cx="2417618" cy="1042518"/>
          </a:xfrm>
          <a:prstGeom prst="rect">
            <a:avLst/>
          </a:prstGeom>
        </p:spPr>
      </p:pic>
    </p:spTree>
    <p:extLst>
      <p:ext uri="{BB962C8B-B14F-4D97-AF65-F5344CB8AC3E}">
        <p14:creationId xmlns:p14="http://schemas.microsoft.com/office/powerpoint/2010/main" val="3736776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80C83-12DF-726B-FE49-FEB9F647B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07590E-78D9-1E88-531A-F129AB6364DF}"/>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80A5D06C-11C6-9388-CC3B-ABC5DB9E392F}"/>
              </a:ext>
            </a:extLst>
          </p:cNvPr>
          <p:cNvSpPr>
            <a:spLocks noGrp="1"/>
          </p:cNvSpPr>
          <p:nvPr>
            <p:ph type="body" sz="quarter" idx="20"/>
          </p:nvPr>
        </p:nvSpPr>
        <p:spPr>
          <a:xfrm>
            <a:off x="652463" y="1795749"/>
            <a:ext cx="8153400" cy="4120309"/>
          </a:xfrm>
        </p:spPr>
        <p:txBody>
          <a:bodyPr>
            <a:normAutofit/>
          </a:bodyPr>
          <a:lstStyle/>
          <a:p>
            <a:pPr marL="342900" indent="-342900">
              <a:buFont typeface="Arial" panose="020B0604020202020204" pitchFamily="34" charset="0"/>
              <a:buChar char="•"/>
            </a:pPr>
            <a:r>
              <a:rPr lang="en-US" dirty="0"/>
              <a:t>UV BAS has low detection limits mainly due to strong absorption by electronic transitions in UV range by OH</a:t>
            </a:r>
            <a:br>
              <a:rPr lang="en-US" dirty="0"/>
            </a:br>
            <a:endParaRPr lang="en-US" dirty="0"/>
          </a:p>
          <a:p>
            <a:pPr marL="342900" indent="-342900">
              <a:buFont typeface="Arial" panose="020B0604020202020204" pitchFamily="34" charset="0"/>
              <a:buChar char="•"/>
            </a:pPr>
            <a:r>
              <a:rPr lang="en-US" dirty="0"/>
              <a:t>OH UV transitions have very large line-strengths, more than two orders of magnitude larger than their IR transitions</a:t>
            </a:r>
            <a:br>
              <a:rPr lang="en-US" dirty="0"/>
            </a:br>
            <a:endParaRPr lang="en-US" dirty="0"/>
          </a:p>
          <a:p>
            <a:pPr marL="342900" indent="-342900">
              <a:buFont typeface="Arial" panose="020B0604020202020204" pitchFamily="34" charset="0"/>
              <a:buChar char="•"/>
            </a:pPr>
            <a:r>
              <a:rPr lang="en-US" dirty="0"/>
              <a:t>Thus, the UV OH transitions can be used to detect low OH concentrations and provide high-SNR absorbance measurements for thermometry</a:t>
            </a:r>
            <a:br>
              <a:rPr lang="en-US" dirty="0"/>
            </a:br>
            <a:endParaRPr lang="en-US" dirty="0"/>
          </a:p>
          <a:p>
            <a:pPr marL="342900" indent="-342900">
              <a:buFont typeface="Arial" panose="020B0604020202020204" pitchFamily="34" charset="0"/>
              <a:buChar char="•"/>
            </a:pPr>
            <a:r>
              <a:rPr lang="en-US" dirty="0"/>
              <a:t> UV transitions do not experience interference from other spectra</a:t>
            </a:r>
          </a:p>
        </p:txBody>
      </p:sp>
      <p:sp>
        <p:nvSpPr>
          <p:cNvPr id="4" name="Text Placeholder 3">
            <a:extLst>
              <a:ext uri="{FF2B5EF4-FFF2-40B4-BE49-F238E27FC236}">
                <a16:creationId xmlns:a16="http://schemas.microsoft.com/office/drawing/2014/main" id="{1A9B20AB-EDC2-D152-410C-3BF55B99C88D}"/>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C57FE708-4BBE-12F1-A44D-6F723209BD70}"/>
              </a:ext>
            </a:extLst>
          </p:cNvPr>
          <p:cNvSpPr>
            <a:spLocks noGrp="1"/>
          </p:cNvSpPr>
          <p:nvPr>
            <p:ph type="sldNum" sz="quarter" idx="17"/>
          </p:nvPr>
        </p:nvSpPr>
        <p:spPr/>
        <p:txBody>
          <a:bodyPr/>
          <a:lstStyle/>
          <a:p>
            <a:fld id="{86134D44-37F0-44A1-8A08-E9432A030C07}" type="slidenum">
              <a:rPr lang="en-US" smtClean="0"/>
              <a:pPr/>
              <a:t>4</a:t>
            </a:fld>
            <a:endParaRPr lang="en-US" dirty="0"/>
          </a:p>
        </p:txBody>
      </p:sp>
      <p:pic>
        <p:nvPicPr>
          <p:cNvPr id="13" name="Picture 12" descr="A graph of different colored lines&#10;&#10;AI-generated content may be incorrect.">
            <a:extLst>
              <a:ext uri="{FF2B5EF4-FFF2-40B4-BE49-F238E27FC236}">
                <a16:creationId xmlns:a16="http://schemas.microsoft.com/office/drawing/2014/main" id="{40D06F46-9B5C-6837-A444-B7A5A6AEFF4C}"/>
              </a:ext>
            </a:extLst>
          </p:cNvPr>
          <p:cNvPicPr>
            <a:picLocks noChangeAspect="1"/>
          </p:cNvPicPr>
          <p:nvPr/>
        </p:nvPicPr>
        <p:blipFill>
          <a:blip r:embed="rId2"/>
          <a:stretch>
            <a:fillRect/>
          </a:stretch>
        </p:blipFill>
        <p:spPr>
          <a:xfrm>
            <a:off x="8940872" y="2245203"/>
            <a:ext cx="3135797" cy="2640974"/>
          </a:xfrm>
          <a:prstGeom prst="rect">
            <a:avLst/>
          </a:prstGeom>
        </p:spPr>
      </p:pic>
      <p:sp>
        <p:nvSpPr>
          <p:cNvPr id="14" name="Rectangle 13">
            <a:extLst>
              <a:ext uri="{FF2B5EF4-FFF2-40B4-BE49-F238E27FC236}">
                <a16:creationId xmlns:a16="http://schemas.microsoft.com/office/drawing/2014/main" id="{83C4AE2B-F066-10C7-7800-7F1E174273C7}"/>
              </a:ext>
            </a:extLst>
          </p:cNvPr>
          <p:cNvSpPr/>
          <p:nvPr/>
        </p:nvSpPr>
        <p:spPr>
          <a:xfrm>
            <a:off x="9770076" y="2166611"/>
            <a:ext cx="387178" cy="2719566"/>
          </a:xfrm>
          <a:prstGeom prst="rect">
            <a:avLst/>
          </a:prstGeom>
          <a:solidFill>
            <a:srgbClr val="FF5F05">
              <a:alpha val="25098"/>
            </a:srgbClr>
          </a:solidFill>
          <a:ln>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371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E4854-855D-9A8D-32F8-E35A1722C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3A287-AEAE-8598-8536-6F74949CACEA}"/>
              </a:ext>
            </a:extLst>
          </p:cNvPr>
          <p:cNvSpPr>
            <a:spLocks noGrp="1"/>
          </p:cNvSpPr>
          <p:nvPr>
            <p:ph type="title"/>
          </p:nvPr>
        </p:nvSpPr>
        <p:spPr/>
        <p:txBody>
          <a:bodyPr/>
          <a:lstStyle/>
          <a:p>
            <a:r>
              <a:rPr lang="en-US" dirty="0"/>
              <a:t>Literature Review</a:t>
            </a:r>
          </a:p>
        </p:txBody>
      </p:sp>
      <p:sp>
        <p:nvSpPr>
          <p:cNvPr id="8" name="Text Placeholder 7">
            <a:extLst>
              <a:ext uri="{FF2B5EF4-FFF2-40B4-BE49-F238E27FC236}">
                <a16:creationId xmlns:a16="http://schemas.microsoft.com/office/drawing/2014/main" id="{376D382F-AAF9-D4DA-1DC7-C7FCDA226782}"/>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0D147321-483D-BF94-1AC5-14D8E69C33B7}"/>
              </a:ext>
            </a:extLst>
          </p:cNvPr>
          <p:cNvSpPr>
            <a:spLocks noGrp="1"/>
          </p:cNvSpPr>
          <p:nvPr>
            <p:ph type="sldNum" sz="quarter" idx="11"/>
          </p:nvPr>
        </p:nvSpPr>
        <p:spPr/>
        <p:txBody>
          <a:bodyPr/>
          <a:lstStyle/>
          <a:p>
            <a:fld id="{86134D44-37F0-44A1-8A08-E9432A030C07}" type="slidenum">
              <a:rPr lang="en-US" smtClean="0"/>
              <a:pPr/>
              <a:t>5</a:t>
            </a:fld>
            <a:endParaRPr lang="en-US" dirty="0"/>
          </a:p>
        </p:txBody>
      </p:sp>
    </p:spTree>
    <p:extLst>
      <p:ext uri="{BB962C8B-B14F-4D97-AF65-F5344CB8AC3E}">
        <p14:creationId xmlns:p14="http://schemas.microsoft.com/office/powerpoint/2010/main" val="2947032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99096-7141-0627-2232-4A460E882F83}"/>
            </a:ext>
          </a:extLst>
        </p:cNvPr>
        <p:cNvGrpSpPr/>
        <p:nvPr/>
      </p:nvGrpSpPr>
      <p:grpSpPr>
        <a:xfrm>
          <a:off x="0" y="0"/>
          <a:ext cx="0" cy="0"/>
          <a:chOff x="0" y="0"/>
          <a:chExt cx="0" cy="0"/>
        </a:xfrm>
      </p:grpSpPr>
      <p:pic>
        <p:nvPicPr>
          <p:cNvPr id="18" name="Picture 17" descr="A graph of a graph of a graph&#10;&#10;AI-generated content may be incorrect.">
            <a:extLst>
              <a:ext uri="{FF2B5EF4-FFF2-40B4-BE49-F238E27FC236}">
                <a16:creationId xmlns:a16="http://schemas.microsoft.com/office/drawing/2014/main" id="{DD1E930C-6373-E693-6A87-836F06570BCE}"/>
              </a:ext>
            </a:extLst>
          </p:cNvPr>
          <p:cNvPicPr>
            <a:picLocks noChangeAspect="1"/>
          </p:cNvPicPr>
          <p:nvPr/>
        </p:nvPicPr>
        <p:blipFill>
          <a:blip r:embed="rId2"/>
          <a:stretch>
            <a:fillRect/>
          </a:stretch>
        </p:blipFill>
        <p:spPr>
          <a:xfrm>
            <a:off x="7840956" y="4763776"/>
            <a:ext cx="4314401" cy="1481636"/>
          </a:xfrm>
          <a:prstGeom prst="rect">
            <a:avLst/>
          </a:prstGeom>
        </p:spPr>
      </p:pic>
      <p:sp>
        <p:nvSpPr>
          <p:cNvPr id="2" name="Title 1">
            <a:extLst>
              <a:ext uri="{FF2B5EF4-FFF2-40B4-BE49-F238E27FC236}">
                <a16:creationId xmlns:a16="http://schemas.microsoft.com/office/drawing/2014/main" id="{124DA182-E8C2-97E3-7D02-966A5082CD36}"/>
              </a:ext>
            </a:extLst>
          </p:cNvPr>
          <p:cNvSpPr>
            <a:spLocks noGrp="1"/>
          </p:cNvSpPr>
          <p:nvPr>
            <p:ph type="title"/>
          </p:nvPr>
        </p:nvSpPr>
        <p:spPr/>
        <p:txBody>
          <a:bodyPr/>
          <a:lstStyle/>
          <a:p>
            <a:r>
              <a:rPr lang="en-US" dirty="0"/>
              <a:t>Literature Review</a:t>
            </a:r>
          </a:p>
        </p:txBody>
      </p:sp>
      <p:sp>
        <p:nvSpPr>
          <p:cNvPr id="3" name="Text Placeholder 2">
            <a:extLst>
              <a:ext uri="{FF2B5EF4-FFF2-40B4-BE49-F238E27FC236}">
                <a16:creationId xmlns:a16="http://schemas.microsoft.com/office/drawing/2014/main" id="{FECEAC50-7919-E823-F364-40420A05BC48}"/>
              </a:ext>
            </a:extLst>
          </p:cNvPr>
          <p:cNvSpPr>
            <a:spLocks noGrp="1"/>
          </p:cNvSpPr>
          <p:nvPr>
            <p:ph type="body" sz="quarter" idx="20"/>
          </p:nvPr>
        </p:nvSpPr>
        <p:spPr>
          <a:xfrm>
            <a:off x="652463" y="1795749"/>
            <a:ext cx="7008726" cy="4120309"/>
          </a:xfrm>
        </p:spPr>
        <p:txBody>
          <a:bodyPr>
            <a:noAutofit/>
          </a:bodyPr>
          <a:lstStyle/>
          <a:p>
            <a:pPr marL="342900" indent="-342900">
              <a:buFont typeface="Arial" panose="020B0604020202020204" pitchFamily="34" charset="0"/>
              <a:buChar char="•"/>
            </a:pPr>
            <a:r>
              <a:rPr lang="en-US" sz="1400" b="1" dirty="0"/>
              <a:t>Luck et al. [1]</a:t>
            </a:r>
          </a:p>
          <a:p>
            <a:pPr marL="1028700" lvl="1" indent="-342900"/>
            <a:r>
              <a:rPr lang="en-US" sz="1200" dirty="0"/>
              <a:t>Using a tunable, narrow-bandwidth dye laser, frequency-doubled using a KDP crystal, they targeted the UV spectral signature in the 1-0 band of the (X</a:t>
            </a:r>
            <a:r>
              <a:rPr lang="en-US" sz="1200" baseline="30000" dirty="0"/>
              <a:t>2</a:t>
            </a:r>
            <a:r>
              <a:rPr lang="en-US" sz="1200" dirty="0"/>
              <a:t>Π-A</a:t>
            </a:r>
            <a:r>
              <a:rPr lang="en-US" sz="1200" baseline="30000" dirty="0"/>
              <a:t>2</a:t>
            </a:r>
            <a:r>
              <a:rPr lang="en-US" sz="1200" dirty="0"/>
              <a:t>Σ</a:t>
            </a:r>
            <a:r>
              <a:rPr lang="en-US" sz="1200" baseline="30000" dirty="0"/>
              <a:t>+</a:t>
            </a:r>
            <a:r>
              <a:rPr lang="en-US" sz="1200" dirty="0"/>
              <a:t>) system of OH, located near 2830 Å, inside a laminar, flat methane-air flame</a:t>
            </a:r>
          </a:p>
          <a:p>
            <a:pPr marL="1028700" lvl="1" indent="-342900"/>
            <a:r>
              <a:rPr lang="en-US" sz="1200" dirty="0"/>
              <a:t>The concentration of the OH radical from the area under the Voigt profile</a:t>
            </a:r>
          </a:p>
          <a:p>
            <a:pPr marL="1028700" lvl="1" indent="-342900"/>
            <a:r>
              <a:rPr lang="en-US" sz="1200" dirty="0"/>
              <a:t>The translational temperature from the full width at half maximum (FWHM) of the curve</a:t>
            </a:r>
          </a:p>
          <a:p>
            <a:pPr marL="1028700" lvl="1" indent="-342900"/>
            <a:r>
              <a:rPr lang="en-US" sz="1200" dirty="0"/>
              <a:t>The rotational temperature, calculated from the ratio of the two local line-absorption coefficients</a:t>
            </a:r>
            <a:br>
              <a:rPr lang="en-US" sz="1200" dirty="0"/>
            </a:br>
            <a:endParaRPr lang="en-US" sz="1200" dirty="0"/>
          </a:p>
          <a:p>
            <a:pPr marL="342900" indent="-342900">
              <a:buFont typeface="Arial" panose="020B0604020202020204" pitchFamily="34" charset="0"/>
              <a:buChar char="•"/>
            </a:pPr>
            <a:r>
              <a:rPr lang="en-US" sz="1400" b="1" dirty="0"/>
              <a:t>Yang at al. [2]</a:t>
            </a:r>
          </a:p>
          <a:p>
            <a:pPr marL="1028700" lvl="1" indent="-342900"/>
            <a:r>
              <a:rPr lang="en-US" sz="1200" dirty="0"/>
              <a:t>The study examined 209 different OH absorption lines in the 0-0 band between 306 and 318 nm, all at once, inside a flat premixed flame at various equivalence ratios</a:t>
            </a:r>
          </a:p>
          <a:p>
            <a:pPr marL="1028700" lvl="1" indent="-342900"/>
            <a:r>
              <a:rPr lang="en-US" sz="1200" dirty="0"/>
              <a:t>Results were benchmarked against two references: (1) 2D axisymmetric CFD simulations and (2) direct comparison with TDLAS measurements</a:t>
            </a:r>
          </a:p>
          <a:p>
            <a:pPr marL="1028700" lvl="1" indent="-342900"/>
            <a:r>
              <a:rPr lang="en-US" sz="1200" dirty="0"/>
              <a:t>For stable flames. RMS error between observed temperature and CFD predictions was under 16K, and OH concentration error was below 150 ppm. The average error observed between UVBAS and TDLAS measurements was about 31.5 K</a:t>
            </a:r>
          </a:p>
        </p:txBody>
      </p:sp>
      <p:sp>
        <p:nvSpPr>
          <p:cNvPr id="4" name="Text Placeholder 3">
            <a:extLst>
              <a:ext uri="{FF2B5EF4-FFF2-40B4-BE49-F238E27FC236}">
                <a16:creationId xmlns:a16="http://schemas.microsoft.com/office/drawing/2014/main" id="{9182F3E9-1903-AF39-C3B9-723A2265FC49}"/>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17AC78A4-1931-DFFD-87F1-56A21EA21366}"/>
              </a:ext>
            </a:extLst>
          </p:cNvPr>
          <p:cNvSpPr>
            <a:spLocks noGrp="1"/>
          </p:cNvSpPr>
          <p:nvPr>
            <p:ph type="sldNum" sz="quarter" idx="17"/>
          </p:nvPr>
        </p:nvSpPr>
        <p:spPr/>
        <p:txBody>
          <a:bodyPr/>
          <a:lstStyle/>
          <a:p>
            <a:fld id="{86134D44-37F0-44A1-8A08-E9432A030C07}" type="slidenum">
              <a:rPr lang="en-US" smtClean="0"/>
              <a:pPr/>
              <a:t>6</a:t>
            </a:fld>
            <a:endParaRPr lang="en-US" dirty="0"/>
          </a:p>
        </p:txBody>
      </p:sp>
      <p:pic>
        <p:nvPicPr>
          <p:cNvPr id="12" name="Picture 11" descr="A diagram of a graph&#10;&#10;AI-generated content may be incorrect.">
            <a:extLst>
              <a:ext uri="{FF2B5EF4-FFF2-40B4-BE49-F238E27FC236}">
                <a16:creationId xmlns:a16="http://schemas.microsoft.com/office/drawing/2014/main" id="{D08601C2-7203-702F-6C3E-E28834B3E73C}"/>
              </a:ext>
            </a:extLst>
          </p:cNvPr>
          <p:cNvPicPr>
            <a:picLocks noChangeAspect="1"/>
          </p:cNvPicPr>
          <p:nvPr/>
        </p:nvPicPr>
        <p:blipFill>
          <a:blip r:embed="rId3"/>
          <a:stretch>
            <a:fillRect/>
          </a:stretch>
        </p:blipFill>
        <p:spPr>
          <a:xfrm>
            <a:off x="9732910" y="1800504"/>
            <a:ext cx="2422447" cy="1481636"/>
          </a:xfrm>
          <a:prstGeom prst="rect">
            <a:avLst/>
          </a:prstGeom>
        </p:spPr>
      </p:pic>
      <p:pic>
        <p:nvPicPr>
          <p:cNvPr id="14" name="Picture 13" descr="A graph of lines with numbers&#10;&#10;AI-generated content may be incorrect.">
            <a:extLst>
              <a:ext uri="{FF2B5EF4-FFF2-40B4-BE49-F238E27FC236}">
                <a16:creationId xmlns:a16="http://schemas.microsoft.com/office/drawing/2014/main" id="{1E98D3D0-59DA-3C99-25D8-A64676CE698D}"/>
              </a:ext>
            </a:extLst>
          </p:cNvPr>
          <p:cNvPicPr>
            <a:picLocks noChangeAspect="1"/>
          </p:cNvPicPr>
          <p:nvPr/>
        </p:nvPicPr>
        <p:blipFill>
          <a:blip r:embed="rId4"/>
          <a:stretch>
            <a:fillRect/>
          </a:stretch>
        </p:blipFill>
        <p:spPr>
          <a:xfrm>
            <a:off x="7969058" y="1800504"/>
            <a:ext cx="1763851" cy="1481635"/>
          </a:xfrm>
          <a:prstGeom prst="rect">
            <a:avLst/>
          </a:prstGeom>
        </p:spPr>
      </p:pic>
      <p:pic>
        <p:nvPicPr>
          <p:cNvPr id="16" name="Picture 15" descr="Diagram of a machine with text and words&#10;&#10;AI-generated content may be incorrect.">
            <a:extLst>
              <a:ext uri="{FF2B5EF4-FFF2-40B4-BE49-F238E27FC236}">
                <a16:creationId xmlns:a16="http://schemas.microsoft.com/office/drawing/2014/main" id="{2EFAD92C-56AB-F095-01D5-0FF7721B31E3}"/>
              </a:ext>
            </a:extLst>
          </p:cNvPr>
          <p:cNvPicPr>
            <a:picLocks noChangeAspect="1"/>
          </p:cNvPicPr>
          <p:nvPr/>
        </p:nvPicPr>
        <p:blipFill>
          <a:blip r:embed="rId5"/>
          <a:stretch>
            <a:fillRect/>
          </a:stretch>
        </p:blipFill>
        <p:spPr>
          <a:xfrm>
            <a:off x="8973659" y="3282140"/>
            <a:ext cx="2048994" cy="1481636"/>
          </a:xfrm>
          <a:prstGeom prst="rect">
            <a:avLst/>
          </a:prstGeom>
        </p:spPr>
      </p:pic>
    </p:spTree>
    <p:extLst>
      <p:ext uri="{BB962C8B-B14F-4D97-AF65-F5344CB8AC3E}">
        <p14:creationId xmlns:p14="http://schemas.microsoft.com/office/powerpoint/2010/main" val="74826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6844B-D279-2552-9D83-3F5E41C66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F9E056-8FF2-C2D7-0B75-5B123DE9C19D}"/>
              </a:ext>
            </a:extLst>
          </p:cNvPr>
          <p:cNvSpPr>
            <a:spLocks noGrp="1"/>
          </p:cNvSpPr>
          <p:nvPr>
            <p:ph type="title"/>
          </p:nvPr>
        </p:nvSpPr>
        <p:spPr/>
        <p:txBody>
          <a:bodyPr/>
          <a:lstStyle/>
          <a:p>
            <a:r>
              <a:rPr lang="en-US" dirty="0"/>
              <a:t>Numerical Method</a:t>
            </a:r>
          </a:p>
        </p:txBody>
      </p:sp>
      <p:sp>
        <p:nvSpPr>
          <p:cNvPr id="6" name="Text Placeholder 5">
            <a:extLst>
              <a:ext uri="{FF2B5EF4-FFF2-40B4-BE49-F238E27FC236}">
                <a16:creationId xmlns:a16="http://schemas.microsoft.com/office/drawing/2014/main" id="{857A766C-9102-6688-7159-93111594ECA3}"/>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942F3FFA-BB72-C20B-A63E-F13872FDDF75}"/>
              </a:ext>
            </a:extLst>
          </p:cNvPr>
          <p:cNvSpPr>
            <a:spLocks noGrp="1"/>
          </p:cNvSpPr>
          <p:nvPr>
            <p:ph type="sldNum" sz="quarter" idx="11"/>
          </p:nvPr>
        </p:nvSpPr>
        <p:spPr/>
        <p:txBody>
          <a:bodyPr/>
          <a:lstStyle/>
          <a:p>
            <a:fld id="{86134D44-37F0-44A1-8A08-E9432A030C07}" type="slidenum">
              <a:rPr lang="en-US" smtClean="0"/>
              <a:pPr/>
              <a:t>7</a:t>
            </a:fld>
            <a:endParaRPr lang="en-US" dirty="0"/>
          </a:p>
        </p:txBody>
      </p:sp>
    </p:spTree>
    <p:extLst>
      <p:ext uri="{BB962C8B-B14F-4D97-AF65-F5344CB8AC3E}">
        <p14:creationId xmlns:p14="http://schemas.microsoft.com/office/powerpoint/2010/main" val="1507103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0DEDA-7481-8BB3-EA85-DF9BA98F0B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513454-6A48-EDEA-DD7B-632466BEB114}"/>
              </a:ext>
            </a:extLst>
          </p:cNvPr>
          <p:cNvSpPr>
            <a:spLocks noGrp="1"/>
          </p:cNvSpPr>
          <p:nvPr>
            <p:ph type="title"/>
          </p:nvPr>
        </p:nvSpPr>
        <p:spPr/>
        <p:txBody>
          <a:bodyPr/>
          <a:lstStyle/>
          <a:p>
            <a:r>
              <a:rPr lang="en-US" dirty="0"/>
              <a:t>Numerical Method</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F6C2DC59-83C2-4FA8-96AC-D79E63A7CA6F}"/>
                  </a:ext>
                </a:extLst>
              </p:cNvPr>
              <p:cNvSpPr>
                <a:spLocks noGrp="1"/>
              </p:cNvSpPr>
              <p:nvPr>
                <p:ph type="body" sz="quarter" idx="20"/>
              </p:nvPr>
            </p:nvSpPr>
            <p:spPr>
              <a:xfrm>
                <a:off x="652463" y="1729845"/>
                <a:ext cx="6429981" cy="4484844"/>
              </a:xfrm>
            </p:spPr>
            <p:txBody>
              <a:bodyPr>
                <a:noAutofit/>
              </a:bodyPr>
              <a:lstStyle/>
              <a:p>
                <a:pPr marL="342900" indent="-342900">
                  <a:buFont typeface="Arial" panose="020B0604020202020204" pitchFamily="34" charset="0"/>
                  <a:buChar char="•"/>
                </a:pPr>
                <a:r>
                  <a:rPr lang="en-US" sz="1400" dirty="0"/>
                  <a:t>Principle of BAS: Beer-Lambert law</a:t>
                </a:r>
              </a:p>
              <a:p>
                <a:pPr marL="342900" indent="-342900">
                  <a:buFont typeface="Arial" panose="020B0604020202020204" pitchFamily="34" charset="0"/>
                  <a:buChar char="•"/>
                </a:pPr>
                <a:r>
                  <a:rPr lang="en-US" sz="1400" dirty="0"/>
                  <a:t>UV BAS affected by instrument broadening</a:t>
                </a:r>
              </a:p>
              <a:p>
                <a:pPr marL="1028700" lvl="1" indent="-342900"/>
                <a14:m>
                  <m:oMath xmlns:m="http://schemas.openxmlformats.org/officeDocument/2006/math">
                    <m:sSub>
                      <m:sSubPr>
                        <m:ctrlPr>
                          <a:rPr lang="en-US" sz="1400" i="1"/>
                        </m:ctrlPr>
                      </m:sSubPr>
                      <m:e>
                        <m:r>
                          <a:rPr lang="en-US" sz="1400" i="1"/>
                          <m:t>𝐼</m:t>
                        </m:r>
                      </m:e>
                      <m:sub>
                        <m:r>
                          <a:rPr lang="en-US" sz="1400" i="1"/>
                          <m:t>𝑓</m:t>
                        </m:r>
                        <m:r>
                          <a:rPr lang="en-US" sz="1400" i="1"/>
                          <m:t>+</m:t>
                        </m:r>
                        <m:r>
                          <a:rPr lang="en-US" sz="1400" b="0" i="1" smtClean="0"/>
                          <m:t>𝑙</m:t>
                        </m:r>
                      </m:sub>
                    </m:sSub>
                  </m:oMath>
                </a14:m>
                <a:r>
                  <a:rPr lang="en-US" sz="1400" dirty="0"/>
                  <a:t> - both flame and lamp on</a:t>
                </a:r>
              </a:p>
              <a:p>
                <a:pPr marL="1028700" lvl="1" indent="-342900"/>
                <a14:m>
                  <m:oMath xmlns:m="http://schemas.openxmlformats.org/officeDocument/2006/math">
                    <m:sSub>
                      <m:sSubPr>
                        <m:ctrlPr>
                          <a:rPr lang="en-US" sz="1400" i="1"/>
                        </m:ctrlPr>
                      </m:sSubPr>
                      <m:e>
                        <m:r>
                          <a:rPr lang="en-US" sz="1400" i="1"/>
                          <m:t>𝐼</m:t>
                        </m:r>
                      </m:e>
                      <m:sub>
                        <m:r>
                          <a:rPr lang="en-US" sz="1400" i="1"/>
                          <m:t>𝑓</m:t>
                        </m:r>
                      </m:sub>
                    </m:sSub>
                  </m:oMath>
                </a14:m>
                <a:r>
                  <a:rPr lang="en-US" sz="1400" dirty="0"/>
                  <a:t> - flame on and the lamp off</a:t>
                </a:r>
              </a:p>
              <a:p>
                <a:pPr marL="1028700" lvl="1" indent="-342900"/>
                <a14:m>
                  <m:oMath xmlns:m="http://schemas.openxmlformats.org/officeDocument/2006/math">
                    <m:sSub>
                      <m:sSubPr>
                        <m:ctrlPr>
                          <a:rPr lang="en-US" sz="1400" i="1"/>
                        </m:ctrlPr>
                      </m:sSubPr>
                      <m:e>
                        <m:r>
                          <a:rPr lang="en-US" sz="1400" i="1"/>
                          <m:t>𝐼</m:t>
                        </m:r>
                      </m:e>
                      <m:sub>
                        <m:r>
                          <a:rPr lang="en-US" sz="1400" i="1"/>
                          <m:t>𝑙</m:t>
                        </m:r>
                      </m:sub>
                    </m:sSub>
                  </m:oMath>
                </a14:m>
                <a:r>
                  <a:rPr lang="en-US" sz="1400" dirty="0"/>
                  <a:t> - only lamp on</a:t>
                </a:r>
              </a:p>
              <a:p>
                <a:pPr marL="1028700" lvl="1" indent="-342900"/>
                <a14:m>
                  <m:oMath xmlns:m="http://schemas.openxmlformats.org/officeDocument/2006/math">
                    <m:sSub>
                      <m:sSubPr>
                        <m:ctrlPr>
                          <a:rPr lang="en-US" sz="1400" i="1"/>
                        </m:ctrlPr>
                      </m:sSubPr>
                      <m:e>
                        <m:r>
                          <a:rPr lang="en-US" sz="1400" i="1"/>
                          <m:t>𝐼</m:t>
                        </m:r>
                      </m:e>
                      <m:sub>
                        <m:r>
                          <a:rPr lang="en-US" sz="1400" i="1"/>
                          <m:t>𝑏</m:t>
                        </m:r>
                      </m:sub>
                    </m:sSub>
                  </m:oMath>
                </a14:m>
                <a:r>
                  <a:rPr lang="en-US" sz="1400" dirty="0"/>
                  <a:t> - background (both lamp and flame off)</a:t>
                </a:r>
              </a:p>
              <a:p>
                <a:pPr lvl="1" indent="0">
                  <a:buNone/>
                </a:pPr>
                <a:endParaRPr lang="en-US" sz="1400" dirty="0"/>
              </a:p>
              <a:p>
                <a:pPr marL="342900" indent="-342900">
                  <a:buFont typeface="Arial" panose="020B0604020202020204" pitchFamily="34" charset="0"/>
                  <a:buChar char="•"/>
                </a:pPr>
                <a:r>
                  <a:rPr lang="en-US" sz="1400" dirty="0"/>
                  <a:t>To determine </a:t>
                </a:r>
                <a14:m>
                  <m:oMath xmlns:m="http://schemas.openxmlformats.org/officeDocument/2006/math">
                    <m:r>
                      <a:rPr lang="en-US" sz="1400" i="1"/>
                      <m:t>𝑇</m:t>
                    </m:r>
                  </m:oMath>
                </a14:m>
                <a:r>
                  <a:rPr lang="en-US" sz="1400" dirty="0"/>
                  <a:t> and </a:t>
                </a:r>
                <a14:m>
                  <m:oMath xmlns:m="http://schemas.openxmlformats.org/officeDocument/2006/math">
                    <m:r>
                      <a:rPr lang="en-US" sz="1400" i="1"/>
                      <m:t>𝑋</m:t>
                    </m:r>
                  </m:oMath>
                </a14:m>
                <a:r>
                  <a:rPr lang="en-US" sz="1400" dirty="0"/>
                  <a:t> from </a:t>
                </a:r>
                <a14:m>
                  <m:oMath xmlns:m="http://schemas.openxmlformats.org/officeDocument/2006/math">
                    <m:sSub>
                      <m:sSubPr>
                        <m:ctrlPr>
                          <a:rPr lang="en-US" sz="1400" i="1"/>
                        </m:ctrlPr>
                      </m:sSubPr>
                      <m:e>
                        <m:r>
                          <a:rPr lang="en-US" sz="1400" i="1"/>
                          <m:t>𝛼</m:t>
                        </m:r>
                      </m:e>
                      <m:sub>
                        <m:r>
                          <a:rPr lang="en-US" sz="1400" i="1"/>
                          <m:t>𝐼</m:t>
                        </m:r>
                      </m:sub>
                    </m:sSub>
                    <m:r>
                      <a:rPr lang="en-US" sz="1400" i="1"/>
                      <m:t>(</m:t>
                    </m:r>
                    <m:r>
                      <a:rPr lang="en-US" sz="1400" i="1"/>
                      <m:t>𝜈</m:t>
                    </m:r>
                    <m:r>
                      <a:rPr lang="en-US" sz="1400" i="1"/>
                      <m:t>)</m:t>
                    </m:r>
                  </m:oMath>
                </a14:m>
                <a:r>
                  <a:rPr lang="en-US" sz="1400" dirty="0"/>
                  <a:t>, the line strength </a:t>
                </a:r>
                <a14:m>
                  <m:oMath xmlns:m="http://schemas.openxmlformats.org/officeDocument/2006/math">
                    <m:sSub>
                      <m:sSubPr>
                        <m:ctrlPr>
                          <a:rPr lang="en-US" sz="1400" i="1"/>
                        </m:ctrlPr>
                      </m:sSubPr>
                      <m:e>
                        <m:r>
                          <a:rPr lang="en-US" sz="1400" i="1"/>
                          <m:t>𝑆</m:t>
                        </m:r>
                      </m:e>
                      <m:sub>
                        <m:r>
                          <a:rPr lang="en-US" sz="1400" i="1"/>
                          <m:t>𝑃</m:t>
                        </m:r>
                      </m:sub>
                    </m:sSub>
                    <m:r>
                      <a:rPr lang="en-US" sz="1400" i="1"/>
                      <m:t>(</m:t>
                    </m:r>
                    <m:r>
                      <a:rPr lang="en-US" sz="1400" i="1"/>
                      <m:t>𝑇</m:t>
                    </m:r>
                    <m:r>
                      <a:rPr lang="en-US" sz="1400" i="1"/>
                      <m:t>)</m:t>
                    </m:r>
                  </m:oMath>
                </a14:m>
                <a:r>
                  <a:rPr lang="en-US" sz="1400" dirty="0"/>
                  <a:t> must be known. </a:t>
                </a:r>
              </a:p>
              <a:p>
                <a:pPr marL="1028700" lvl="1" indent="-342900"/>
                <a:r>
                  <a:rPr lang="en-US" sz="1400" dirty="0"/>
                  <a:t>Parameters from the LIFBASE [3] and HITRAN [4] databases were employed to calculate </a:t>
                </a:r>
                <a14:m>
                  <m:oMath xmlns:m="http://schemas.openxmlformats.org/officeDocument/2006/math">
                    <m:sSub>
                      <m:sSubPr>
                        <m:ctrlPr>
                          <a:rPr lang="en-US" sz="1400" i="1"/>
                        </m:ctrlPr>
                      </m:sSubPr>
                      <m:e>
                        <m:r>
                          <a:rPr lang="en-US" sz="1400" i="1"/>
                          <m:t>𝑆</m:t>
                        </m:r>
                      </m:e>
                      <m:sub>
                        <m:r>
                          <a:rPr lang="en-US" sz="1400" i="1"/>
                          <m:t>𝑃</m:t>
                        </m:r>
                      </m:sub>
                    </m:sSub>
                    <m:d>
                      <m:dPr>
                        <m:ctrlPr>
                          <a:rPr lang="en-US" sz="1400" i="1">
                            <a:latin typeface="Cambria Math" panose="02040503050406030204" pitchFamily="18" charset="0"/>
                          </a:rPr>
                        </m:ctrlPr>
                      </m:dPr>
                      <m:e>
                        <m:r>
                          <a:rPr lang="en-US" sz="1400" i="1"/>
                          <m:t>𝑇</m:t>
                        </m:r>
                      </m:e>
                    </m:d>
                  </m:oMath>
                </a14:m>
                <a:br>
                  <a:rPr lang="en-US" sz="1400" dirty="0"/>
                </a:br>
                <a:endParaRPr lang="en-US" sz="1400" dirty="0"/>
              </a:p>
              <a:p>
                <a:pPr marL="342900" indent="-342900">
                  <a:buFont typeface="Arial" panose="020B0604020202020204" pitchFamily="34" charset="0"/>
                  <a:buChar char="•"/>
                </a:pPr>
                <a:r>
                  <a:rPr lang="en-US" sz="1400" dirty="0"/>
                  <a:t>Partition function of OH at temperature T needs to be evaluated</a:t>
                </a:r>
              </a:p>
              <a:p>
                <a:pPr marL="1028700" lvl="1" indent="-342900"/>
                <a:r>
                  <a:rPr lang="en-US" sz="1400" dirty="0"/>
                  <a:t>Electronic + Vibrational + Rotational</a:t>
                </a:r>
              </a:p>
              <a:p>
                <a:pPr marL="342900" indent="-342900">
                  <a:buFont typeface="Arial" panose="020B0604020202020204" pitchFamily="34" charset="0"/>
                  <a:buChar char="•"/>
                </a:pPr>
                <a:endParaRPr lang="en-US" sz="1400" dirty="0"/>
              </a:p>
              <a:p>
                <a:pPr marL="342900" indent="-342900">
                  <a:buFont typeface="Arial" panose="020B0604020202020204" pitchFamily="34" charset="0"/>
                  <a:buChar char="•"/>
                </a:pPr>
                <a:r>
                  <a:rPr lang="en-US" sz="1400" dirty="0"/>
                  <a:t>Boltzmann line pair analysis for temperature and OH concentration extraction</a:t>
                </a:r>
              </a:p>
              <a:p>
                <a:pPr marL="1028700" lvl="1" indent="-342900"/>
                <a14:m>
                  <m:oMath xmlns:m="http://schemas.openxmlformats.org/officeDocument/2006/math">
                    <m:r>
                      <m:rPr>
                        <m:nor/>
                      </m:rPr>
                      <a:rPr lang="en-US" sz="1400"/>
                      <m:t>slope</m:t>
                    </m:r>
                    <m:r>
                      <a:rPr lang="en-US" sz="1400" i="1"/>
                      <m:t>=−</m:t>
                    </m:r>
                    <m:f>
                      <m:fPr>
                        <m:ctrlPr>
                          <a:rPr lang="en-US" sz="1400" i="1"/>
                        </m:ctrlPr>
                      </m:fPr>
                      <m:num>
                        <m:r>
                          <a:rPr lang="en-US" sz="1400" i="1"/>
                          <m:t>1</m:t>
                        </m:r>
                      </m:num>
                      <m:den>
                        <m:sSub>
                          <m:sSubPr>
                            <m:ctrlPr>
                              <a:rPr lang="en-US" sz="1400" i="1"/>
                            </m:ctrlPr>
                          </m:sSubPr>
                          <m:e>
                            <m:r>
                              <a:rPr lang="en-US" sz="1400" i="1"/>
                              <m:t>𝑘</m:t>
                            </m:r>
                          </m:e>
                          <m:sub>
                            <m:r>
                              <a:rPr lang="en-US" sz="1400" i="1"/>
                              <m:t>𝐵</m:t>
                            </m:r>
                          </m:sub>
                        </m:sSub>
                        <m:r>
                          <a:rPr lang="en-US" sz="1400" i="1"/>
                          <m:t>𝑇</m:t>
                        </m:r>
                      </m:den>
                    </m:f>
                    <m:r>
                      <a:rPr lang="en-US" sz="1400" i="1"/>
                      <m:t>⇒</m:t>
                    </m:r>
                    <m:r>
                      <a:rPr lang="en-US" sz="1400" i="1"/>
                      <m:t>𝑇</m:t>
                    </m:r>
                    <m:r>
                      <a:rPr lang="en-US" sz="1400" i="1"/>
                      <m:t>=−</m:t>
                    </m:r>
                    <m:f>
                      <m:fPr>
                        <m:ctrlPr>
                          <a:rPr lang="en-US" sz="1400" i="1"/>
                        </m:ctrlPr>
                      </m:fPr>
                      <m:num>
                        <m:r>
                          <a:rPr lang="en-US" sz="1400" i="1"/>
                          <m:t>1</m:t>
                        </m:r>
                      </m:num>
                      <m:den>
                        <m:sSub>
                          <m:sSubPr>
                            <m:ctrlPr>
                              <a:rPr lang="en-US" sz="1400" i="1"/>
                            </m:ctrlPr>
                          </m:sSubPr>
                          <m:e>
                            <m:r>
                              <a:rPr lang="en-US" sz="1400" i="1"/>
                              <m:t>𝑘</m:t>
                            </m:r>
                          </m:e>
                          <m:sub>
                            <m:r>
                              <a:rPr lang="en-US" sz="1400" i="1"/>
                              <m:t>𝐵</m:t>
                            </m:r>
                          </m:sub>
                        </m:sSub>
                        <m:r>
                          <a:rPr lang="en-US" sz="1400" i="1"/>
                          <m:t>⋅</m:t>
                        </m:r>
                        <m:r>
                          <m:rPr>
                            <m:nor/>
                          </m:rPr>
                          <a:rPr lang="en-US" sz="1400"/>
                          <m:t>slope</m:t>
                        </m:r>
                      </m:den>
                    </m:f>
                  </m:oMath>
                </a14:m>
                <a:endParaRPr lang="en-US" sz="1400" dirty="0"/>
              </a:p>
              <a:p>
                <a:pPr marL="1028700" lvl="1" indent="-342900"/>
                <a:endParaRPr lang="en-US" sz="1400" dirty="0"/>
              </a:p>
            </p:txBody>
          </p:sp>
        </mc:Choice>
        <mc:Fallback>
          <p:sp>
            <p:nvSpPr>
              <p:cNvPr id="3" name="Text Placeholder 2">
                <a:extLst>
                  <a:ext uri="{FF2B5EF4-FFF2-40B4-BE49-F238E27FC236}">
                    <a16:creationId xmlns:a16="http://schemas.microsoft.com/office/drawing/2014/main" id="{F6C2DC59-83C2-4FA8-96AC-D79E63A7CA6F}"/>
                  </a:ext>
                </a:extLst>
              </p:cNvPr>
              <p:cNvSpPr>
                <a:spLocks noGrp="1" noRot="1" noChangeAspect="1" noMove="1" noResize="1" noEditPoints="1" noAdjustHandles="1" noChangeArrowheads="1" noChangeShapeType="1" noTextEdit="1"/>
              </p:cNvSpPr>
              <p:nvPr>
                <p:ph type="body" sz="quarter" idx="20"/>
              </p:nvPr>
            </p:nvSpPr>
            <p:spPr>
              <a:xfrm>
                <a:off x="652463" y="1729845"/>
                <a:ext cx="6429981" cy="4484844"/>
              </a:xfrm>
              <a:blipFill>
                <a:blip r:embed="rId2"/>
                <a:stretch>
                  <a:fillRect l="-95" t="-680" b="-680"/>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990F9E1E-F902-C9D6-968A-02F7CB574018}"/>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7F536B1A-1A38-B205-126C-717EFAC9D7AB}"/>
              </a:ext>
            </a:extLst>
          </p:cNvPr>
          <p:cNvSpPr>
            <a:spLocks noGrp="1"/>
          </p:cNvSpPr>
          <p:nvPr>
            <p:ph type="sldNum" sz="quarter" idx="17"/>
          </p:nvPr>
        </p:nvSpPr>
        <p:spPr/>
        <p:txBody>
          <a:bodyPr/>
          <a:lstStyle/>
          <a:p>
            <a:fld id="{86134D44-37F0-44A1-8A08-E9432A030C07}" type="slidenum">
              <a:rPr lang="en-US" smtClean="0"/>
              <a:pPr/>
              <a:t>8</a:t>
            </a:fld>
            <a:endParaRPr lang="en-US" dirty="0"/>
          </a:p>
        </p:txBody>
      </p:sp>
      <p:pic>
        <p:nvPicPr>
          <p:cNvPr id="7" name="Picture 6" descr="A black and white math equation&#10;&#10;AI-generated content may be incorrect.">
            <a:extLst>
              <a:ext uri="{FF2B5EF4-FFF2-40B4-BE49-F238E27FC236}">
                <a16:creationId xmlns:a16="http://schemas.microsoft.com/office/drawing/2014/main" id="{AE8739BD-FC73-266E-B91D-CEE9B97425F2}"/>
              </a:ext>
            </a:extLst>
          </p:cNvPr>
          <p:cNvPicPr>
            <a:picLocks noChangeAspect="1"/>
          </p:cNvPicPr>
          <p:nvPr/>
        </p:nvPicPr>
        <p:blipFill>
          <a:blip r:embed="rId3"/>
          <a:stretch>
            <a:fillRect/>
          </a:stretch>
        </p:blipFill>
        <p:spPr>
          <a:xfrm>
            <a:off x="7165820" y="2195814"/>
            <a:ext cx="1676634" cy="695422"/>
          </a:xfrm>
          <a:prstGeom prst="rect">
            <a:avLst/>
          </a:prstGeom>
        </p:spPr>
      </p:pic>
      <p:pic>
        <p:nvPicPr>
          <p:cNvPr id="9" name="Picture 8" descr="A math equations and formulas&#10;&#10;AI-generated content may be incorrect.">
            <a:extLst>
              <a:ext uri="{FF2B5EF4-FFF2-40B4-BE49-F238E27FC236}">
                <a16:creationId xmlns:a16="http://schemas.microsoft.com/office/drawing/2014/main" id="{91D00F9F-21C5-CCBF-C216-2F964464AB10}"/>
              </a:ext>
            </a:extLst>
          </p:cNvPr>
          <p:cNvPicPr>
            <a:picLocks noChangeAspect="1"/>
          </p:cNvPicPr>
          <p:nvPr/>
        </p:nvPicPr>
        <p:blipFill>
          <a:blip r:embed="rId4"/>
          <a:stretch>
            <a:fillRect/>
          </a:stretch>
        </p:blipFill>
        <p:spPr>
          <a:xfrm>
            <a:off x="10123699" y="1945791"/>
            <a:ext cx="1797907" cy="1195468"/>
          </a:xfrm>
          <a:prstGeom prst="rect">
            <a:avLst/>
          </a:prstGeom>
        </p:spPr>
      </p:pic>
      <p:pic>
        <p:nvPicPr>
          <p:cNvPr id="15" name="Picture 14" descr="A black text on a white background&#10;&#10;AI-generated content may be incorrect.">
            <a:extLst>
              <a:ext uri="{FF2B5EF4-FFF2-40B4-BE49-F238E27FC236}">
                <a16:creationId xmlns:a16="http://schemas.microsoft.com/office/drawing/2014/main" id="{9DC879C5-A76A-D66B-1735-87B714577A11}"/>
              </a:ext>
            </a:extLst>
          </p:cNvPr>
          <p:cNvPicPr>
            <a:picLocks noChangeAspect="1"/>
          </p:cNvPicPr>
          <p:nvPr/>
        </p:nvPicPr>
        <p:blipFill>
          <a:blip r:embed="rId5"/>
          <a:stretch>
            <a:fillRect/>
          </a:stretch>
        </p:blipFill>
        <p:spPr>
          <a:xfrm>
            <a:off x="7690021" y="3770597"/>
            <a:ext cx="4039164" cy="533474"/>
          </a:xfrm>
          <a:prstGeom prst="rect">
            <a:avLst/>
          </a:prstGeom>
        </p:spPr>
      </p:pic>
      <p:pic>
        <p:nvPicPr>
          <p:cNvPr id="19" name="Picture 18">
            <a:extLst>
              <a:ext uri="{FF2B5EF4-FFF2-40B4-BE49-F238E27FC236}">
                <a16:creationId xmlns:a16="http://schemas.microsoft.com/office/drawing/2014/main" id="{0C8FA5E6-4A4B-2264-D3D9-093982AFA2C8}"/>
              </a:ext>
            </a:extLst>
          </p:cNvPr>
          <p:cNvPicPr>
            <a:picLocks noChangeAspect="1"/>
          </p:cNvPicPr>
          <p:nvPr/>
        </p:nvPicPr>
        <p:blipFill>
          <a:blip r:embed="rId6"/>
          <a:stretch>
            <a:fillRect/>
          </a:stretch>
        </p:blipFill>
        <p:spPr>
          <a:xfrm>
            <a:off x="8386321" y="4672894"/>
            <a:ext cx="3153215" cy="438211"/>
          </a:xfrm>
          <a:prstGeom prst="rect">
            <a:avLst/>
          </a:prstGeom>
        </p:spPr>
      </p:pic>
      <p:sp>
        <p:nvSpPr>
          <p:cNvPr id="20" name="Arrow: Right 19">
            <a:extLst>
              <a:ext uri="{FF2B5EF4-FFF2-40B4-BE49-F238E27FC236}">
                <a16:creationId xmlns:a16="http://schemas.microsoft.com/office/drawing/2014/main" id="{C3E02E6F-AA96-3294-CB54-6FA69A750A5F}"/>
              </a:ext>
            </a:extLst>
          </p:cNvPr>
          <p:cNvSpPr/>
          <p:nvPr/>
        </p:nvSpPr>
        <p:spPr>
          <a:xfrm>
            <a:off x="9036908" y="2397090"/>
            <a:ext cx="930876" cy="2973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math equation with numbers and lines&#10;&#10;AI-generated content may be incorrect.">
            <a:extLst>
              <a:ext uri="{FF2B5EF4-FFF2-40B4-BE49-F238E27FC236}">
                <a16:creationId xmlns:a16="http://schemas.microsoft.com/office/drawing/2014/main" id="{7A5D04AA-BBD5-AA53-D963-2370666B403C}"/>
              </a:ext>
            </a:extLst>
          </p:cNvPr>
          <p:cNvPicPr>
            <a:picLocks noChangeAspect="1"/>
          </p:cNvPicPr>
          <p:nvPr/>
        </p:nvPicPr>
        <p:blipFill>
          <a:blip r:embed="rId7"/>
          <a:stretch>
            <a:fillRect/>
          </a:stretch>
        </p:blipFill>
        <p:spPr>
          <a:xfrm>
            <a:off x="7747179" y="5614530"/>
            <a:ext cx="1962424" cy="600159"/>
          </a:xfrm>
          <a:prstGeom prst="rect">
            <a:avLst/>
          </a:prstGeom>
        </p:spPr>
      </p:pic>
      <p:pic>
        <p:nvPicPr>
          <p:cNvPr id="24" name="Picture 23" descr="A black text on a white background&#10;&#10;AI-generated content may be incorrect.">
            <a:extLst>
              <a:ext uri="{FF2B5EF4-FFF2-40B4-BE49-F238E27FC236}">
                <a16:creationId xmlns:a16="http://schemas.microsoft.com/office/drawing/2014/main" id="{E290A00E-6A6F-3E93-E57B-FDEFC742F25F}"/>
              </a:ext>
            </a:extLst>
          </p:cNvPr>
          <p:cNvPicPr>
            <a:picLocks noChangeAspect="1"/>
          </p:cNvPicPr>
          <p:nvPr/>
        </p:nvPicPr>
        <p:blipFill>
          <a:blip r:embed="rId8"/>
          <a:stretch>
            <a:fillRect/>
          </a:stretch>
        </p:blipFill>
        <p:spPr>
          <a:xfrm>
            <a:off x="9962929" y="5602502"/>
            <a:ext cx="1914792" cy="628738"/>
          </a:xfrm>
          <a:prstGeom prst="rect">
            <a:avLst/>
          </a:prstGeom>
        </p:spPr>
      </p:pic>
      <p:sp>
        <p:nvSpPr>
          <p:cNvPr id="25" name="Text Placeholder 2">
            <a:extLst>
              <a:ext uri="{FF2B5EF4-FFF2-40B4-BE49-F238E27FC236}">
                <a16:creationId xmlns:a16="http://schemas.microsoft.com/office/drawing/2014/main" id="{C4D88A14-C3D9-12D2-3B55-770440B25E5D}"/>
              </a:ext>
            </a:extLst>
          </p:cNvPr>
          <p:cNvSpPr txBox="1">
            <a:spLocks/>
          </p:cNvSpPr>
          <p:nvPr/>
        </p:nvSpPr>
        <p:spPr>
          <a:xfrm>
            <a:off x="8268766" y="5380660"/>
            <a:ext cx="1086586" cy="3549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400" dirty="0"/>
              <a:t>Absorption</a:t>
            </a:r>
          </a:p>
        </p:txBody>
      </p:sp>
      <p:sp>
        <p:nvSpPr>
          <p:cNvPr id="26" name="Text Placeholder 2">
            <a:extLst>
              <a:ext uri="{FF2B5EF4-FFF2-40B4-BE49-F238E27FC236}">
                <a16:creationId xmlns:a16="http://schemas.microsoft.com/office/drawing/2014/main" id="{DE7FFACA-D908-0CD1-66B5-A65A6D7395A0}"/>
              </a:ext>
            </a:extLst>
          </p:cNvPr>
          <p:cNvSpPr txBox="1">
            <a:spLocks/>
          </p:cNvSpPr>
          <p:nvPr/>
        </p:nvSpPr>
        <p:spPr>
          <a:xfrm>
            <a:off x="10377032" y="5380660"/>
            <a:ext cx="1086586" cy="3549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400" dirty="0"/>
              <a:t>Emission</a:t>
            </a:r>
          </a:p>
        </p:txBody>
      </p:sp>
    </p:spTree>
    <p:extLst>
      <p:ext uri="{BB962C8B-B14F-4D97-AF65-F5344CB8AC3E}">
        <p14:creationId xmlns:p14="http://schemas.microsoft.com/office/powerpoint/2010/main" val="2004683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5C5F3-1CA1-1A87-89D2-0E914402C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DDA66A-CEF1-6FA3-B609-C4CC416F7C60}"/>
              </a:ext>
            </a:extLst>
          </p:cNvPr>
          <p:cNvSpPr>
            <a:spLocks noGrp="1"/>
          </p:cNvSpPr>
          <p:nvPr>
            <p:ph type="title"/>
          </p:nvPr>
        </p:nvSpPr>
        <p:spPr/>
        <p:txBody>
          <a:bodyPr/>
          <a:lstStyle/>
          <a:p>
            <a:r>
              <a:rPr lang="en-US" dirty="0"/>
              <a:t>Experimental Setup</a:t>
            </a:r>
          </a:p>
        </p:txBody>
      </p:sp>
      <p:sp>
        <p:nvSpPr>
          <p:cNvPr id="8" name="Text Placeholder 7">
            <a:extLst>
              <a:ext uri="{FF2B5EF4-FFF2-40B4-BE49-F238E27FC236}">
                <a16:creationId xmlns:a16="http://schemas.microsoft.com/office/drawing/2014/main" id="{ECB0C6D3-B14F-DBB4-8E75-6F7340A23F72}"/>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9D159561-205C-263E-B248-E5243A689055}"/>
              </a:ext>
            </a:extLst>
          </p:cNvPr>
          <p:cNvSpPr>
            <a:spLocks noGrp="1"/>
          </p:cNvSpPr>
          <p:nvPr>
            <p:ph type="sldNum" sz="quarter" idx="11"/>
          </p:nvPr>
        </p:nvSpPr>
        <p:spPr/>
        <p:txBody>
          <a:bodyPr/>
          <a:lstStyle/>
          <a:p>
            <a:fld id="{86134D44-37F0-44A1-8A08-E9432A030C07}" type="slidenum">
              <a:rPr lang="en-US" smtClean="0"/>
              <a:pPr/>
              <a:t>9</a:t>
            </a:fld>
            <a:endParaRPr lang="en-US" dirty="0"/>
          </a:p>
        </p:txBody>
      </p:sp>
    </p:spTree>
    <p:extLst>
      <p:ext uri="{BB962C8B-B14F-4D97-AF65-F5344CB8AC3E}">
        <p14:creationId xmlns:p14="http://schemas.microsoft.com/office/powerpoint/2010/main" val="3161688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5A7DF-7CD2-4784-EAFC-6B413B4C70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247FA-7705-1493-F86D-7B57024FCACF}"/>
              </a:ext>
            </a:extLst>
          </p:cNvPr>
          <p:cNvSpPr>
            <a:spLocks noGrp="1"/>
          </p:cNvSpPr>
          <p:nvPr>
            <p:ph type="title"/>
          </p:nvPr>
        </p:nvSpPr>
        <p:spPr/>
        <p:txBody>
          <a:bodyPr/>
          <a:lstStyle/>
          <a:p>
            <a:r>
              <a:rPr lang="en-US" dirty="0"/>
              <a:t>Experimental Setup</a:t>
            </a:r>
          </a:p>
        </p:txBody>
      </p:sp>
      <p:sp>
        <p:nvSpPr>
          <p:cNvPr id="3" name="Text Placeholder 2">
            <a:extLst>
              <a:ext uri="{FF2B5EF4-FFF2-40B4-BE49-F238E27FC236}">
                <a16:creationId xmlns:a16="http://schemas.microsoft.com/office/drawing/2014/main" id="{71EBF2E2-347F-02BA-09F1-F1969AD2C5E8}"/>
              </a:ext>
            </a:extLst>
          </p:cNvPr>
          <p:cNvSpPr>
            <a:spLocks noGrp="1"/>
          </p:cNvSpPr>
          <p:nvPr>
            <p:ph type="body" sz="quarter" idx="20"/>
          </p:nvPr>
        </p:nvSpPr>
        <p:spPr>
          <a:xfrm>
            <a:off x="652463" y="1795749"/>
            <a:ext cx="7008726" cy="4120309"/>
          </a:xfrm>
        </p:spPr>
        <p:txBody>
          <a:bodyPr>
            <a:noAutofit/>
          </a:bodyPr>
          <a:lstStyle/>
          <a:p>
            <a:pPr marL="171450" indent="-171450">
              <a:buFont typeface="Arial" panose="020B0604020202020204" pitchFamily="34" charset="0"/>
              <a:buChar char="•"/>
            </a:pPr>
            <a:r>
              <a:rPr lang="en-US" sz="1400" dirty="0"/>
              <a:t>0-0 band of OH between 311 and 313.5 nm was chosen due to it having the strongest absorption among the OH transitions and minimal interference from other combustion radicals</a:t>
            </a:r>
          </a:p>
          <a:p>
            <a:pPr marL="171450" indent="-171450">
              <a:buFont typeface="Arial" panose="020B0604020202020204" pitchFamily="34" charset="0"/>
              <a:buChar char="•"/>
            </a:pPr>
            <a:r>
              <a:rPr lang="en-US" sz="1400" dirty="0"/>
              <a:t> The BAS measurement system consisted of</a:t>
            </a:r>
          </a:p>
          <a:p>
            <a:pPr marL="857250" lvl="1" indent="-171450"/>
            <a:r>
              <a:rPr lang="en-US" sz="1400" dirty="0"/>
              <a:t>Light source: Broadband radiation spanning 311-313.5 nm was produced by a 310nm LED</a:t>
            </a:r>
          </a:p>
          <a:p>
            <a:pPr marL="857250" lvl="1" indent="-171450"/>
            <a:r>
              <a:rPr lang="en-US" sz="1400" dirty="0"/>
              <a:t>Spectrometer: Grating spectrometer (1.54m Czerny-Turner spectrometer with 9-degree deviation angle) equipped with a 2400 grooves/mm grating </a:t>
            </a:r>
          </a:p>
          <a:p>
            <a:pPr marL="857250" lvl="1" indent="-171450"/>
            <a:r>
              <a:rPr lang="en-US" sz="1400" dirty="0"/>
              <a:t>CCD camera: (Andor iDus DU420 CCD detector featuring a 256 × 1024-pixel array with 25-micron square pixels</a:t>
            </a:r>
          </a:p>
          <a:p>
            <a:pPr marL="857250" lvl="1" indent="-171450"/>
            <a:r>
              <a:rPr lang="en-US" sz="1400" dirty="0"/>
              <a:t>Optical path arrangement: A and B were quartz-glass convex lenses with focal lengths of 29.21 cm and 24.13 cm, respectively</a:t>
            </a:r>
          </a:p>
          <a:p>
            <a:pPr marL="171450" indent="-171450">
              <a:buFont typeface="Arial" panose="020B0604020202020204" pitchFamily="34" charset="0"/>
              <a:buChar char="•"/>
            </a:pPr>
            <a:r>
              <a:rPr lang="en-US" sz="1400" dirty="0"/>
              <a:t>Wavelength calibration performed using an Hg lamp</a:t>
            </a:r>
          </a:p>
          <a:p>
            <a:pPr marL="171450" indent="-171450">
              <a:buFont typeface="Arial" panose="020B0604020202020204" pitchFamily="34" charset="0"/>
              <a:buChar char="•"/>
            </a:pPr>
            <a:r>
              <a:rPr lang="en-US" sz="1400" dirty="0"/>
              <a:t>Each spectral frame was accumulated over 100 ms, and 20 frames were averaged to reduce noise, requiring approximately 2 s per spectrum.</a:t>
            </a:r>
          </a:p>
          <a:p>
            <a:pPr marL="171450" indent="-171450">
              <a:buFont typeface="Arial" panose="020B0604020202020204" pitchFamily="34" charset="0"/>
              <a:buChar char="•"/>
            </a:pPr>
            <a:r>
              <a:rPr lang="en-US" sz="1400" dirty="0"/>
              <a:t>Spectra collected at 2 heights above the source – 0.25” &amp; 0.5”</a:t>
            </a:r>
          </a:p>
          <a:p>
            <a:pPr marL="171450" indent="-171450">
              <a:buFont typeface="Arial" panose="020B0604020202020204" pitchFamily="34" charset="0"/>
              <a:buChar char="•"/>
            </a:pPr>
            <a:endParaRPr lang="en-US" sz="1400" dirty="0"/>
          </a:p>
          <a:p>
            <a:pPr marL="171450" indent="-171450">
              <a:buFont typeface="Arial" panose="020B0604020202020204" pitchFamily="34" charset="0"/>
              <a:buChar char="•"/>
            </a:pPr>
            <a:endParaRPr lang="en-US" sz="1400" dirty="0"/>
          </a:p>
        </p:txBody>
      </p:sp>
      <p:sp>
        <p:nvSpPr>
          <p:cNvPr id="4" name="Text Placeholder 3">
            <a:extLst>
              <a:ext uri="{FF2B5EF4-FFF2-40B4-BE49-F238E27FC236}">
                <a16:creationId xmlns:a16="http://schemas.microsoft.com/office/drawing/2014/main" id="{F1CC9EAE-3D2E-AB34-F5B7-D20845891451}"/>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46E7C580-8E06-E637-DE4B-92265DA33421}"/>
              </a:ext>
            </a:extLst>
          </p:cNvPr>
          <p:cNvSpPr>
            <a:spLocks noGrp="1"/>
          </p:cNvSpPr>
          <p:nvPr>
            <p:ph type="sldNum" sz="quarter" idx="17"/>
          </p:nvPr>
        </p:nvSpPr>
        <p:spPr/>
        <p:txBody>
          <a:bodyPr/>
          <a:lstStyle/>
          <a:p>
            <a:fld id="{86134D44-37F0-44A1-8A08-E9432A030C07}" type="slidenum">
              <a:rPr lang="en-US" smtClean="0"/>
              <a:pPr/>
              <a:t>10</a:t>
            </a:fld>
            <a:endParaRPr lang="en-US" dirty="0"/>
          </a:p>
        </p:txBody>
      </p:sp>
      <p:pic>
        <p:nvPicPr>
          <p:cNvPr id="6" name="Picture 5" descr="A diagram of a gas burner&#10;&#10;AI-generated content may be incorrect.">
            <a:extLst>
              <a:ext uri="{FF2B5EF4-FFF2-40B4-BE49-F238E27FC236}">
                <a16:creationId xmlns:a16="http://schemas.microsoft.com/office/drawing/2014/main" id="{165935A3-B95E-CB16-32B6-7B5DBED667DF}"/>
              </a:ext>
            </a:extLst>
          </p:cNvPr>
          <p:cNvPicPr>
            <a:picLocks noChangeAspect="1"/>
          </p:cNvPicPr>
          <p:nvPr/>
        </p:nvPicPr>
        <p:blipFill>
          <a:blip r:embed="rId2"/>
          <a:stretch>
            <a:fillRect/>
          </a:stretch>
        </p:blipFill>
        <p:spPr>
          <a:xfrm>
            <a:off x="7842422" y="2166926"/>
            <a:ext cx="4205416" cy="1262074"/>
          </a:xfrm>
          <a:prstGeom prst="rect">
            <a:avLst/>
          </a:prstGeom>
        </p:spPr>
      </p:pic>
      <p:pic>
        <p:nvPicPr>
          <p:cNvPr id="8" name="Picture 7" descr="A table with several objects on it&#10;&#10;AI-generated content may be incorrect.">
            <a:extLst>
              <a:ext uri="{FF2B5EF4-FFF2-40B4-BE49-F238E27FC236}">
                <a16:creationId xmlns:a16="http://schemas.microsoft.com/office/drawing/2014/main" id="{E806CAB0-067F-F3E1-B67E-965B4298B3B8}"/>
              </a:ext>
            </a:extLst>
          </p:cNvPr>
          <p:cNvPicPr>
            <a:picLocks noChangeAspect="1"/>
          </p:cNvPicPr>
          <p:nvPr/>
        </p:nvPicPr>
        <p:blipFill>
          <a:blip r:embed="rId3"/>
          <a:stretch>
            <a:fillRect/>
          </a:stretch>
        </p:blipFill>
        <p:spPr>
          <a:xfrm>
            <a:off x="7842423" y="3472248"/>
            <a:ext cx="4205416" cy="1795389"/>
          </a:xfrm>
          <a:prstGeom prst="rect">
            <a:avLst/>
          </a:prstGeom>
        </p:spPr>
      </p:pic>
    </p:spTree>
    <p:extLst>
      <p:ext uri="{BB962C8B-B14F-4D97-AF65-F5344CB8AC3E}">
        <p14:creationId xmlns:p14="http://schemas.microsoft.com/office/powerpoint/2010/main" val="37533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ED58E-C514-0AD3-CD96-43076871D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F7FEA-80DD-4B4D-555F-0055901DAC9E}"/>
              </a:ext>
            </a:extLst>
          </p:cNvPr>
          <p:cNvSpPr>
            <a:spLocks noGrp="1"/>
          </p:cNvSpPr>
          <p:nvPr>
            <p:ph type="title"/>
          </p:nvPr>
        </p:nvSpPr>
        <p:spPr/>
        <p:txBody>
          <a:bodyPr/>
          <a:lstStyle/>
          <a:p>
            <a:r>
              <a:rPr lang="en-US" dirty="0"/>
              <a:t>Experimental Setup</a:t>
            </a:r>
          </a:p>
        </p:txBody>
      </p:sp>
      <p:sp>
        <p:nvSpPr>
          <p:cNvPr id="3" name="Text Placeholder 2">
            <a:extLst>
              <a:ext uri="{FF2B5EF4-FFF2-40B4-BE49-F238E27FC236}">
                <a16:creationId xmlns:a16="http://schemas.microsoft.com/office/drawing/2014/main" id="{81A68218-48D0-E6CC-760A-7A4AAA2C76DD}"/>
              </a:ext>
            </a:extLst>
          </p:cNvPr>
          <p:cNvSpPr>
            <a:spLocks noGrp="1"/>
          </p:cNvSpPr>
          <p:nvPr>
            <p:ph type="body" sz="quarter" idx="20"/>
          </p:nvPr>
        </p:nvSpPr>
        <p:spPr>
          <a:xfrm>
            <a:off x="652463" y="1795749"/>
            <a:ext cx="6646261" cy="4120309"/>
          </a:xfrm>
        </p:spPr>
        <p:txBody>
          <a:bodyPr>
            <a:noAutofit/>
          </a:bodyPr>
          <a:lstStyle/>
          <a:p>
            <a:pPr marL="171450" indent="-171450">
              <a:buFont typeface="Arial" panose="020B0604020202020204" pitchFamily="34" charset="0"/>
              <a:buChar char="•"/>
            </a:pPr>
            <a:r>
              <a:rPr lang="en-US" sz="1600" dirty="0"/>
              <a:t>Spectra pre-processing</a:t>
            </a:r>
          </a:p>
          <a:p>
            <a:pPr marL="857250" lvl="1" indent="-171450"/>
            <a:r>
              <a:rPr lang="en-US" sz="1600" dirty="0"/>
              <a:t>Rolling-percentile masking method: To isolate the molecular absorption/emission features from the slowly varying broadband background</a:t>
            </a:r>
          </a:p>
          <a:p>
            <a:pPr marL="857250" lvl="1" indent="-171450"/>
            <a:r>
              <a:rPr lang="en-US" sz="1600" dirty="0"/>
              <a:t>Baseline estimation: 2</a:t>
            </a:r>
            <a:r>
              <a:rPr lang="en-US" sz="1600" baseline="30000" dirty="0"/>
              <a:t>nd</a:t>
            </a:r>
            <a:r>
              <a:rPr lang="en-US" sz="1600" dirty="0"/>
              <a:t> order polynomial, then fitted to only the unmasked continuum points</a:t>
            </a:r>
          </a:p>
          <a:p>
            <a:pPr marL="857250" lvl="1" indent="-171450"/>
            <a:r>
              <a:rPr lang="en-US" sz="1600" dirty="0"/>
              <a:t>Spectra correction: Baseline removed from raw spectrum by division for absorption or subtraction for emission</a:t>
            </a:r>
          </a:p>
          <a:p>
            <a:pPr lvl="1" indent="0">
              <a:buNone/>
            </a:pPr>
            <a:endParaRPr lang="en-US" sz="1600" dirty="0"/>
          </a:p>
          <a:p>
            <a:pPr marL="171450" indent="-171450">
              <a:buFont typeface="Arial" panose="020B0604020202020204" pitchFamily="34" charset="0"/>
              <a:buChar char="•"/>
            </a:pPr>
            <a:r>
              <a:rPr lang="en-US" sz="1600" dirty="0"/>
              <a:t>Wavelength Calibration</a:t>
            </a:r>
          </a:p>
          <a:p>
            <a:pPr marL="857250" lvl="1" indent="-171450"/>
            <a:r>
              <a:rPr lang="en-US" sz="1600" dirty="0"/>
              <a:t>In the spectral region relevant to the OH A-X band, three distinct Hg emission peaks were observed</a:t>
            </a:r>
          </a:p>
          <a:p>
            <a:pPr marL="857250" lvl="1" indent="-171450"/>
            <a:r>
              <a:rPr lang="en-US" sz="1600" dirty="0"/>
              <a:t>Using the three pixel–wavelength pairs, a quadratic calibration curve was fitted to account for the small non-linearity inherent in the Czerny–Turner optical dispersion</a:t>
            </a:r>
          </a:p>
        </p:txBody>
      </p:sp>
      <p:sp>
        <p:nvSpPr>
          <p:cNvPr id="4" name="Text Placeholder 3">
            <a:extLst>
              <a:ext uri="{FF2B5EF4-FFF2-40B4-BE49-F238E27FC236}">
                <a16:creationId xmlns:a16="http://schemas.microsoft.com/office/drawing/2014/main" id="{170097DD-29AC-E888-5B80-340B43A7FCBA}"/>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6100EE6E-CD29-F2DA-5B74-EEB16DEC0261}"/>
              </a:ext>
            </a:extLst>
          </p:cNvPr>
          <p:cNvSpPr>
            <a:spLocks noGrp="1"/>
          </p:cNvSpPr>
          <p:nvPr>
            <p:ph type="sldNum" sz="quarter" idx="17"/>
          </p:nvPr>
        </p:nvSpPr>
        <p:spPr/>
        <p:txBody>
          <a:bodyPr/>
          <a:lstStyle/>
          <a:p>
            <a:fld id="{86134D44-37F0-44A1-8A08-E9432A030C07}" type="slidenum">
              <a:rPr lang="en-US" smtClean="0"/>
              <a:pPr/>
              <a:t>11</a:t>
            </a:fld>
            <a:endParaRPr lang="en-US" dirty="0"/>
          </a:p>
        </p:txBody>
      </p:sp>
      <p:pic>
        <p:nvPicPr>
          <p:cNvPr id="9" name="Picture 8" descr="A graph of a graph&#10;&#10;AI-generated content may be incorrect.">
            <a:extLst>
              <a:ext uri="{FF2B5EF4-FFF2-40B4-BE49-F238E27FC236}">
                <a16:creationId xmlns:a16="http://schemas.microsoft.com/office/drawing/2014/main" id="{85B728D6-2395-2539-9185-329C4D3E06A4}"/>
              </a:ext>
            </a:extLst>
          </p:cNvPr>
          <p:cNvPicPr>
            <a:picLocks noChangeAspect="1"/>
          </p:cNvPicPr>
          <p:nvPr/>
        </p:nvPicPr>
        <p:blipFill>
          <a:blip r:embed="rId2"/>
          <a:stretch>
            <a:fillRect/>
          </a:stretch>
        </p:blipFill>
        <p:spPr>
          <a:xfrm>
            <a:off x="8021955" y="1795749"/>
            <a:ext cx="3920490" cy="2148840"/>
          </a:xfrm>
          <a:prstGeom prst="rect">
            <a:avLst/>
          </a:prstGeom>
        </p:spPr>
      </p:pic>
      <p:pic>
        <p:nvPicPr>
          <p:cNvPr id="10" name="Picture 9">
            <a:extLst>
              <a:ext uri="{FF2B5EF4-FFF2-40B4-BE49-F238E27FC236}">
                <a16:creationId xmlns:a16="http://schemas.microsoft.com/office/drawing/2014/main" id="{77DAA013-41A8-A267-1992-B6C8BC6AF83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80805" y="3997878"/>
            <a:ext cx="2002790" cy="2148840"/>
          </a:xfrm>
          <a:prstGeom prst="rect">
            <a:avLst/>
          </a:prstGeom>
          <a:noFill/>
        </p:spPr>
      </p:pic>
    </p:spTree>
    <p:extLst>
      <p:ext uri="{BB962C8B-B14F-4D97-AF65-F5344CB8AC3E}">
        <p14:creationId xmlns:p14="http://schemas.microsoft.com/office/powerpoint/2010/main" val="3951025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7E927-DD3F-77D7-7FD5-F29D5A8924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659BF-F463-8FFF-BF34-ABA4B4242CFA}"/>
              </a:ext>
            </a:extLst>
          </p:cNvPr>
          <p:cNvSpPr>
            <a:spLocks noGrp="1"/>
          </p:cNvSpPr>
          <p:nvPr>
            <p:ph type="title"/>
          </p:nvPr>
        </p:nvSpPr>
        <p:spPr/>
        <p:txBody>
          <a:bodyPr/>
          <a:lstStyle/>
          <a:p>
            <a:r>
              <a:rPr lang="en-US" dirty="0"/>
              <a:t>Absorption – Results</a:t>
            </a:r>
          </a:p>
        </p:txBody>
      </p:sp>
      <p:sp>
        <p:nvSpPr>
          <p:cNvPr id="6" name="Text Placeholder 5">
            <a:extLst>
              <a:ext uri="{FF2B5EF4-FFF2-40B4-BE49-F238E27FC236}">
                <a16:creationId xmlns:a16="http://schemas.microsoft.com/office/drawing/2014/main" id="{4DBCDCC6-9EB4-DB5B-801C-162A85FD44B0}"/>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289FAFD2-AD0D-C066-9566-0D34B31B0011}"/>
              </a:ext>
            </a:extLst>
          </p:cNvPr>
          <p:cNvSpPr>
            <a:spLocks noGrp="1"/>
          </p:cNvSpPr>
          <p:nvPr>
            <p:ph type="sldNum" sz="quarter" idx="11"/>
          </p:nvPr>
        </p:nvSpPr>
        <p:spPr/>
        <p:txBody>
          <a:bodyPr/>
          <a:lstStyle/>
          <a:p>
            <a:fld id="{86134D44-37F0-44A1-8A08-E9432A030C07}" type="slidenum">
              <a:rPr lang="en-US" smtClean="0"/>
              <a:pPr/>
              <a:t>12</a:t>
            </a:fld>
            <a:endParaRPr lang="en-US" dirty="0"/>
          </a:p>
        </p:txBody>
      </p:sp>
    </p:spTree>
    <p:extLst>
      <p:ext uri="{BB962C8B-B14F-4D97-AF65-F5344CB8AC3E}">
        <p14:creationId xmlns:p14="http://schemas.microsoft.com/office/powerpoint/2010/main" val="1294298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DB711-D894-FA18-94DF-44F75C8C48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5F859-12B2-2BC5-AFE5-2F824D876F2E}"/>
              </a:ext>
            </a:extLst>
          </p:cNvPr>
          <p:cNvSpPr>
            <a:spLocks noGrp="1"/>
          </p:cNvSpPr>
          <p:nvPr>
            <p:ph type="title"/>
          </p:nvPr>
        </p:nvSpPr>
        <p:spPr/>
        <p:txBody>
          <a:bodyPr/>
          <a:lstStyle/>
          <a:p>
            <a:r>
              <a:rPr lang="en-US" dirty="0"/>
              <a:t>Absorption – Results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BBC37758-EC62-633E-BC2A-869512F74634}"/>
                  </a:ext>
                </a:extLst>
              </p:cNvPr>
              <p:cNvSpPr>
                <a:spLocks noGrp="1"/>
              </p:cNvSpPr>
              <p:nvPr>
                <p:ph type="body" sz="quarter" idx="20"/>
              </p:nvPr>
            </p:nvSpPr>
            <p:spPr>
              <a:xfrm>
                <a:off x="652464" y="1795750"/>
                <a:ext cx="6476408" cy="2826504"/>
              </a:xfrm>
            </p:spPr>
            <p:txBody>
              <a:bodyPr>
                <a:noAutofit/>
              </a:bodyPr>
              <a:lstStyle/>
              <a:p>
                <a:pPr marL="171450" indent="-171450">
                  <a:buFont typeface="Arial" panose="020B0604020202020204" pitchFamily="34" charset="0"/>
                  <a:buChar char="•"/>
                </a:pPr>
                <a:r>
                  <a:rPr lang="en-US" sz="1600" dirty="0"/>
                  <a:t>Theoretical OH absorption spectrum</a:t>
                </a:r>
              </a:p>
              <a:p>
                <a:pPr marL="857250" lvl="1" indent="-171450"/>
                <a:r>
                  <a:rPr lang="en-US" sz="1400" dirty="0"/>
                  <a:t>The theoretical OH A-X (0-0) absorption spectrum was generated using LIFBASE</a:t>
                </a:r>
              </a:p>
              <a:p>
                <a:pPr marL="857250" lvl="1" indent="-171450"/>
                <a:r>
                  <a:rPr lang="en-US" sz="1400" dirty="0"/>
                  <a:t>Individual transitions corresponding to the experimentally observed P1, Q1, and Q2 rotational branches were identified</a:t>
                </a:r>
              </a:p>
              <a:p>
                <a:pPr marL="857250" lvl="1" indent="-171450"/>
                <a:r>
                  <a:rPr lang="en-US" sz="1400" dirty="0"/>
                  <a:t>Only well-resolved, isolated OH transitions were chosen to avoid peak overlap and baseline interference</a:t>
                </a:r>
              </a:p>
              <a:p>
                <a:pPr marL="857250" lvl="1" indent="-171450"/>
                <a:r>
                  <a:rPr lang="en-US" sz="1400" dirty="0"/>
                  <a:t>Lines were selected to span a sufficiently wide range of lower-state energies </a:t>
                </a:r>
                <a14:m>
                  <m:oMath xmlns:m="http://schemas.openxmlformats.org/officeDocument/2006/math">
                    <m:r>
                      <m:rPr>
                        <m:sty m:val="p"/>
                      </m:rPr>
                      <a:rPr lang="en-US" sz="1400"/>
                      <m:t>E</m:t>
                    </m:r>
                    <m:r>
                      <a:rPr lang="en-US" sz="1400" i="1" smtClean="0"/>
                      <m:t>“</m:t>
                    </m:r>
                  </m:oMath>
                </a14:m>
                <a:endParaRPr lang="en-US" sz="1400" dirty="0"/>
              </a:p>
              <a:p>
                <a:pPr marL="857250" lvl="1" indent="-171450"/>
                <a:r>
                  <a:rPr lang="en-US" sz="1400" dirty="0"/>
                  <a:t>Transitions with reliable LIFBASE line strengths and minimal spectral interference from broadband flame emission or nearby interfering species were prioritized</a:t>
                </a:r>
              </a:p>
            </p:txBody>
          </p:sp>
        </mc:Choice>
        <mc:Fallback>
          <p:sp>
            <p:nvSpPr>
              <p:cNvPr id="3" name="Text Placeholder 2">
                <a:extLst>
                  <a:ext uri="{FF2B5EF4-FFF2-40B4-BE49-F238E27FC236}">
                    <a16:creationId xmlns:a16="http://schemas.microsoft.com/office/drawing/2014/main" id="{BBC37758-EC62-633E-BC2A-869512F74634}"/>
                  </a:ext>
                </a:extLst>
              </p:cNvPr>
              <p:cNvSpPr>
                <a:spLocks noGrp="1" noRot="1" noChangeAspect="1" noMove="1" noResize="1" noEditPoints="1" noAdjustHandles="1" noChangeArrowheads="1" noChangeShapeType="1" noTextEdit="1"/>
              </p:cNvSpPr>
              <p:nvPr>
                <p:ph type="body" sz="quarter" idx="20"/>
              </p:nvPr>
            </p:nvSpPr>
            <p:spPr>
              <a:xfrm>
                <a:off x="652464" y="1795750"/>
                <a:ext cx="6476408" cy="2826504"/>
              </a:xfrm>
              <a:blipFill>
                <a:blip r:embed="rId2"/>
                <a:stretch>
                  <a:fillRect l="-377" t="-1512"/>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FEE4DE0E-FA48-7286-CF64-82D388D67D09}"/>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D5DF2460-8D71-5A31-E98E-DF3258F0214C}"/>
              </a:ext>
            </a:extLst>
          </p:cNvPr>
          <p:cNvSpPr>
            <a:spLocks noGrp="1"/>
          </p:cNvSpPr>
          <p:nvPr>
            <p:ph type="sldNum" sz="quarter" idx="17"/>
          </p:nvPr>
        </p:nvSpPr>
        <p:spPr/>
        <p:txBody>
          <a:bodyPr/>
          <a:lstStyle/>
          <a:p>
            <a:fld id="{86134D44-37F0-44A1-8A08-E9432A030C07}" type="slidenum">
              <a:rPr lang="en-US" smtClean="0"/>
              <a:pPr/>
              <a:t>13</a:t>
            </a:fld>
            <a:endParaRPr lang="en-US" dirty="0"/>
          </a:p>
        </p:txBody>
      </p:sp>
      <p:pic>
        <p:nvPicPr>
          <p:cNvPr id="6" name="Picture 5" descr="A screenshot of a graph&#10;&#10;AI-generated content may be incorrect.">
            <a:extLst>
              <a:ext uri="{FF2B5EF4-FFF2-40B4-BE49-F238E27FC236}">
                <a16:creationId xmlns:a16="http://schemas.microsoft.com/office/drawing/2014/main" id="{9111BC47-C5BF-0D84-C106-3818F34DE509}"/>
              </a:ext>
            </a:extLst>
          </p:cNvPr>
          <p:cNvPicPr>
            <a:picLocks noChangeAspect="1"/>
          </p:cNvPicPr>
          <p:nvPr/>
        </p:nvPicPr>
        <p:blipFill>
          <a:blip r:embed="rId3"/>
          <a:stretch>
            <a:fillRect/>
          </a:stretch>
        </p:blipFill>
        <p:spPr>
          <a:xfrm>
            <a:off x="652463" y="4607574"/>
            <a:ext cx="6476408" cy="1636400"/>
          </a:xfrm>
          <a:prstGeom prst="rect">
            <a:avLst/>
          </a:prstGeom>
        </p:spPr>
      </p:pic>
      <p:pic>
        <p:nvPicPr>
          <p:cNvPr id="11" name="Picture 10" descr="A table with numbers and letters&#10;&#10;AI-generated content may be incorrect.">
            <a:extLst>
              <a:ext uri="{FF2B5EF4-FFF2-40B4-BE49-F238E27FC236}">
                <a16:creationId xmlns:a16="http://schemas.microsoft.com/office/drawing/2014/main" id="{6D3A4B51-7A4D-34D3-D844-14C499972023}"/>
              </a:ext>
            </a:extLst>
          </p:cNvPr>
          <p:cNvPicPr>
            <a:picLocks noChangeAspect="1"/>
          </p:cNvPicPr>
          <p:nvPr/>
        </p:nvPicPr>
        <p:blipFill>
          <a:blip r:embed="rId4"/>
          <a:stretch>
            <a:fillRect/>
          </a:stretch>
        </p:blipFill>
        <p:spPr>
          <a:xfrm>
            <a:off x="8070675" y="4607574"/>
            <a:ext cx="3172035" cy="1636400"/>
          </a:xfrm>
          <a:prstGeom prst="rect">
            <a:avLst/>
          </a:prstGeom>
        </p:spPr>
      </p:pic>
      <mc:AlternateContent xmlns:mc="http://schemas.openxmlformats.org/markup-compatibility/2006">
        <mc:Choice xmlns:a14="http://schemas.microsoft.com/office/drawing/2010/main" Requires="a14">
          <p:sp>
            <p:nvSpPr>
              <p:cNvPr id="12" name="Text Placeholder 2">
                <a:extLst>
                  <a:ext uri="{FF2B5EF4-FFF2-40B4-BE49-F238E27FC236}">
                    <a16:creationId xmlns:a16="http://schemas.microsoft.com/office/drawing/2014/main" id="{0E616F0E-73B7-E230-4FAF-2A4E070138FC}"/>
                  </a:ext>
                </a:extLst>
              </p:cNvPr>
              <p:cNvSpPr txBox="1">
                <a:spLocks/>
              </p:cNvSpPr>
              <p:nvPr/>
            </p:nvSpPr>
            <p:spPr>
              <a:xfrm>
                <a:off x="7128871" y="1794148"/>
                <a:ext cx="5063129" cy="281342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US" sz="1600" dirty="0"/>
                  <a:t>Extraction of line parameters</a:t>
                </a:r>
              </a:p>
              <a:p>
                <a:pPr marL="857250" lvl="1" indent="-171450"/>
                <a:r>
                  <a:rPr lang="en-US" sz="1200" dirty="0"/>
                  <a:t>For each selected line, LIFBASE outputs </a:t>
                </a:r>
              </a:p>
              <a:p>
                <a:pPr marL="1314450" lvl="2" indent="-171450"/>
                <a:r>
                  <a:rPr lang="en-US" sz="1200" dirty="0"/>
                  <a:t>line position (wavelength in air and wavenumber)</a:t>
                </a:r>
              </a:p>
              <a:p>
                <a:pPr marL="1314450" lvl="2" indent="-171450"/>
                <a:r>
                  <a:rPr lang="en-US" sz="1200" dirty="0"/>
                  <a:t>Einstein </a:t>
                </a:r>
                <a14:m>
                  <m:oMath xmlns:m="http://schemas.openxmlformats.org/officeDocument/2006/math">
                    <m:r>
                      <a:rPr lang="en-US" sz="1200" i="1"/>
                      <m:t>𝐴𝑢𝑙</m:t>
                    </m:r>
                  </m:oMath>
                </a14:m>
                <a:r>
                  <a:rPr lang="en-US" sz="1200" dirty="0"/>
                  <a:t> coefficient</a:t>
                </a:r>
              </a:p>
              <a:p>
                <a:pPr marL="1314450" lvl="2" indent="-171450"/>
                <a:r>
                  <a:rPr lang="en-US" sz="1200" dirty="0"/>
                  <a:t>Rotational quantum numbers</a:t>
                </a:r>
              </a:p>
              <a:p>
                <a:pPr marL="857250" lvl="1" indent="-171450"/>
                <a:r>
                  <a:rPr lang="en-US" sz="1200" dirty="0"/>
                  <a:t>Based on these, HITRAN database outputs </a:t>
                </a:r>
              </a:p>
              <a:p>
                <a:pPr marL="1314450" lvl="2" indent="-171450"/>
                <a:r>
                  <a:rPr lang="en-US" sz="1200" dirty="0"/>
                  <a:t>Lower-state energy </a:t>
                </a:r>
                <a14:m>
                  <m:oMath xmlns:m="http://schemas.openxmlformats.org/officeDocument/2006/math">
                    <m:r>
                      <m:rPr>
                        <m:sty m:val="p"/>
                      </m:rPr>
                      <a:rPr lang="en-US" sz="1200"/>
                      <m:t>E</m:t>
                    </m:r>
                    <m:r>
                      <a:rPr lang="en-US" sz="1200"/>
                      <m:t>"</m:t>
                    </m:r>
                  </m:oMath>
                </a14:m>
                <a:endParaRPr lang="en-US" sz="1200" dirty="0"/>
              </a:p>
              <a:p>
                <a:pPr marL="1314450" lvl="2" indent="-171450"/>
                <a:r>
                  <a:rPr lang="en-US" sz="1200" dirty="0"/>
                  <a:t>Degeneracy term </a:t>
                </a:r>
                <a14:m>
                  <m:oMath xmlns:m="http://schemas.openxmlformats.org/officeDocument/2006/math">
                    <m:r>
                      <m:rPr>
                        <m:sty m:val="p"/>
                      </m:rPr>
                      <a:rPr lang="en-US" sz="1200"/>
                      <m:t>g</m:t>
                    </m:r>
                    <m:r>
                      <a:rPr lang="en-US" sz="1200"/>
                      <m:t>"=2</m:t>
                    </m:r>
                    <m:r>
                      <m:rPr>
                        <m:sty m:val="p"/>
                      </m:rPr>
                      <a:rPr lang="en-US" sz="1200"/>
                      <m:t>J</m:t>
                    </m:r>
                    <m:r>
                      <a:rPr lang="en-US" sz="1200"/>
                      <m:t>"+1</m:t>
                    </m:r>
                  </m:oMath>
                </a14:m>
                <a:r>
                  <a:rPr lang="en-US" sz="1200" dirty="0"/>
                  <a:t> </a:t>
                </a:r>
              </a:p>
              <a:p>
                <a:pPr marL="857250" lvl="1" indent="-171450"/>
                <a:r>
                  <a:rPr lang="en-US" sz="1200" dirty="0"/>
                  <a:t>The theoretical line strengths provided by LIFBASE served as the temperature-independent absorption coefficients needed for relating measured equivalent widths to the population of the lower rotational levels</a:t>
                </a:r>
              </a:p>
              <a:p>
                <a:pPr marL="857250" lvl="1" indent="-171450"/>
                <a:endParaRPr lang="en-US" sz="1200" dirty="0"/>
              </a:p>
            </p:txBody>
          </p:sp>
        </mc:Choice>
        <mc:Fallback>
          <p:sp>
            <p:nvSpPr>
              <p:cNvPr id="12" name="Text Placeholder 2">
                <a:extLst>
                  <a:ext uri="{FF2B5EF4-FFF2-40B4-BE49-F238E27FC236}">
                    <a16:creationId xmlns:a16="http://schemas.microsoft.com/office/drawing/2014/main" id="{0E616F0E-73B7-E230-4FAF-2A4E070138FC}"/>
                  </a:ext>
                </a:extLst>
              </p:cNvPr>
              <p:cNvSpPr txBox="1">
                <a:spLocks noRot="1" noChangeAspect="1" noMove="1" noResize="1" noEditPoints="1" noAdjustHandles="1" noChangeArrowheads="1" noChangeShapeType="1" noTextEdit="1"/>
              </p:cNvSpPr>
              <p:nvPr/>
            </p:nvSpPr>
            <p:spPr>
              <a:xfrm>
                <a:off x="7128871" y="1794148"/>
                <a:ext cx="5063129" cy="2813426"/>
              </a:xfrm>
              <a:prstGeom prst="rect">
                <a:avLst/>
              </a:prstGeom>
              <a:blipFill>
                <a:blip r:embed="rId5"/>
                <a:stretch>
                  <a:fillRect l="-481" t="-1515"/>
                </a:stretch>
              </a:blipFill>
            </p:spPr>
            <p:txBody>
              <a:bodyPr/>
              <a:lstStyle/>
              <a:p>
                <a:r>
                  <a:rPr lang="en-US">
                    <a:noFill/>
                  </a:rPr>
                  <a:t> </a:t>
                </a:r>
              </a:p>
            </p:txBody>
          </p:sp>
        </mc:Fallback>
      </mc:AlternateContent>
    </p:spTree>
    <p:extLst>
      <p:ext uri="{BB962C8B-B14F-4D97-AF65-F5344CB8AC3E}">
        <p14:creationId xmlns:p14="http://schemas.microsoft.com/office/powerpoint/2010/main" val="3589935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A3C5A-78B1-D117-0824-614B207F1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336E2C-A76C-97F3-2371-F98E95D040D3}"/>
              </a:ext>
            </a:extLst>
          </p:cNvPr>
          <p:cNvSpPr>
            <a:spLocks noGrp="1"/>
          </p:cNvSpPr>
          <p:nvPr>
            <p:ph type="title"/>
          </p:nvPr>
        </p:nvSpPr>
        <p:spPr/>
        <p:txBody>
          <a:bodyPr/>
          <a:lstStyle/>
          <a:p>
            <a:r>
              <a:rPr lang="en-US" dirty="0"/>
              <a:t>Absorption – Results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40EA7C63-D2FE-7110-A0B6-45E7C3BD9CAA}"/>
                  </a:ext>
                </a:extLst>
              </p:cNvPr>
              <p:cNvSpPr>
                <a:spLocks noGrp="1"/>
              </p:cNvSpPr>
              <p:nvPr>
                <p:ph type="body" sz="quarter" idx="20"/>
              </p:nvPr>
            </p:nvSpPr>
            <p:spPr>
              <a:xfrm>
                <a:off x="652463" y="1795749"/>
                <a:ext cx="5720079" cy="4120309"/>
              </a:xfrm>
            </p:spPr>
            <p:txBody>
              <a:bodyPr>
                <a:noAutofit/>
              </a:bodyPr>
              <a:lstStyle/>
              <a:p>
                <a:pPr marL="171450" indent="-171450">
                  <a:buFont typeface="Arial" panose="020B0604020202020204" pitchFamily="34" charset="0"/>
                  <a:buChar char="•"/>
                </a:pPr>
                <a:r>
                  <a:rPr lang="en-US" sz="1600" dirty="0"/>
                  <a:t>Butane Flame</a:t>
                </a:r>
                <a:br>
                  <a:rPr lang="en-US" sz="1600" dirty="0"/>
                </a:br>
                <a:endParaRPr lang="en-US" sz="1600" dirty="0"/>
              </a:p>
              <a:p>
                <a:pPr marL="171450" indent="-171450">
                  <a:buFont typeface="Arial" panose="020B0604020202020204" pitchFamily="34" charset="0"/>
                  <a:buChar char="•"/>
                </a:pPr>
                <a:r>
                  <a:rPr lang="en-US" sz="1400" dirty="0"/>
                  <a:t>Post-processing</a:t>
                </a:r>
              </a:p>
              <a:p>
                <a:pPr marL="857250" lvl="1" indent="-171450"/>
                <a:r>
                  <a:rPr lang="en-US" sz="1400" dirty="0"/>
                  <a:t>The four required spectra </a:t>
                </a:r>
                <a14:m>
                  <m:oMath xmlns:m="http://schemas.openxmlformats.org/officeDocument/2006/math">
                    <m:sSub>
                      <m:sSubPr>
                        <m:ctrlPr>
                          <a:rPr lang="en-US" sz="1400" i="1"/>
                        </m:ctrlPr>
                      </m:sSubPr>
                      <m:e>
                        <m:r>
                          <a:rPr lang="en-US" sz="1400" i="1"/>
                          <m:t>𝐼</m:t>
                        </m:r>
                      </m:e>
                      <m:sub>
                        <m:r>
                          <a:rPr lang="en-US" sz="1400" i="1"/>
                          <m:t>𝑓</m:t>
                        </m:r>
                        <m:r>
                          <a:rPr lang="en-US" sz="1400" i="1"/>
                          <m:t>+</m:t>
                        </m:r>
                        <m:r>
                          <a:rPr lang="en-US" sz="1400" i="1"/>
                          <m:t>𝑙</m:t>
                        </m:r>
                      </m:sub>
                    </m:sSub>
                  </m:oMath>
                </a14:m>
                <a:r>
                  <a:rPr lang="en-US" sz="1400" dirty="0"/>
                  <a:t>, </a:t>
                </a:r>
                <a14:m>
                  <m:oMath xmlns:m="http://schemas.openxmlformats.org/officeDocument/2006/math">
                    <m:sSub>
                      <m:sSubPr>
                        <m:ctrlPr>
                          <a:rPr lang="en-US" sz="1400" i="1"/>
                        </m:ctrlPr>
                      </m:sSubPr>
                      <m:e>
                        <m:r>
                          <a:rPr lang="en-US" sz="1400" i="1"/>
                          <m:t>𝐼</m:t>
                        </m:r>
                      </m:e>
                      <m:sub>
                        <m:r>
                          <a:rPr lang="en-US" sz="1400" i="1"/>
                          <m:t>𝑓</m:t>
                        </m:r>
                      </m:sub>
                    </m:sSub>
                  </m:oMath>
                </a14:m>
                <a:r>
                  <a:rPr lang="en-US" sz="1400" dirty="0"/>
                  <a:t>, </a:t>
                </a:r>
                <a14:m>
                  <m:oMath xmlns:m="http://schemas.openxmlformats.org/officeDocument/2006/math">
                    <m:sSub>
                      <m:sSubPr>
                        <m:ctrlPr>
                          <a:rPr lang="en-US" sz="1400" i="1"/>
                        </m:ctrlPr>
                      </m:sSubPr>
                      <m:e>
                        <m:r>
                          <a:rPr lang="en-US" sz="1400" i="1"/>
                          <m:t>𝐼</m:t>
                        </m:r>
                      </m:e>
                      <m:sub>
                        <m:r>
                          <a:rPr lang="en-US" sz="1400" i="1"/>
                          <m:t>𝑙</m:t>
                        </m:r>
                      </m:sub>
                    </m:sSub>
                  </m:oMath>
                </a14:m>
                <a:r>
                  <a:rPr lang="en-US" sz="1400" dirty="0"/>
                  <a:t>, and </a:t>
                </a:r>
                <a14:m>
                  <m:oMath xmlns:m="http://schemas.openxmlformats.org/officeDocument/2006/math">
                    <m:sSub>
                      <m:sSubPr>
                        <m:ctrlPr>
                          <a:rPr lang="en-US" sz="1400" i="1"/>
                        </m:ctrlPr>
                      </m:sSubPr>
                      <m:e>
                        <m:r>
                          <a:rPr lang="en-US" sz="1400" i="1"/>
                          <m:t>𝐼</m:t>
                        </m:r>
                      </m:e>
                      <m:sub>
                        <m:r>
                          <a:rPr lang="en-US" sz="1400" i="1"/>
                          <m:t>𝑏</m:t>
                        </m:r>
                      </m:sub>
                    </m:sSub>
                  </m:oMath>
                </a14:m>
                <a:r>
                  <a:rPr lang="en-US" sz="1400" dirty="0"/>
                  <a:t> were acquired</a:t>
                </a:r>
              </a:p>
              <a:p>
                <a:pPr marL="857250" lvl="1" indent="-171450"/>
                <a:r>
                  <a:rPr lang="en-US" sz="1400" dirty="0"/>
                  <a:t>Followed by zero-baseline correction and wavelength calibration to compute the absorbance spectra</a:t>
                </a:r>
              </a:p>
              <a:p>
                <a:pPr marL="857250" lvl="1" indent="-171450"/>
                <a:r>
                  <a:rPr lang="en-US" sz="1400" dirty="0"/>
                  <a:t>Multiple isolated OH A-X (0-0) rotational lines integrated to obtain equivalent width</a:t>
                </a:r>
              </a:p>
              <a:p>
                <a:pPr marL="857250" lvl="1" indent="-171450"/>
                <a:r>
                  <a:rPr lang="en-US" sz="1400" dirty="0"/>
                  <a:t>Boltzmann plot constructed to estimate temperature</a:t>
                </a:r>
              </a:p>
              <a:p>
                <a:pPr marL="857250" lvl="1" indent="-171450"/>
                <a:r>
                  <a:rPr lang="en-US" sz="1400" dirty="0"/>
                  <a:t>OH column density and mole fraction computed from line-strength formulation</a:t>
                </a:r>
                <a:br>
                  <a:rPr lang="en-US" sz="1400" dirty="0"/>
                </a:br>
                <a:endParaRPr lang="en-US" sz="1400" dirty="0"/>
              </a:p>
              <a:p>
                <a:pPr marL="171450" indent="-171450">
                  <a:buFont typeface="Arial" panose="020B0604020202020204" pitchFamily="34" charset="0"/>
                  <a:buChar char="•"/>
                </a:pPr>
                <a:r>
                  <a:rPr lang="en-US" sz="1400" dirty="0"/>
                  <a:t>Lower sampling height of 0.25”:</a:t>
                </a:r>
              </a:p>
              <a:p>
                <a:pPr marL="857250" lvl="1" indent="-171450"/>
                <a:r>
                  <a:rPr lang="en-US" sz="1400" dirty="0"/>
                  <a:t>Temperature: 2020 K</a:t>
                </a:r>
              </a:p>
              <a:p>
                <a:pPr marL="857250" lvl="1" indent="-171450"/>
                <a:r>
                  <a:rPr lang="en-US" sz="1400" dirty="0"/>
                  <a:t>OH mole fraction, 0.0167</a:t>
                </a:r>
              </a:p>
              <a:p>
                <a:pPr marL="857250" lvl="1" indent="-171450"/>
                <a:r>
                  <a:rPr lang="en-US" sz="1400" dirty="0"/>
                  <a:t>Reflects the hotter region near the primary reaction zone where OH production is most intense</a:t>
                </a:r>
              </a:p>
              <a:p>
                <a:pPr marL="171450" indent="-171450">
                  <a:buFont typeface="Arial" panose="020B0604020202020204" pitchFamily="34" charset="0"/>
                  <a:buChar char="•"/>
                </a:pPr>
                <a:endParaRPr lang="en-US" sz="1400" dirty="0"/>
              </a:p>
            </p:txBody>
          </p:sp>
        </mc:Choice>
        <mc:Fallback>
          <p:sp>
            <p:nvSpPr>
              <p:cNvPr id="3" name="Text Placeholder 2">
                <a:extLst>
                  <a:ext uri="{FF2B5EF4-FFF2-40B4-BE49-F238E27FC236}">
                    <a16:creationId xmlns:a16="http://schemas.microsoft.com/office/drawing/2014/main" id="{40EA7C63-D2FE-7110-A0B6-45E7C3BD9CAA}"/>
                  </a:ext>
                </a:extLst>
              </p:cNvPr>
              <p:cNvSpPr>
                <a:spLocks noGrp="1" noRot="1" noChangeAspect="1" noMove="1" noResize="1" noEditPoints="1" noAdjustHandles="1" noChangeArrowheads="1" noChangeShapeType="1" noTextEdit="1"/>
              </p:cNvSpPr>
              <p:nvPr>
                <p:ph type="body" sz="quarter" idx="20"/>
              </p:nvPr>
            </p:nvSpPr>
            <p:spPr>
              <a:xfrm>
                <a:off x="652463" y="1795749"/>
                <a:ext cx="5720079" cy="4120309"/>
              </a:xfrm>
              <a:blipFill>
                <a:blip r:embed="rId2"/>
                <a:stretch>
                  <a:fillRect l="-426" t="-1037" b="-3407"/>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2ACF0481-B85C-D07B-FF74-06ADB64CDBDF}"/>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A1446060-3D7D-6D91-6517-ECBFC7D36DB1}"/>
              </a:ext>
            </a:extLst>
          </p:cNvPr>
          <p:cNvSpPr>
            <a:spLocks noGrp="1"/>
          </p:cNvSpPr>
          <p:nvPr>
            <p:ph type="sldNum" sz="quarter" idx="17"/>
          </p:nvPr>
        </p:nvSpPr>
        <p:spPr/>
        <p:txBody>
          <a:bodyPr/>
          <a:lstStyle/>
          <a:p>
            <a:fld id="{86134D44-37F0-44A1-8A08-E9432A030C07}" type="slidenum">
              <a:rPr lang="en-US" smtClean="0"/>
              <a:pPr/>
              <a:t>14</a:t>
            </a:fld>
            <a:endParaRPr lang="en-US" dirty="0"/>
          </a:p>
        </p:txBody>
      </p:sp>
      <p:pic>
        <p:nvPicPr>
          <p:cNvPr id="6" name="Picture 5" descr="A gas burner with text below&#10;&#10;AI-generated content may be incorrect.">
            <a:extLst>
              <a:ext uri="{FF2B5EF4-FFF2-40B4-BE49-F238E27FC236}">
                <a16:creationId xmlns:a16="http://schemas.microsoft.com/office/drawing/2014/main" id="{75A670AD-C018-4FFD-6E5A-BE519C863E88}"/>
              </a:ext>
            </a:extLst>
          </p:cNvPr>
          <p:cNvPicPr>
            <a:picLocks noChangeAspect="1"/>
          </p:cNvPicPr>
          <p:nvPr/>
        </p:nvPicPr>
        <p:blipFill>
          <a:blip r:embed="rId3"/>
          <a:stretch>
            <a:fillRect/>
          </a:stretch>
        </p:blipFill>
        <p:spPr>
          <a:xfrm>
            <a:off x="6984746" y="3957092"/>
            <a:ext cx="1955101" cy="1645919"/>
          </a:xfrm>
          <a:prstGeom prst="rect">
            <a:avLst/>
          </a:prstGeom>
        </p:spPr>
      </p:pic>
      <p:pic>
        <p:nvPicPr>
          <p:cNvPr id="11" name="Picture 10" descr="A graph of energy levels&#10;&#10;AI-generated content may be incorrect.">
            <a:extLst>
              <a:ext uri="{FF2B5EF4-FFF2-40B4-BE49-F238E27FC236}">
                <a16:creationId xmlns:a16="http://schemas.microsoft.com/office/drawing/2014/main" id="{F8D940C5-DBE2-0611-C936-652F06CAAB62}"/>
              </a:ext>
            </a:extLst>
          </p:cNvPr>
          <p:cNvPicPr>
            <a:picLocks noChangeAspect="1"/>
          </p:cNvPicPr>
          <p:nvPr/>
        </p:nvPicPr>
        <p:blipFill>
          <a:blip r:embed="rId4"/>
          <a:stretch>
            <a:fillRect/>
          </a:stretch>
        </p:blipFill>
        <p:spPr>
          <a:xfrm>
            <a:off x="9270365" y="3957092"/>
            <a:ext cx="2921635" cy="1645920"/>
          </a:xfrm>
          <a:prstGeom prst="rect">
            <a:avLst/>
          </a:prstGeom>
        </p:spPr>
      </p:pic>
      <p:pic>
        <p:nvPicPr>
          <p:cNvPr id="12" name="Picture 11" descr="A graph of a graph showing a number of light&#10;&#10;AI-generated content may be incorrect.">
            <a:extLst>
              <a:ext uri="{FF2B5EF4-FFF2-40B4-BE49-F238E27FC236}">
                <a16:creationId xmlns:a16="http://schemas.microsoft.com/office/drawing/2014/main" id="{9DE74FD9-4613-C447-D5C3-5490389B29A6}"/>
              </a:ext>
            </a:extLst>
          </p:cNvPr>
          <p:cNvPicPr>
            <a:picLocks noChangeAspect="1"/>
          </p:cNvPicPr>
          <p:nvPr/>
        </p:nvPicPr>
        <p:blipFill>
          <a:blip r:embed="rId5"/>
          <a:stretch>
            <a:fillRect/>
          </a:stretch>
        </p:blipFill>
        <p:spPr>
          <a:xfrm>
            <a:off x="6482715" y="2219732"/>
            <a:ext cx="2567305" cy="1737360"/>
          </a:xfrm>
          <a:prstGeom prst="rect">
            <a:avLst/>
          </a:prstGeom>
        </p:spPr>
      </p:pic>
      <p:pic>
        <p:nvPicPr>
          <p:cNvPr id="13" name="Picture 12" descr="A blue line graph with black text&#10;&#10;AI-generated content may be incorrect.">
            <a:extLst>
              <a:ext uri="{FF2B5EF4-FFF2-40B4-BE49-F238E27FC236}">
                <a16:creationId xmlns:a16="http://schemas.microsoft.com/office/drawing/2014/main" id="{A55AA3D7-EC06-163A-8178-8BFD9FA9AA3F}"/>
              </a:ext>
            </a:extLst>
          </p:cNvPr>
          <p:cNvPicPr>
            <a:picLocks noChangeAspect="1"/>
          </p:cNvPicPr>
          <p:nvPr/>
        </p:nvPicPr>
        <p:blipFill>
          <a:blip r:embed="rId6"/>
          <a:stretch>
            <a:fillRect/>
          </a:stretch>
        </p:blipFill>
        <p:spPr>
          <a:xfrm>
            <a:off x="9050020" y="2219732"/>
            <a:ext cx="3141980" cy="1737360"/>
          </a:xfrm>
          <a:prstGeom prst="rect">
            <a:avLst/>
          </a:prstGeom>
        </p:spPr>
      </p:pic>
    </p:spTree>
    <p:extLst>
      <p:ext uri="{BB962C8B-B14F-4D97-AF65-F5344CB8AC3E}">
        <p14:creationId xmlns:p14="http://schemas.microsoft.com/office/powerpoint/2010/main" val="4029527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140C5-9586-C400-3461-FF5047726A3C}"/>
            </a:ext>
          </a:extLst>
        </p:cNvPr>
        <p:cNvGrpSpPr/>
        <p:nvPr/>
      </p:nvGrpSpPr>
      <p:grpSpPr>
        <a:xfrm>
          <a:off x="0" y="0"/>
          <a:ext cx="0" cy="0"/>
          <a:chOff x="0" y="0"/>
          <a:chExt cx="0" cy="0"/>
        </a:xfrm>
      </p:grpSpPr>
      <p:pic>
        <p:nvPicPr>
          <p:cNvPr id="7" name="Picture 6" descr="A red line with blue dots&#10;&#10;AI-generated content may be incorrect.">
            <a:extLst>
              <a:ext uri="{FF2B5EF4-FFF2-40B4-BE49-F238E27FC236}">
                <a16:creationId xmlns:a16="http://schemas.microsoft.com/office/drawing/2014/main" id="{05C5BAED-C3EF-FE69-2009-CAFE56EE672E}"/>
              </a:ext>
            </a:extLst>
          </p:cNvPr>
          <p:cNvPicPr>
            <a:picLocks noChangeAspect="1"/>
          </p:cNvPicPr>
          <p:nvPr/>
        </p:nvPicPr>
        <p:blipFill>
          <a:blip r:embed="rId2"/>
          <a:stretch>
            <a:fillRect/>
          </a:stretch>
        </p:blipFill>
        <p:spPr>
          <a:xfrm>
            <a:off x="9270364" y="3957091"/>
            <a:ext cx="2921635" cy="1645920"/>
          </a:xfrm>
          <a:prstGeom prst="rect">
            <a:avLst/>
          </a:prstGeom>
        </p:spPr>
      </p:pic>
      <p:pic>
        <p:nvPicPr>
          <p:cNvPr id="8" name="Picture 7" descr="A blue line graph with white text&#10;&#10;AI-generated content may be incorrect.">
            <a:extLst>
              <a:ext uri="{FF2B5EF4-FFF2-40B4-BE49-F238E27FC236}">
                <a16:creationId xmlns:a16="http://schemas.microsoft.com/office/drawing/2014/main" id="{09F2152E-7C06-D8E3-35BE-78D6C65E6BC7}"/>
              </a:ext>
            </a:extLst>
          </p:cNvPr>
          <p:cNvPicPr>
            <a:picLocks noChangeAspect="1"/>
          </p:cNvPicPr>
          <p:nvPr/>
        </p:nvPicPr>
        <p:blipFill>
          <a:blip r:embed="rId3"/>
          <a:stretch>
            <a:fillRect/>
          </a:stretch>
        </p:blipFill>
        <p:spPr>
          <a:xfrm>
            <a:off x="9050020" y="2219732"/>
            <a:ext cx="3141980" cy="1737360"/>
          </a:xfrm>
          <a:prstGeom prst="rect">
            <a:avLst/>
          </a:prstGeom>
        </p:spPr>
      </p:pic>
      <p:pic>
        <p:nvPicPr>
          <p:cNvPr id="9" name="Picture 8" descr="A graph of a graph showing a number of light&#10;&#10;AI-generated content may be incorrect.">
            <a:extLst>
              <a:ext uri="{FF2B5EF4-FFF2-40B4-BE49-F238E27FC236}">
                <a16:creationId xmlns:a16="http://schemas.microsoft.com/office/drawing/2014/main" id="{7EDCECD7-0009-5860-DB4A-B955C32BDE0A}"/>
              </a:ext>
            </a:extLst>
          </p:cNvPr>
          <p:cNvPicPr>
            <a:picLocks noChangeAspect="1"/>
          </p:cNvPicPr>
          <p:nvPr/>
        </p:nvPicPr>
        <p:blipFill>
          <a:blip r:embed="rId4"/>
          <a:stretch>
            <a:fillRect/>
          </a:stretch>
        </p:blipFill>
        <p:spPr>
          <a:xfrm>
            <a:off x="6482714" y="2219732"/>
            <a:ext cx="2567305" cy="1737360"/>
          </a:xfrm>
          <a:prstGeom prst="rect">
            <a:avLst/>
          </a:prstGeom>
        </p:spPr>
      </p:pic>
      <p:pic>
        <p:nvPicPr>
          <p:cNvPr id="10" name="Picture 9" descr="A gas burner with text below&#10;&#10;AI-generated content may be incorrect.">
            <a:extLst>
              <a:ext uri="{FF2B5EF4-FFF2-40B4-BE49-F238E27FC236}">
                <a16:creationId xmlns:a16="http://schemas.microsoft.com/office/drawing/2014/main" id="{29D3F928-BA7A-8565-2248-7F0CCA15C11C}"/>
              </a:ext>
            </a:extLst>
          </p:cNvPr>
          <p:cNvPicPr>
            <a:picLocks noChangeAspect="1"/>
          </p:cNvPicPr>
          <p:nvPr/>
        </p:nvPicPr>
        <p:blipFill>
          <a:blip r:embed="rId5"/>
          <a:stretch>
            <a:fillRect/>
          </a:stretch>
        </p:blipFill>
        <p:spPr>
          <a:xfrm>
            <a:off x="6984746" y="3957092"/>
            <a:ext cx="1955101" cy="1645919"/>
          </a:xfrm>
          <a:prstGeom prst="rect">
            <a:avLst/>
          </a:prstGeom>
        </p:spPr>
      </p:pic>
      <p:sp>
        <p:nvSpPr>
          <p:cNvPr id="2" name="Title 1">
            <a:extLst>
              <a:ext uri="{FF2B5EF4-FFF2-40B4-BE49-F238E27FC236}">
                <a16:creationId xmlns:a16="http://schemas.microsoft.com/office/drawing/2014/main" id="{B87372DE-CF9E-11E7-439A-DE4B5A5D80C4}"/>
              </a:ext>
            </a:extLst>
          </p:cNvPr>
          <p:cNvSpPr>
            <a:spLocks noGrp="1"/>
          </p:cNvSpPr>
          <p:nvPr>
            <p:ph type="title"/>
          </p:nvPr>
        </p:nvSpPr>
        <p:spPr/>
        <p:txBody>
          <a:bodyPr/>
          <a:lstStyle/>
          <a:p>
            <a:r>
              <a:rPr lang="en-US" dirty="0"/>
              <a:t>Absorption – Results</a:t>
            </a:r>
          </a:p>
        </p:txBody>
      </p:sp>
      <p:sp>
        <p:nvSpPr>
          <p:cNvPr id="3" name="Text Placeholder 2">
            <a:extLst>
              <a:ext uri="{FF2B5EF4-FFF2-40B4-BE49-F238E27FC236}">
                <a16:creationId xmlns:a16="http://schemas.microsoft.com/office/drawing/2014/main" id="{EDD941AB-205D-6C42-50BE-141E7DEAAD3A}"/>
              </a:ext>
            </a:extLst>
          </p:cNvPr>
          <p:cNvSpPr>
            <a:spLocks noGrp="1"/>
          </p:cNvSpPr>
          <p:nvPr>
            <p:ph type="body" sz="quarter" idx="20"/>
          </p:nvPr>
        </p:nvSpPr>
        <p:spPr>
          <a:xfrm>
            <a:off x="652464" y="1795749"/>
            <a:ext cx="5499734" cy="4120309"/>
          </a:xfrm>
        </p:spPr>
        <p:txBody>
          <a:bodyPr>
            <a:noAutofit/>
          </a:bodyPr>
          <a:lstStyle/>
          <a:p>
            <a:pPr marL="171450" indent="-171450">
              <a:buFont typeface="Arial" panose="020B0604020202020204" pitchFamily="34" charset="0"/>
              <a:buChar char="•"/>
            </a:pPr>
            <a:r>
              <a:rPr lang="en-US" sz="1600" dirty="0"/>
              <a:t>Butane Flame</a:t>
            </a:r>
            <a:br>
              <a:rPr lang="en-US" sz="1600" dirty="0"/>
            </a:br>
            <a:endParaRPr lang="en-US" sz="1600" dirty="0"/>
          </a:p>
          <a:p>
            <a:pPr marL="171450" indent="-171450">
              <a:buFont typeface="Arial" panose="020B0604020202020204" pitchFamily="34" charset="0"/>
              <a:buChar char="•"/>
            </a:pPr>
            <a:r>
              <a:rPr lang="en-US" sz="1400" dirty="0"/>
              <a:t>Higher sampling height of 0.5”:</a:t>
            </a:r>
          </a:p>
          <a:p>
            <a:pPr marL="857250" lvl="1" indent="-171450"/>
            <a:r>
              <a:rPr lang="en-US" sz="1400" dirty="0"/>
              <a:t>Temperature: 1988 K</a:t>
            </a:r>
          </a:p>
          <a:p>
            <a:pPr marL="857250" lvl="1" indent="-171450"/>
            <a:r>
              <a:rPr lang="en-US" sz="1400" dirty="0"/>
              <a:t>OH mole fraction: 0.0162</a:t>
            </a:r>
          </a:p>
          <a:p>
            <a:pPr marL="857250" lvl="1" indent="-171450"/>
            <a:r>
              <a:rPr lang="en-US" sz="1400" dirty="0"/>
              <a:t>Both the temperature and mole fraction decreased, consistent with cooling and dilution as combustion products mix with the surrounding air</a:t>
            </a:r>
            <a:br>
              <a:rPr lang="en-US" sz="1400" dirty="0"/>
            </a:br>
            <a:endParaRPr lang="en-US" sz="1400" dirty="0"/>
          </a:p>
          <a:p>
            <a:pPr marL="171450" indent="-171450">
              <a:buFont typeface="Arial" panose="020B0604020202020204" pitchFamily="34" charset="0"/>
              <a:buChar char="•"/>
            </a:pPr>
            <a:r>
              <a:rPr lang="en-US" sz="1400" dirty="0"/>
              <a:t>The linearity of the Boltzmann plots at both locations confirms that OH rotational populations remain near equilibrium, supporting the validity of the absorption-based method</a:t>
            </a:r>
          </a:p>
          <a:p>
            <a:pPr marL="857250" lvl="1" indent="-171450"/>
            <a:endParaRPr lang="en-US" sz="1400" dirty="0"/>
          </a:p>
        </p:txBody>
      </p:sp>
      <p:sp>
        <p:nvSpPr>
          <p:cNvPr id="4" name="Text Placeholder 3">
            <a:extLst>
              <a:ext uri="{FF2B5EF4-FFF2-40B4-BE49-F238E27FC236}">
                <a16:creationId xmlns:a16="http://schemas.microsoft.com/office/drawing/2014/main" id="{370444AD-9E22-37AC-52CF-83A12366047A}"/>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F24AE17F-E186-9521-40EF-64CBAC1C5832}"/>
              </a:ext>
            </a:extLst>
          </p:cNvPr>
          <p:cNvSpPr>
            <a:spLocks noGrp="1"/>
          </p:cNvSpPr>
          <p:nvPr>
            <p:ph type="sldNum" sz="quarter" idx="17"/>
          </p:nvPr>
        </p:nvSpPr>
        <p:spPr/>
        <p:txBody>
          <a:bodyPr/>
          <a:lstStyle/>
          <a:p>
            <a:fld id="{86134D44-37F0-44A1-8A08-E9432A030C07}" type="slidenum">
              <a:rPr lang="en-US" smtClean="0"/>
              <a:pPr/>
              <a:t>15</a:t>
            </a:fld>
            <a:endParaRPr lang="en-US" dirty="0"/>
          </a:p>
        </p:txBody>
      </p:sp>
    </p:spTree>
    <p:extLst>
      <p:ext uri="{BB962C8B-B14F-4D97-AF65-F5344CB8AC3E}">
        <p14:creationId xmlns:p14="http://schemas.microsoft.com/office/powerpoint/2010/main" val="4210775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0FB63-05CC-E355-0BFE-73772F0F90EF}"/>
            </a:ext>
          </a:extLst>
        </p:cNvPr>
        <p:cNvGrpSpPr/>
        <p:nvPr/>
      </p:nvGrpSpPr>
      <p:grpSpPr>
        <a:xfrm>
          <a:off x="0" y="0"/>
          <a:ext cx="0" cy="0"/>
          <a:chOff x="0" y="0"/>
          <a:chExt cx="0" cy="0"/>
        </a:xfrm>
      </p:grpSpPr>
      <p:pic>
        <p:nvPicPr>
          <p:cNvPr id="16" name="Picture 15" descr="A graph with a red line&#10;&#10;AI-generated content may be incorrect.">
            <a:extLst>
              <a:ext uri="{FF2B5EF4-FFF2-40B4-BE49-F238E27FC236}">
                <a16:creationId xmlns:a16="http://schemas.microsoft.com/office/drawing/2014/main" id="{6EAE3048-F5A5-1741-BDB3-D69844536250}"/>
              </a:ext>
            </a:extLst>
          </p:cNvPr>
          <p:cNvPicPr>
            <a:picLocks noChangeAspect="1"/>
          </p:cNvPicPr>
          <p:nvPr/>
        </p:nvPicPr>
        <p:blipFill>
          <a:blip r:embed="rId2"/>
          <a:stretch>
            <a:fillRect/>
          </a:stretch>
        </p:blipFill>
        <p:spPr>
          <a:xfrm>
            <a:off x="9270365" y="3957091"/>
            <a:ext cx="2921635" cy="1645920"/>
          </a:xfrm>
          <a:prstGeom prst="rect">
            <a:avLst/>
          </a:prstGeom>
        </p:spPr>
      </p:pic>
      <p:pic>
        <p:nvPicPr>
          <p:cNvPr id="15" name="Picture 14" descr="A blue line graph with text&#10;&#10;AI-generated content may be incorrect.">
            <a:extLst>
              <a:ext uri="{FF2B5EF4-FFF2-40B4-BE49-F238E27FC236}">
                <a16:creationId xmlns:a16="http://schemas.microsoft.com/office/drawing/2014/main" id="{F18FFD65-239B-A20F-3D3D-E6B00C7BCE7A}"/>
              </a:ext>
            </a:extLst>
          </p:cNvPr>
          <p:cNvPicPr>
            <a:picLocks noChangeAspect="1"/>
          </p:cNvPicPr>
          <p:nvPr/>
        </p:nvPicPr>
        <p:blipFill>
          <a:blip r:embed="rId3"/>
          <a:stretch>
            <a:fillRect/>
          </a:stretch>
        </p:blipFill>
        <p:spPr>
          <a:xfrm>
            <a:off x="9050020" y="2216645"/>
            <a:ext cx="3141980" cy="1737360"/>
          </a:xfrm>
          <a:prstGeom prst="rect">
            <a:avLst/>
          </a:prstGeom>
        </p:spPr>
      </p:pic>
      <p:pic>
        <p:nvPicPr>
          <p:cNvPr id="14" name="Picture 13" descr="A graph of a graph showing the number of light&#10;&#10;AI-generated content may be incorrect.">
            <a:extLst>
              <a:ext uri="{FF2B5EF4-FFF2-40B4-BE49-F238E27FC236}">
                <a16:creationId xmlns:a16="http://schemas.microsoft.com/office/drawing/2014/main" id="{30D05B71-AC29-1C3F-D356-7D8AC953EF0C}"/>
              </a:ext>
            </a:extLst>
          </p:cNvPr>
          <p:cNvPicPr>
            <a:picLocks noChangeAspect="1"/>
          </p:cNvPicPr>
          <p:nvPr/>
        </p:nvPicPr>
        <p:blipFill>
          <a:blip r:embed="rId4"/>
          <a:stretch>
            <a:fillRect/>
          </a:stretch>
        </p:blipFill>
        <p:spPr>
          <a:xfrm>
            <a:off x="6482713" y="2216645"/>
            <a:ext cx="2567305" cy="1737360"/>
          </a:xfrm>
          <a:prstGeom prst="rect">
            <a:avLst/>
          </a:prstGeom>
        </p:spPr>
      </p:pic>
      <p:pic>
        <p:nvPicPr>
          <p:cNvPr id="10" name="Picture 9" descr="A candle with a flame and a candle flame&#10;&#10;AI-generated content may be incorrect.">
            <a:extLst>
              <a:ext uri="{FF2B5EF4-FFF2-40B4-BE49-F238E27FC236}">
                <a16:creationId xmlns:a16="http://schemas.microsoft.com/office/drawing/2014/main" id="{86504E40-39F0-4F11-6DBE-581E2364575F}"/>
              </a:ext>
            </a:extLst>
          </p:cNvPr>
          <p:cNvPicPr>
            <a:picLocks noChangeAspect="1"/>
          </p:cNvPicPr>
          <p:nvPr/>
        </p:nvPicPr>
        <p:blipFill>
          <a:blip r:embed="rId5"/>
          <a:stretch>
            <a:fillRect/>
          </a:stretch>
        </p:blipFill>
        <p:spPr>
          <a:xfrm>
            <a:off x="6984745" y="3954005"/>
            <a:ext cx="1873521" cy="1652094"/>
          </a:xfrm>
          <a:prstGeom prst="rect">
            <a:avLst/>
          </a:prstGeom>
        </p:spPr>
      </p:pic>
      <p:sp>
        <p:nvSpPr>
          <p:cNvPr id="2" name="Title 1">
            <a:extLst>
              <a:ext uri="{FF2B5EF4-FFF2-40B4-BE49-F238E27FC236}">
                <a16:creationId xmlns:a16="http://schemas.microsoft.com/office/drawing/2014/main" id="{A8E54925-E2C0-1A02-6034-30B78DAE46AB}"/>
              </a:ext>
            </a:extLst>
          </p:cNvPr>
          <p:cNvSpPr>
            <a:spLocks noGrp="1"/>
          </p:cNvSpPr>
          <p:nvPr>
            <p:ph type="title"/>
          </p:nvPr>
        </p:nvSpPr>
        <p:spPr/>
        <p:txBody>
          <a:bodyPr/>
          <a:lstStyle/>
          <a:p>
            <a:r>
              <a:rPr lang="en-US" dirty="0"/>
              <a:t>Absorption – Results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29C65FCE-6BB2-6F52-3026-E29329B68682}"/>
                  </a:ext>
                </a:extLst>
              </p:cNvPr>
              <p:cNvSpPr>
                <a:spLocks noGrp="1"/>
              </p:cNvSpPr>
              <p:nvPr>
                <p:ph type="body" sz="quarter" idx="20"/>
              </p:nvPr>
            </p:nvSpPr>
            <p:spPr>
              <a:xfrm>
                <a:off x="652463" y="1795749"/>
                <a:ext cx="5720079" cy="4120309"/>
              </a:xfrm>
            </p:spPr>
            <p:txBody>
              <a:bodyPr>
                <a:noAutofit/>
              </a:bodyPr>
              <a:lstStyle/>
              <a:p>
                <a:pPr marL="171450" indent="-171450">
                  <a:buFont typeface="Arial" panose="020B0604020202020204" pitchFamily="34" charset="0"/>
                  <a:buChar char="•"/>
                </a:pPr>
                <a:r>
                  <a:rPr lang="en-US" sz="1600" dirty="0"/>
                  <a:t>Candle Flame</a:t>
                </a:r>
                <a:br>
                  <a:rPr lang="en-US" sz="1600" dirty="0"/>
                </a:br>
                <a:endParaRPr lang="en-US" sz="1600" dirty="0"/>
              </a:p>
              <a:p>
                <a:pPr marL="171450" indent="-171450">
                  <a:buFont typeface="Arial" panose="020B0604020202020204" pitchFamily="34" charset="0"/>
                  <a:buChar char="•"/>
                </a:pPr>
                <a:r>
                  <a:rPr lang="en-US" sz="1400" dirty="0"/>
                  <a:t>Post-processing</a:t>
                </a:r>
              </a:p>
              <a:p>
                <a:pPr marL="857250" lvl="1" indent="-171450"/>
                <a:r>
                  <a:rPr lang="en-US" sz="1400" dirty="0"/>
                  <a:t>The four required spectra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𝑓</m:t>
                        </m:r>
                        <m:r>
                          <a:rPr lang="en-US" sz="1400" i="1">
                            <a:latin typeface="Cambria Math" panose="02040503050406030204" pitchFamily="18" charset="0"/>
                          </a:rPr>
                          <m:t>+</m:t>
                        </m:r>
                        <m:r>
                          <a:rPr lang="en-US" sz="1400" i="1">
                            <a:latin typeface="Cambria Math" panose="02040503050406030204" pitchFamily="18" charset="0"/>
                          </a:rPr>
                          <m:t>𝑙</m:t>
                        </m:r>
                      </m:sub>
                    </m:sSub>
                  </m:oMath>
                </a14:m>
                <a:r>
                  <a:rPr lang="en-US" sz="1400" dirty="0"/>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𝑓</m:t>
                        </m:r>
                      </m:sub>
                    </m:sSub>
                  </m:oMath>
                </a14:m>
                <a:r>
                  <a:rPr lang="en-US" sz="1400" dirty="0"/>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𝑙</m:t>
                        </m:r>
                      </m:sub>
                    </m:sSub>
                  </m:oMath>
                </a14:m>
                <a:r>
                  <a:rPr lang="en-US" sz="1400" dirty="0"/>
                  <a:t>, and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𝑏</m:t>
                        </m:r>
                      </m:sub>
                    </m:sSub>
                  </m:oMath>
                </a14:m>
                <a:r>
                  <a:rPr lang="en-US" sz="1400" dirty="0"/>
                  <a:t> were acquired</a:t>
                </a:r>
              </a:p>
              <a:p>
                <a:pPr marL="857250" lvl="1" indent="-171450"/>
                <a:r>
                  <a:rPr lang="en-US" sz="1400" dirty="0"/>
                  <a:t>Followed by zero-baseline correction and wavelength calibration to compute the absorbance spectra</a:t>
                </a:r>
              </a:p>
              <a:p>
                <a:pPr marL="857250" lvl="1" indent="-171450"/>
                <a:r>
                  <a:rPr lang="en-US" sz="1400" dirty="0"/>
                  <a:t>Multiple isolated OH A-X (0-0) rotational lines integrated to obtain equivalent width</a:t>
                </a:r>
              </a:p>
              <a:p>
                <a:pPr marL="857250" lvl="1" indent="-171450"/>
                <a:r>
                  <a:rPr lang="en-US" sz="1400" dirty="0"/>
                  <a:t>Boltzmann plot constructed to estimate temperature</a:t>
                </a:r>
              </a:p>
              <a:p>
                <a:pPr marL="857250" lvl="1" indent="-171450"/>
                <a:r>
                  <a:rPr lang="en-US" sz="1400" dirty="0"/>
                  <a:t>OH column density and mole fraction computed from line-strength formulation</a:t>
                </a:r>
                <a:br>
                  <a:rPr lang="en-US" sz="1400" dirty="0"/>
                </a:br>
                <a:endParaRPr lang="en-US" sz="1400" dirty="0"/>
              </a:p>
              <a:p>
                <a:pPr marL="171450" indent="-171450">
                  <a:buFont typeface="Arial" panose="020B0604020202020204" pitchFamily="34" charset="0"/>
                  <a:buChar char="•"/>
                </a:pPr>
                <a:r>
                  <a:rPr lang="en-US" sz="1400" dirty="0"/>
                  <a:t>Lower sampling height of 0.25”:</a:t>
                </a:r>
              </a:p>
              <a:p>
                <a:pPr marL="857250" lvl="1" indent="-171450"/>
                <a:r>
                  <a:rPr lang="en-US" sz="1400" dirty="0"/>
                  <a:t>Temperature: 1810 K</a:t>
                </a:r>
              </a:p>
              <a:p>
                <a:pPr marL="857250" lvl="1" indent="-171450"/>
                <a:r>
                  <a:rPr lang="en-US" sz="1400" dirty="0"/>
                  <a:t>OH mole fraction, 0.0056</a:t>
                </a:r>
              </a:p>
              <a:p>
                <a:pPr marL="857250" lvl="1" indent="-171450"/>
                <a:r>
                  <a:rPr lang="en-US" sz="1400" dirty="0"/>
                  <a:t>Consistent with the cooler, diffusion-controlled nature of wax combustion compared to gaseous fuels. Reflects the weaker production of OH radicals in hydrocarbon-rich, sooting flames</a:t>
                </a:r>
              </a:p>
            </p:txBody>
          </p:sp>
        </mc:Choice>
        <mc:Fallback>
          <p:sp>
            <p:nvSpPr>
              <p:cNvPr id="3" name="Text Placeholder 2">
                <a:extLst>
                  <a:ext uri="{FF2B5EF4-FFF2-40B4-BE49-F238E27FC236}">
                    <a16:creationId xmlns:a16="http://schemas.microsoft.com/office/drawing/2014/main" id="{29C65FCE-6BB2-6F52-3026-E29329B68682}"/>
                  </a:ext>
                </a:extLst>
              </p:cNvPr>
              <p:cNvSpPr>
                <a:spLocks noGrp="1" noRot="1" noChangeAspect="1" noMove="1" noResize="1" noEditPoints="1" noAdjustHandles="1" noChangeArrowheads="1" noChangeShapeType="1" noTextEdit="1"/>
              </p:cNvSpPr>
              <p:nvPr>
                <p:ph type="body" sz="quarter" idx="20"/>
              </p:nvPr>
            </p:nvSpPr>
            <p:spPr>
              <a:xfrm>
                <a:off x="652463" y="1795749"/>
                <a:ext cx="5720079" cy="4120309"/>
              </a:xfrm>
              <a:blipFill>
                <a:blip r:embed="rId6"/>
                <a:stretch>
                  <a:fillRect l="-426" t="-1037" b="-8000"/>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F201D581-40D0-31F9-D379-F1EB8B2529B8}"/>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21440448-B467-E02E-D774-9BCB5B2E5182}"/>
              </a:ext>
            </a:extLst>
          </p:cNvPr>
          <p:cNvSpPr>
            <a:spLocks noGrp="1"/>
          </p:cNvSpPr>
          <p:nvPr>
            <p:ph type="sldNum" sz="quarter" idx="17"/>
          </p:nvPr>
        </p:nvSpPr>
        <p:spPr/>
        <p:txBody>
          <a:bodyPr/>
          <a:lstStyle/>
          <a:p>
            <a:fld id="{86134D44-37F0-44A1-8A08-E9432A030C07}" type="slidenum">
              <a:rPr lang="en-US" smtClean="0"/>
              <a:pPr/>
              <a:t>16</a:t>
            </a:fld>
            <a:endParaRPr lang="en-US" dirty="0"/>
          </a:p>
        </p:txBody>
      </p:sp>
    </p:spTree>
    <p:extLst>
      <p:ext uri="{BB962C8B-B14F-4D97-AF65-F5344CB8AC3E}">
        <p14:creationId xmlns:p14="http://schemas.microsoft.com/office/powerpoint/2010/main" val="1174301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78FC2-0242-29DA-35B9-59263FD6D27E}"/>
            </a:ext>
          </a:extLst>
        </p:cNvPr>
        <p:cNvGrpSpPr/>
        <p:nvPr/>
      </p:nvGrpSpPr>
      <p:grpSpPr>
        <a:xfrm>
          <a:off x="0" y="0"/>
          <a:ext cx="0" cy="0"/>
          <a:chOff x="0" y="0"/>
          <a:chExt cx="0" cy="0"/>
        </a:xfrm>
      </p:grpSpPr>
      <p:pic>
        <p:nvPicPr>
          <p:cNvPr id="10" name="Picture 9" descr="A red line with numbers&#10;&#10;AI-generated content may be incorrect.">
            <a:extLst>
              <a:ext uri="{FF2B5EF4-FFF2-40B4-BE49-F238E27FC236}">
                <a16:creationId xmlns:a16="http://schemas.microsoft.com/office/drawing/2014/main" id="{CE10002C-7C23-DC41-F18C-B22AFB842203}"/>
              </a:ext>
            </a:extLst>
          </p:cNvPr>
          <p:cNvPicPr>
            <a:picLocks noChangeAspect="1"/>
          </p:cNvPicPr>
          <p:nvPr/>
        </p:nvPicPr>
        <p:blipFill>
          <a:blip r:embed="rId2"/>
          <a:stretch>
            <a:fillRect/>
          </a:stretch>
        </p:blipFill>
        <p:spPr>
          <a:xfrm>
            <a:off x="9260839" y="3957092"/>
            <a:ext cx="2940685" cy="1645920"/>
          </a:xfrm>
          <a:prstGeom prst="rect">
            <a:avLst/>
          </a:prstGeom>
        </p:spPr>
      </p:pic>
      <p:pic>
        <p:nvPicPr>
          <p:cNvPr id="9" name="Picture 8" descr="A blue line graph with numbers&#10;&#10;AI-generated content may be incorrect.">
            <a:extLst>
              <a:ext uri="{FF2B5EF4-FFF2-40B4-BE49-F238E27FC236}">
                <a16:creationId xmlns:a16="http://schemas.microsoft.com/office/drawing/2014/main" id="{EC6E15F2-EE1E-079E-D732-60C71B0412D0}"/>
              </a:ext>
            </a:extLst>
          </p:cNvPr>
          <p:cNvPicPr>
            <a:picLocks noChangeAspect="1"/>
          </p:cNvPicPr>
          <p:nvPr/>
        </p:nvPicPr>
        <p:blipFill>
          <a:blip r:embed="rId3"/>
          <a:stretch>
            <a:fillRect/>
          </a:stretch>
        </p:blipFill>
        <p:spPr>
          <a:xfrm>
            <a:off x="9137950" y="2216645"/>
            <a:ext cx="2982595" cy="1737360"/>
          </a:xfrm>
          <a:prstGeom prst="rect">
            <a:avLst/>
          </a:prstGeom>
        </p:spPr>
      </p:pic>
      <p:pic>
        <p:nvPicPr>
          <p:cNvPr id="8" name="Picture 7" descr="A graph of a line&#10;&#10;AI-generated content may be incorrect.">
            <a:extLst>
              <a:ext uri="{FF2B5EF4-FFF2-40B4-BE49-F238E27FC236}">
                <a16:creationId xmlns:a16="http://schemas.microsoft.com/office/drawing/2014/main" id="{5A3E235B-C9A5-5AD3-4052-D896588F84C9}"/>
              </a:ext>
            </a:extLst>
          </p:cNvPr>
          <p:cNvPicPr>
            <a:picLocks noChangeAspect="1"/>
          </p:cNvPicPr>
          <p:nvPr/>
        </p:nvPicPr>
        <p:blipFill>
          <a:blip r:embed="rId4"/>
          <a:stretch>
            <a:fillRect/>
          </a:stretch>
        </p:blipFill>
        <p:spPr>
          <a:xfrm>
            <a:off x="6482714" y="2219732"/>
            <a:ext cx="2567305" cy="1737360"/>
          </a:xfrm>
          <a:prstGeom prst="rect">
            <a:avLst/>
          </a:prstGeom>
        </p:spPr>
      </p:pic>
      <p:sp>
        <p:nvSpPr>
          <p:cNvPr id="2" name="Title 1">
            <a:extLst>
              <a:ext uri="{FF2B5EF4-FFF2-40B4-BE49-F238E27FC236}">
                <a16:creationId xmlns:a16="http://schemas.microsoft.com/office/drawing/2014/main" id="{78AEFFD7-1825-29DC-746F-AEA3892BFE01}"/>
              </a:ext>
            </a:extLst>
          </p:cNvPr>
          <p:cNvSpPr>
            <a:spLocks noGrp="1"/>
          </p:cNvSpPr>
          <p:nvPr>
            <p:ph type="title"/>
          </p:nvPr>
        </p:nvSpPr>
        <p:spPr/>
        <p:txBody>
          <a:bodyPr/>
          <a:lstStyle/>
          <a:p>
            <a:r>
              <a:rPr lang="en-US" dirty="0"/>
              <a:t>Absorption – Results</a:t>
            </a:r>
          </a:p>
        </p:txBody>
      </p:sp>
      <p:sp>
        <p:nvSpPr>
          <p:cNvPr id="3" name="Text Placeholder 2">
            <a:extLst>
              <a:ext uri="{FF2B5EF4-FFF2-40B4-BE49-F238E27FC236}">
                <a16:creationId xmlns:a16="http://schemas.microsoft.com/office/drawing/2014/main" id="{D74FEEB1-23AE-4AD0-277A-F277CB4BEAAE}"/>
              </a:ext>
            </a:extLst>
          </p:cNvPr>
          <p:cNvSpPr>
            <a:spLocks noGrp="1"/>
          </p:cNvSpPr>
          <p:nvPr>
            <p:ph type="body" sz="quarter" idx="20"/>
          </p:nvPr>
        </p:nvSpPr>
        <p:spPr>
          <a:xfrm>
            <a:off x="652464" y="1795749"/>
            <a:ext cx="5499734" cy="4120309"/>
          </a:xfrm>
        </p:spPr>
        <p:txBody>
          <a:bodyPr>
            <a:noAutofit/>
          </a:bodyPr>
          <a:lstStyle/>
          <a:p>
            <a:pPr marL="171450" indent="-171450">
              <a:buFont typeface="Arial" panose="020B0604020202020204" pitchFamily="34" charset="0"/>
              <a:buChar char="•"/>
            </a:pPr>
            <a:r>
              <a:rPr lang="en-US" sz="1600" dirty="0"/>
              <a:t>Candle Flame</a:t>
            </a:r>
            <a:br>
              <a:rPr lang="en-US" sz="1600" dirty="0"/>
            </a:br>
            <a:endParaRPr lang="en-US" sz="1600" dirty="0"/>
          </a:p>
          <a:p>
            <a:pPr marL="171450" indent="-171450">
              <a:buFont typeface="Arial" panose="020B0604020202020204" pitchFamily="34" charset="0"/>
              <a:buChar char="•"/>
            </a:pPr>
            <a:r>
              <a:rPr lang="en-US" sz="1400" dirty="0"/>
              <a:t>Higher sampling height of 0.5”:</a:t>
            </a:r>
          </a:p>
          <a:p>
            <a:pPr marL="857250" lvl="1" indent="-171450"/>
            <a:r>
              <a:rPr lang="en-US" sz="1400" dirty="0"/>
              <a:t>Temperature: 1030 K</a:t>
            </a:r>
          </a:p>
          <a:p>
            <a:pPr marL="857250" lvl="1" indent="-171450"/>
            <a:r>
              <a:rPr lang="en-US" sz="1400" dirty="0"/>
              <a:t>OH mole fraction: 0.00056</a:t>
            </a:r>
          </a:p>
          <a:p>
            <a:pPr marL="857250" lvl="1" indent="-171450"/>
            <a:r>
              <a:rPr lang="en-US" sz="1400" dirty="0"/>
              <a:t>Both the temperature and mole fraction decreased, indicating dilution by entrained air and partial quenching of radicals as the plume cools</a:t>
            </a:r>
            <a:br>
              <a:rPr lang="en-US" sz="1400" dirty="0"/>
            </a:br>
            <a:endParaRPr lang="en-US" sz="1400" dirty="0"/>
          </a:p>
          <a:p>
            <a:pPr marL="171450" indent="-171450">
              <a:buFont typeface="Arial" panose="020B0604020202020204" pitchFamily="34" charset="0"/>
              <a:buChar char="•"/>
            </a:pPr>
            <a:r>
              <a:rPr lang="en-US" sz="1400" dirty="0"/>
              <a:t>Unlike gaseous fuels, the candle flame exhibited a higher continuum background due to soot luminosity</a:t>
            </a:r>
            <a:br>
              <a:rPr lang="en-US" sz="1400" dirty="0"/>
            </a:br>
            <a:endParaRPr lang="en-US" sz="1400" dirty="0"/>
          </a:p>
          <a:p>
            <a:pPr marL="171450" indent="-171450">
              <a:buFont typeface="Arial" panose="020B0604020202020204" pitchFamily="34" charset="0"/>
              <a:buChar char="•"/>
            </a:pPr>
            <a:r>
              <a:rPr lang="en-US" sz="1400" dirty="0"/>
              <a:t>Linearity of the Boltzmann plot remained adequate after baseline correction. This confirms that, despite weaker OH features, the rotational population is sufficiently close to equilibrium for reliable temperature and concentration extraction</a:t>
            </a:r>
          </a:p>
        </p:txBody>
      </p:sp>
      <p:sp>
        <p:nvSpPr>
          <p:cNvPr id="4" name="Text Placeholder 3">
            <a:extLst>
              <a:ext uri="{FF2B5EF4-FFF2-40B4-BE49-F238E27FC236}">
                <a16:creationId xmlns:a16="http://schemas.microsoft.com/office/drawing/2014/main" id="{8C985159-1C54-DFFB-7360-F0A0C968AAEE}"/>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6C23CFF6-375D-93D2-0E0D-22D6E4764E3C}"/>
              </a:ext>
            </a:extLst>
          </p:cNvPr>
          <p:cNvSpPr>
            <a:spLocks noGrp="1"/>
          </p:cNvSpPr>
          <p:nvPr>
            <p:ph type="sldNum" sz="quarter" idx="17"/>
          </p:nvPr>
        </p:nvSpPr>
        <p:spPr/>
        <p:txBody>
          <a:bodyPr/>
          <a:lstStyle/>
          <a:p>
            <a:fld id="{86134D44-37F0-44A1-8A08-E9432A030C07}" type="slidenum">
              <a:rPr lang="en-US" smtClean="0"/>
              <a:pPr/>
              <a:t>17</a:t>
            </a:fld>
            <a:endParaRPr lang="en-US" dirty="0"/>
          </a:p>
        </p:txBody>
      </p:sp>
      <p:pic>
        <p:nvPicPr>
          <p:cNvPr id="7" name="Picture 6" descr="A candle with a flame and a candle flame&#10;&#10;AI-generated content may be incorrect.">
            <a:extLst>
              <a:ext uri="{FF2B5EF4-FFF2-40B4-BE49-F238E27FC236}">
                <a16:creationId xmlns:a16="http://schemas.microsoft.com/office/drawing/2014/main" id="{4A2E994A-733F-805C-0760-A7D8BC28AC63}"/>
              </a:ext>
            </a:extLst>
          </p:cNvPr>
          <p:cNvPicPr>
            <a:picLocks noChangeAspect="1"/>
          </p:cNvPicPr>
          <p:nvPr/>
        </p:nvPicPr>
        <p:blipFill>
          <a:blip r:embed="rId5"/>
          <a:stretch>
            <a:fillRect/>
          </a:stretch>
        </p:blipFill>
        <p:spPr>
          <a:xfrm>
            <a:off x="6984745" y="3954005"/>
            <a:ext cx="1873521" cy="1652094"/>
          </a:xfrm>
          <a:prstGeom prst="rect">
            <a:avLst/>
          </a:prstGeom>
        </p:spPr>
      </p:pic>
    </p:spTree>
    <p:extLst>
      <p:ext uri="{BB962C8B-B14F-4D97-AF65-F5344CB8AC3E}">
        <p14:creationId xmlns:p14="http://schemas.microsoft.com/office/powerpoint/2010/main" val="1406381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C4B4E-5A4B-18F3-6986-8AE6C706B9A3}"/>
            </a:ext>
          </a:extLst>
        </p:cNvPr>
        <p:cNvGrpSpPr/>
        <p:nvPr/>
      </p:nvGrpSpPr>
      <p:grpSpPr>
        <a:xfrm>
          <a:off x="0" y="0"/>
          <a:ext cx="0" cy="0"/>
          <a:chOff x="0" y="0"/>
          <a:chExt cx="0" cy="0"/>
        </a:xfrm>
      </p:grpSpPr>
      <p:pic>
        <p:nvPicPr>
          <p:cNvPr id="17" name="Picture 16" descr="A red line with numbers and symbols&#10;&#10;AI-generated content may be incorrect.">
            <a:extLst>
              <a:ext uri="{FF2B5EF4-FFF2-40B4-BE49-F238E27FC236}">
                <a16:creationId xmlns:a16="http://schemas.microsoft.com/office/drawing/2014/main" id="{E5681267-A6A8-4ADE-4CAD-E8D7F99FDD4C}"/>
              </a:ext>
            </a:extLst>
          </p:cNvPr>
          <p:cNvPicPr>
            <a:picLocks noChangeAspect="1"/>
          </p:cNvPicPr>
          <p:nvPr/>
        </p:nvPicPr>
        <p:blipFill>
          <a:blip r:embed="rId2"/>
          <a:stretch>
            <a:fillRect/>
          </a:stretch>
        </p:blipFill>
        <p:spPr>
          <a:xfrm>
            <a:off x="9260839" y="3954005"/>
            <a:ext cx="2931160" cy="1645920"/>
          </a:xfrm>
          <a:prstGeom prst="rect">
            <a:avLst/>
          </a:prstGeom>
        </p:spPr>
      </p:pic>
      <p:pic>
        <p:nvPicPr>
          <p:cNvPr id="18" name="Picture 17" descr="A blue line graph with text&#10;&#10;AI-generated content may be incorrect.">
            <a:extLst>
              <a:ext uri="{FF2B5EF4-FFF2-40B4-BE49-F238E27FC236}">
                <a16:creationId xmlns:a16="http://schemas.microsoft.com/office/drawing/2014/main" id="{F8799211-3402-D098-5C28-C1A14595465E}"/>
              </a:ext>
            </a:extLst>
          </p:cNvPr>
          <p:cNvPicPr>
            <a:picLocks noChangeAspect="1"/>
          </p:cNvPicPr>
          <p:nvPr/>
        </p:nvPicPr>
        <p:blipFill>
          <a:blip r:embed="rId3"/>
          <a:stretch>
            <a:fillRect/>
          </a:stretch>
        </p:blipFill>
        <p:spPr>
          <a:xfrm>
            <a:off x="9059544" y="2213559"/>
            <a:ext cx="3141980" cy="1737360"/>
          </a:xfrm>
          <a:prstGeom prst="rect">
            <a:avLst/>
          </a:prstGeom>
        </p:spPr>
      </p:pic>
      <p:pic>
        <p:nvPicPr>
          <p:cNvPr id="19" name="Picture 18" descr="A graph of a graph showing the number of light&#10;&#10;AI-generated content may be incorrect.">
            <a:extLst>
              <a:ext uri="{FF2B5EF4-FFF2-40B4-BE49-F238E27FC236}">
                <a16:creationId xmlns:a16="http://schemas.microsoft.com/office/drawing/2014/main" id="{94EA04CF-A357-6CC3-0907-D5154354D60C}"/>
              </a:ext>
            </a:extLst>
          </p:cNvPr>
          <p:cNvPicPr>
            <a:picLocks noChangeAspect="1"/>
          </p:cNvPicPr>
          <p:nvPr/>
        </p:nvPicPr>
        <p:blipFill>
          <a:blip r:embed="rId4"/>
          <a:stretch>
            <a:fillRect/>
          </a:stretch>
        </p:blipFill>
        <p:spPr>
          <a:xfrm>
            <a:off x="6482713" y="2213559"/>
            <a:ext cx="2567305" cy="1737360"/>
          </a:xfrm>
          <a:prstGeom prst="rect">
            <a:avLst/>
          </a:prstGeom>
        </p:spPr>
      </p:pic>
      <p:pic>
        <p:nvPicPr>
          <p:cNvPr id="6" name="Picture 5" descr="A blue flame on a metal surface&#10;&#10;AI-generated content may be incorrect.">
            <a:extLst>
              <a:ext uri="{FF2B5EF4-FFF2-40B4-BE49-F238E27FC236}">
                <a16:creationId xmlns:a16="http://schemas.microsoft.com/office/drawing/2014/main" id="{38EE0F23-99BE-F791-8993-83AB358BAFB8}"/>
              </a:ext>
            </a:extLst>
          </p:cNvPr>
          <p:cNvPicPr>
            <a:picLocks noChangeAspect="1"/>
          </p:cNvPicPr>
          <p:nvPr/>
        </p:nvPicPr>
        <p:blipFill>
          <a:blip r:embed="rId5"/>
          <a:stretch>
            <a:fillRect/>
          </a:stretch>
        </p:blipFill>
        <p:spPr>
          <a:xfrm>
            <a:off x="7062361" y="3955548"/>
            <a:ext cx="1718287" cy="1649006"/>
          </a:xfrm>
          <a:prstGeom prst="rect">
            <a:avLst/>
          </a:prstGeom>
        </p:spPr>
      </p:pic>
      <p:sp>
        <p:nvSpPr>
          <p:cNvPr id="2" name="Title 1">
            <a:extLst>
              <a:ext uri="{FF2B5EF4-FFF2-40B4-BE49-F238E27FC236}">
                <a16:creationId xmlns:a16="http://schemas.microsoft.com/office/drawing/2014/main" id="{302363E9-165D-C171-E7CF-D8B31F751A33}"/>
              </a:ext>
            </a:extLst>
          </p:cNvPr>
          <p:cNvSpPr>
            <a:spLocks noGrp="1"/>
          </p:cNvSpPr>
          <p:nvPr>
            <p:ph type="title"/>
          </p:nvPr>
        </p:nvSpPr>
        <p:spPr/>
        <p:txBody>
          <a:bodyPr/>
          <a:lstStyle/>
          <a:p>
            <a:r>
              <a:rPr lang="en-US" dirty="0"/>
              <a:t>Absorption – Results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7990891E-F0C7-3BAF-AA7C-1801045C7F7A}"/>
                  </a:ext>
                </a:extLst>
              </p:cNvPr>
              <p:cNvSpPr>
                <a:spLocks noGrp="1"/>
              </p:cNvSpPr>
              <p:nvPr>
                <p:ph type="body" sz="quarter" idx="20"/>
              </p:nvPr>
            </p:nvSpPr>
            <p:spPr>
              <a:xfrm>
                <a:off x="652463" y="1663941"/>
                <a:ext cx="5609905" cy="4120309"/>
              </a:xfrm>
            </p:spPr>
            <p:txBody>
              <a:bodyPr>
                <a:noAutofit/>
              </a:bodyPr>
              <a:lstStyle/>
              <a:p>
                <a:pPr marL="171450" indent="-171450">
                  <a:buFont typeface="Arial" panose="020B0604020202020204" pitchFamily="34" charset="0"/>
                  <a:buChar char="•"/>
                </a:pPr>
                <a:r>
                  <a:rPr lang="en-US" sz="1600" dirty="0"/>
                  <a:t>Sterno Flame</a:t>
                </a:r>
                <a:br>
                  <a:rPr lang="en-US" sz="1600" dirty="0"/>
                </a:br>
                <a:endParaRPr lang="en-US" sz="1600" dirty="0"/>
              </a:p>
              <a:p>
                <a:pPr marL="171450" indent="-171450">
                  <a:buFont typeface="Arial" panose="020B0604020202020204" pitchFamily="34" charset="0"/>
                  <a:buChar char="•"/>
                </a:pPr>
                <a:r>
                  <a:rPr lang="en-US" sz="1400" dirty="0"/>
                  <a:t>Post-processing</a:t>
                </a:r>
              </a:p>
              <a:p>
                <a:pPr marL="857250" lvl="1" indent="-171450"/>
                <a:r>
                  <a:rPr lang="en-US" sz="1400" dirty="0"/>
                  <a:t>The four required spectra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𝑓</m:t>
                        </m:r>
                        <m:r>
                          <a:rPr lang="en-US" sz="1400" i="1">
                            <a:latin typeface="Cambria Math" panose="02040503050406030204" pitchFamily="18" charset="0"/>
                          </a:rPr>
                          <m:t>+</m:t>
                        </m:r>
                        <m:r>
                          <a:rPr lang="en-US" sz="1400" i="1">
                            <a:latin typeface="Cambria Math" panose="02040503050406030204" pitchFamily="18" charset="0"/>
                          </a:rPr>
                          <m:t>𝑙</m:t>
                        </m:r>
                      </m:sub>
                    </m:sSub>
                  </m:oMath>
                </a14:m>
                <a:r>
                  <a:rPr lang="en-US" sz="1400" dirty="0"/>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𝑓</m:t>
                        </m:r>
                      </m:sub>
                    </m:sSub>
                  </m:oMath>
                </a14:m>
                <a:r>
                  <a:rPr lang="en-US" sz="1400" dirty="0"/>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𝑙</m:t>
                        </m:r>
                      </m:sub>
                    </m:sSub>
                  </m:oMath>
                </a14:m>
                <a:r>
                  <a:rPr lang="en-US" sz="1400" dirty="0"/>
                  <a:t>, and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𝑏</m:t>
                        </m:r>
                      </m:sub>
                    </m:sSub>
                  </m:oMath>
                </a14:m>
                <a:r>
                  <a:rPr lang="en-US" sz="1400" dirty="0"/>
                  <a:t> were acquired</a:t>
                </a:r>
              </a:p>
              <a:p>
                <a:pPr marL="857250" lvl="1" indent="-171450"/>
                <a:r>
                  <a:rPr lang="en-US" sz="1400" dirty="0"/>
                  <a:t>Followed by zero-baseline correction and wavelength calibration to compute the absorbance spectra</a:t>
                </a:r>
              </a:p>
              <a:p>
                <a:pPr marL="857250" lvl="1" indent="-171450"/>
                <a:r>
                  <a:rPr lang="en-US" sz="1400" dirty="0"/>
                  <a:t>Multiple isolated OH A-X (0-0) rotational lines integrated to obtain equivalent width</a:t>
                </a:r>
              </a:p>
              <a:p>
                <a:pPr marL="857250" lvl="1" indent="-171450"/>
                <a:r>
                  <a:rPr lang="en-US" sz="1400" dirty="0"/>
                  <a:t>Boltzmann plot constructed to estimate temperature</a:t>
                </a:r>
              </a:p>
              <a:p>
                <a:pPr marL="857250" lvl="1" indent="-171450"/>
                <a:r>
                  <a:rPr lang="en-US" sz="1400" dirty="0"/>
                  <a:t>OH column density and mole fraction computed from line-strength formulation</a:t>
                </a:r>
                <a:br>
                  <a:rPr lang="en-US" sz="1400" dirty="0"/>
                </a:br>
                <a:endParaRPr lang="en-US" sz="1400" dirty="0"/>
              </a:p>
              <a:p>
                <a:pPr marL="171450" indent="-171450">
                  <a:buFont typeface="Arial" panose="020B0604020202020204" pitchFamily="34" charset="0"/>
                  <a:buChar char="•"/>
                </a:pPr>
                <a:r>
                  <a:rPr lang="en-US" sz="1400" dirty="0"/>
                  <a:t>Lower sampling height of 0.25”:</a:t>
                </a:r>
              </a:p>
              <a:p>
                <a:pPr marL="857250" lvl="1" indent="-171450"/>
                <a:r>
                  <a:rPr lang="en-US" sz="1400" dirty="0"/>
                  <a:t>Temperature: 1773 K</a:t>
                </a:r>
              </a:p>
              <a:p>
                <a:pPr marL="857250" lvl="1" indent="-171450"/>
                <a:r>
                  <a:rPr lang="en-US" sz="1400" dirty="0"/>
                  <a:t>OH mole fraction, 0.0088</a:t>
                </a:r>
              </a:p>
              <a:p>
                <a:pPr marL="857250" lvl="1" indent="-171450"/>
                <a:r>
                  <a:rPr lang="en-US" sz="1400" dirty="0"/>
                  <a:t>Consistent with the cooler, alcohol-based combustion chemistry of gelled ethanol/methanol fuels. Reflects moderate OH production typical of clean, low-soot flames with relatively low heat release</a:t>
                </a:r>
              </a:p>
            </p:txBody>
          </p:sp>
        </mc:Choice>
        <mc:Fallback>
          <p:sp>
            <p:nvSpPr>
              <p:cNvPr id="3" name="Text Placeholder 2">
                <a:extLst>
                  <a:ext uri="{FF2B5EF4-FFF2-40B4-BE49-F238E27FC236}">
                    <a16:creationId xmlns:a16="http://schemas.microsoft.com/office/drawing/2014/main" id="{7990891E-F0C7-3BAF-AA7C-1801045C7F7A}"/>
                  </a:ext>
                </a:extLst>
              </p:cNvPr>
              <p:cNvSpPr>
                <a:spLocks noGrp="1" noRot="1" noChangeAspect="1" noMove="1" noResize="1" noEditPoints="1" noAdjustHandles="1" noChangeArrowheads="1" noChangeShapeType="1" noTextEdit="1"/>
              </p:cNvSpPr>
              <p:nvPr>
                <p:ph type="body" sz="quarter" idx="20"/>
              </p:nvPr>
            </p:nvSpPr>
            <p:spPr>
              <a:xfrm>
                <a:off x="652463" y="1663941"/>
                <a:ext cx="5609905" cy="4120309"/>
              </a:xfrm>
              <a:blipFill>
                <a:blip r:embed="rId6"/>
                <a:stretch>
                  <a:fillRect l="-435" t="-1036" b="-12426"/>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0F7ECCD7-60E9-6454-2FCC-FBF6EC70E4E7}"/>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A820799E-4853-A1CE-F61F-814D9E2284C5}"/>
              </a:ext>
            </a:extLst>
          </p:cNvPr>
          <p:cNvSpPr>
            <a:spLocks noGrp="1"/>
          </p:cNvSpPr>
          <p:nvPr>
            <p:ph type="sldNum" sz="quarter" idx="17"/>
          </p:nvPr>
        </p:nvSpPr>
        <p:spPr/>
        <p:txBody>
          <a:bodyPr/>
          <a:lstStyle/>
          <a:p>
            <a:fld id="{86134D44-37F0-44A1-8A08-E9432A030C07}" type="slidenum">
              <a:rPr lang="en-US" smtClean="0"/>
              <a:pPr/>
              <a:t>18</a:t>
            </a:fld>
            <a:endParaRPr lang="en-US" dirty="0"/>
          </a:p>
        </p:txBody>
      </p:sp>
    </p:spTree>
    <p:extLst>
      <p:ext uri="{BB962C8B-B14F-4D97-AF65-F5344CB8AC3E}">
        <p14:creationId xmlns:p14="http://schemas.microsoft.com/office/powerpoint/2010/main" val="503275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AA6F9-F19A-078B-3953-6C10F955A8E8}"/>
            </a:ext>
          </a:extLst>
        </p:cNvPr>
        <p:cNvGrpSpPr/>
        <p:nvPr/>
      </p:nvGrpSpPr>
      <p:grpSpPr>
        <a:xfrm>
          <a:off x="0" y="0"/>
          <a:ext cx="0" cy="0"/>
          <a:chOff x="0" y="0"/>
          <a:chExt cx="0" cy="0"/>
        </a:xfrm>
      </p:grpSpPr>
      <p:pic>
        <p:nvPicPr>
          <p:cNvPr id="14" name="Picture 13" descr="A graph of energy levels&#10;&#10;AI-generated content may be incorrect.">
            <a:extLst>
              <a:ext uri="{FF2B5EF4-FFF2-40B4-BE49-F238E27FC236}">
                <a16:creationId xmlns:a16="http://schemas.microsoft.com/office/drawing/2014/main" id="{61CD12E5-60BA-C66B-7336-93215A6703A1}"/>
              </a:ext>
            </a:extLst>
          </p:cNvPr>
          <p:cNvPicPr>
            <a:picLocks noChangeAspect="1"/>
          </p:cNvPicPr>
          <p:nvPr/>
        </p:nvPicPr>
        <p:blipFill>
          <a:blip r:embed="rId2"/>
          <a:stretch>
            <a:fillRect/>
          </a:stretch>
        </p:blipFill>
        <p:spPr>
          <a:xfrm>
            <a:off x="9270362" y="3960177"/>
            <a:ext cx="2921635" cy="1645920"/>
          </a:xfrm>
          <a:prstGeom prst="rect">
            <a:avLst/>
          </a:prstGeom>
        </p:spPr>
      </p:pic>
      <p:pic>
        <p:nvPicPr>
          <p:cNvPr id="15" name="Picture 14" descr="A graph of a wave&#10;&#10;AI-generated content may be incorrect.">
            <a:extLst>
              <a:ext uri="{FF2B5EF4-FFF2-40B4-BE49-F238E27FC236}">
                <a16:creationId xmlns:a16="http://schemas.microsoft.com/office/drawing/2014/main" id="{CECBB7C6-CBBD-49FA-2A85-E9DC92B79C74}"/>
              </a:ext>
            </a:extLst>
          </p:cNvPr>
          <p:cNvPicPr>
            <a:picLocks noChangeAspect="1"/>
          </p:cNvPicPr>
          <p:nvPr/>
        </p:nvPicPr>
        <p:blipFill>
          <a:blip r:embed="rId3"/>
          <a:stretch>
            <a:fillRect/>
          </a:stretch>
        </p:blipFill>
        <p:spPr>
          <a:xfrm>
            <a:off x="9050019" y="2216645"/>
            <a:ext cx="3141980" cy="1737360"/>
          </a:xfrm>
          <a:prstGeom prst="rect">
            <a:avLst/>
          </a:prstGeom>
        </p:spPr>
      </p:pic>
      <p:pic>
        <p:nvPicPr>
          <p:cNvPr id="16" name="Picture 15" descr="A graph of a graph showing a number of different colors&#10;&#10;AI-generated content may be incorrect.">
            <a:extLst>
              <a:ext uri="{FF2B5EF4-FFF2-40B4-BE49-F238E27FC236}">
                <a16:creationId xmlns:a16="http://schemas.microsoft.com/office/drawing/2014/main" id="{7F3629B5-E2FB-3923-A95A-220831AFCC7C}"/>
              </a:ext>
            </a:extLst>
          </p:cNvPr>
          <p:cNvPicPr>
            <a:picLocks noChangeAspect="1"/>
          </p:cNvPicPr>
          <p:nvPr/>
        </p:nvPicPr>
        <p:blipFill>
          <a:blip r:embed="rId4"/>
          <a:stretch>
            <a:fillRect/>
          </a:stretch>
        </p:blipFill>
        <p:spPr>
          <a:xfrm>
            <a:off x="6482712" y="2219731"/>
            <a:ext cx="2567305" cy="1737360"/>
          </a:xfrm>
          <a:prstGeom prst="rect">
            <a:avLst/>
          </a:prstGeom>
        </p:spPr>
      </p:pic>
      <p:pic>
        <p:nvPicPr>
          <p:cNvPr id="6" name="Picture 5" descr="A blue flame on a metal surface&#10;&#10;AI-generated content may be incorrect.">
            <a:extLst>
              <a:ext uri="{FF2B5EF4-FFF2-40B4-BE49-F238E27FC236}">
                <a16:creationId xmlns:a16="http://schemas.microsoft.com/office/drawing/2014/main" id="{4DD2D93C-4B1E-0E27-64BD-6097884D52EC}"/>
              </a:ext>
            </a:extLst>
          </p:cNvPr>
          <p:cNvPicPr>
            <a:picLocks noChangeAspect="1"/>
          </p:cNvPicPr>
          <p:nvPr/>
        </p:nvPicPr>
        <p:blipFill>
          <a:blip r:embed="rId5"/>
          <a:stretch>
            <a:fillRect/>
          </a:stretch>
        </p:blipFill>
        <p:spPr>
          <a:xfrm>
            <a:off x="7062361" y="3955548"/>
            <a:ext cx="1718287" cy="1649006"/>
          </a:xfrm>
          <a:prstGeom prst="rect">
            <a:avLst/>
          </a:prstGeom>
        </p:spPr>
      </p:pic>
      <p:sp>
        <p:nvSpPr>
          <p:cNvPr id="2" name="Title 1">
            <a:extLst>
              <a:ext uri="{FF2B5EF4-FFF2-40B4-BE49-F238E27FC236}">
                <a16:creationId xmlns:a16="http://schemas.microsoft.com/office/drawing/2014/main" id="{B15FF212-A1EF-6F6C-CF0E-6B65FD6A4D4E}"/>
              </a:ext>
            </a:extLst>
          </p:cNvPr>
          <p:cNvSpPr>
            <a:spLocks noGrp="1"/>
          </p:cNvSpPr>
          <p:nvPr>
            <p:ph type="title"/>
          </p:nvPr>
        </p:nvSpPr>
        <p:spPr/>
        <p:txBody>
          <a:bodyPr/>
          <a:lstStyle/>
          <a:p>
            <a:r>
              <a:rPr lang="en-US" dirty="0"/>
              <a:t>Absorption – Results</a:t>
            </a:r>
          </a:p>
        </p:txBody>
      </p:sp>
      <p:sp>
        <p:nvSpPr>
          <p:cNvPr id="3" name="Text Placeholder 2">
            <a:extLst>
              <a:ext uri="{FF2B5EF4-FFF2-40B4-BE49-F238E27FC236}">
                <a16:creationId xmlns:a16="http://schemas.microsoft.com/office/drawing/2014/main" id="{342F8AE8-C252-59CF-872B-E0B2BA436FC8}"/>
              </a:ext>
            </a:extLst>
          </p:cNvPr>
          <p:cNvSpPr>
            <a:spLocks noGrp="1"/>
          </p:cNvSpPr>
          <p:nvPr>
            <p:ph type="body" sz="quarter" idx="20"/>
          </p:nvPr>
        </p:nvSpPr>
        <p:spPr>
          <a:xfrm>
            <a:off x="652464" y="1663941"/>
            <a:ext cx="5499734" cy="4120309"/>
          </a:xfrm>
        </p:spPr>
        <p:txBody>
          <a:bodyPr>
            <a:noAutofit/>
          </a:bodyPr>
          <a:lstStyle/>
          <a:p>
            <a:pPr marL="171450" indent="-171450">
              <a:buFont typeface="Arial" panose="020B0604020202020204" pitchFamily="34" charset="0"/>
              <a:buChar char="•"/>
            </a:pPr>
            <a:r>
              <a:rPr lang="en-US" sz="1600" dirty="0"/>
              <a:t>Sterno Flame</a:t>
            </a:r>
            <a:br>
              <a:rPr lang="en-US" sz="1600" dirty="0"/>
            </a:br>
            <a:endParaRPr lang="en-US" sz="1600" dirty="0"/>
          </a:p>
          <a:p>
            <a:pPr marL="171450" indent="-171450">
              <a:buFont typeface="Arial" panose="020B0604020202020204" pitchFamily="34" charset="0"/>
              <a:buChar char="•"/>
            </a:pPr>
            <a:r>
              <a:rPr lang="en-US" sz="1400" dirty="0"/>
              <a:t>Higher sampling height of 0.5”:</a:t>
            </a:r>
          </a:p>
          <a:p>
            <a:pPr marL="857250" lvl="1" indent="-171450"/>
            <a:r>
              <a:rPr lang="en-US" sz="1400" dirty="0"/>
              <a:t>Temperature: 1746 K</a:t>
            </a:r>
          </a:p>
          <a:p>
            <a:pPr marL="857250" lvl="1" indent="-171450"/>
            <a:r>
              <a:rPr lang="en-US" sz="1400" dirty="0"/>
              <a:t>OH mole fraction: 0.0083</a:t>
            </a:r>
          </a:p>
          <a:p>
            <a:pPr marL="857250" lvl="1" indent="-171450"/>
            <a:r>
              <a:rPr lang="en-US" sz="1400" dirty="0"/>
              <a:t>Both the temperature and mole fraction decreased, driven by enhanced entrainment of ambient air and progressive radical recombination as the plume cools</a:t>
            </a:r>
          </a:p>
          <a:p>
            <a:pPr marL="171450" indent="-171450">
              <a:buFont typeface="Arial" panose="020B0604020202020204" pitchFamily="34" charset="0"/>
              <a:buChar char="•"/>
            </a:pPr>
            <a:r>
              <a:rPr lang="en-US" sz="1400" dirty="0"/>
              <a:t>Unlike hydrocarbon flames, the Sterno flame exhibited minimal continuum background because of its essentially soot-free combustion, improving the signal-to-noise ratio of the OH absorption features</a:t>
            </a:r>
            <a:br>
              <a:rPr lang="en-US" sz="1400" dirty="0"/>
            </a:br>
            <a:endParaRPr lang="en-US" sz="1400" dirty="0"/>
          </a:p>
          <a:p>
            <a:pPr marL="171450" indent="-171450">
              <a:buFont typeface="Arial" panose="020B0604020202020204" pitchFamily="34" charset="0"/>
              <a:buChar char="•"/>
            </a:pPr>
            <a:r>
              <a:rPr lang="en-US" sz="1400" dirty="0"/>
              <a:t>After baseline correction, the Boltzmann plot retained strong linearity, confirming that the rotational population remains sufficiently equilibrated for reliable extraction of temperature and OH concentration across the sampled heights</a:t>
            </a:r>
          </a:p>
        </p:txBody>
      </p:sp>
      <p:sp>
        <p:nvSpPr>
          <p:cNvPr id="4" name="Text Placeholder 3">
            <a:extLst>
              <a:ext uri="{FF2B5EF4-FFF2-40B4-BE49-F238E27FC236}">
                <a16:creationId xmlns:a16="http://schemas.microsoft.com/office/drawing/2014/main" id="{F4CDAD14-01CE-C11D-18C6-AEE48F9E9AB3}"/>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B97BE367-AD2B-5F2E-5D02-F1D32D9E758E}"/>
              </a:ext>
            </a:extLst>
          </p:cNvPr>
          <p:cNvSpPr>
            <a:spLocks noGrp="1"/>
          </p:cNvSpPr>
          <p:nvPr>
            <p:ph type="sldNum" sz="quarter" idx="17"/>
          </p:nvPr>
        </p:nvSpPr>
        <p:spPr/>
        <p:txBody>
          <a:bodyPr/>
          <a:lstStyle/>
          <a:p>
            <a:fld id="{86134D44-37F0-44A1-8A08-E9432A030C07}" type="slidenum">
              <a:rPr lang="en-US" smtClean="0"/>
              <a:pPr/>
              <a:t>19</a:t>
            </a:fld>
            <a:endParaRPr lang="en-US" dirty="0"/>
          </a:p>
        </p:txBody>
      </p:sp>
    </p:spTree>
    <p:extLst>
      <p:ext uri="{BB962C8B-B14F-4D97-AF65-F5344CB8AC3E}">
        <p14:creationId xmlns:p14="http://schemas.microsoft.com/office/powerpoint/2010/main" val="3208984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A7222-2EA3-0121-7495-97F30C0F2416}"/>
            </a:ext>
          </a:extLst>
        </p:cNvPr>
        <p:cNvGrpSpPr/>
        <p:nvPr/>
      </p:nvGrpSpPr>
      <p:grpSpPr>
        <a:xfrm>
          <a:off x="0" y="0"/>
          <a:ext cx="0" cy="0"/>
          <a:chOff x="0" y="0"/>
          <a:chExt cx="0" cy="0"/>
        </a:xfrm>
      </p:grpSpPr>
      <p:pic>
        <p:nvPicPr>
          <p:cNvPr id="13" name="Picture 12" descr="A red line graph with numbers&#10;&#10;AI-generated content may be incorrect.">
            <a:extLst>
              <a:ext uri="{FF2B5EF4-FFF2-40B4-BE49-F238E27FC236}">
                <a16:creationId xmlns:a16="http://schemas.microsoft.com/office/drawing/2014/main" id="{3D17BD39-942D-131F-27B1-3E0468F90B84}"/>
              </a:ext>
            </a:extLst>
          </p:cNvPr>
          <p:cNvPicPr>
            <a:picLocks noChangeAspect="1"/>
          </p:cNvPicPr>
          <p:nvPr/>
        </p:nvPicPr>
        <p:blipFill>
          <a:blip r:embed="rId2"/>
          <a:stretch>
            <a:fillRect/>
          </a:stretch>
        </p:blipFill>
        <p:spPr>
          <a:xfrm>
            <a:off x="9260838" y="3969438"/>
            <a:ext cx="2931160" cy="1645920"/>
          </a:xfrm>
          <a:prstGeom prst="rect">
            <a:avLst/>
          </a:prstGeom>
        </p:spPr>
      </p:pic>
      <p:pic>
        <p:nvPicPr>
          <p:cNvPr id="12" name="Picture 11" descr="A blue line graph with text&#10;&#10;AI-generated content may be incorrect.">
            <a:extLst>
              <a:ext uri="{FF2B5EF4-FFF2-40B4-BE49-F238E27FC236}">
                <a16:creationId xmlns:a16="http://schemas.microsoft.com/office/drawing/2014/main" id="{6450E6A0-6610-351E-380B-08551FF2AF4F}"/>
              </a:ext>
            </a:extLst>
          </p:cNvPr>
          <p:cNvPicPr>
            <a:picLocks noChangeAspect="1"/>
          </p:cNvPicPr>
          <p:nvPr/>
        </p:nvPicPr>
        <p:blipFill>
          <a:blip r:embed="rId3"/>
          <a:stretch>
            <a:fillRect/>
          </a:stretch>
        </p:blipFill>
        <p:spPr>
          <a:xfrm>
            <a:off x="9050020" y="2225906"/>
            <a:ext cx="3141980" cy="1737360"/>
          </a:xfrm>
          <a:prstGeom prst="rect">
            <a:avLst/>
          </a:prstGeom>
        </p:spPr>
      </p:pic>
      <p:pic>
        <p:nvPicPr>
          <p:cNvPr id="11" name="Picture 10" descr="A graph of a graph showing the length of a line&#10;&#10;AI-generated content may be incorrect.">
            <a:extLst>
              <a:ext uri="{FF2B5EF4-FFF2-40B4-BE49-F238E27FC236}">
                <a16:creationId xmlns:a16="http://schemas.microsoft.com/office/drawing/2014/main" id="{2D3D895C-A82E-8D16-35A6-24877AA65A68}"/>
              </a:ext>
            </a:extLst>
          </p:cNvPr>
          <p:cNvPicPr>
            <a:picLocks noChangeAspect="1"/>
          </p:cNvPicPr>
          <p:nvPr/>
        </p:nvPicPr>
        <p:blipFill>
          <a:blip r:embed="rId4"/>
          <a:stretch>
            <a:fillRect/>
          </a:stretch>
        </p:blipFill>
        <p:spPr>
          <a:xfrm>
            <a:off x="6482713" y="2219734"/>
            <a:ext cx="2567305" cy="1737360"/>
          </a:xfrm>
          <a:prstGeom prst="rect">
            <a:avLst/>
          </a:prstGeom>
        </p:spPr>
      </p:pic>
      <p:pic>
        <p:nvPicPr>
          <p:cNvPr id="10" name="Picture 9" descr="A flame on a candle&#10;&#10;AI-generated content may be incorrect.">
            <a:extLst>
              <a:ext uri="{FF2B5EF4-FFF2-40B4-BE49-F238E27FC236}">
                <a16:creationId xmlns:a16="http://schemas.microsoft.com/office/drawing/2014/main" id="{0A0B06BB-294B-FCBC-2150-D02FAA0311C9}"/>
              </a:ext>
            </a:extLst>
          </p:cNvPr>
          <p:cNvPicPr>
            <a:picLocks noChangeAspect="1"/>
          </p:cNvPicPr>
          <p:nvPr/>
        </p:nvPicPr>
        <p:blipFill>
          <a:blip r:embed="rId5"/>
          <a:stretch>
            <a:fillRect/>
          </a:stretch>
        </p:blipFill>
        <p:spPr>
          <a:xfrm>
            <a:off x="6964405" y="3950919"/>
            <a:ext cx="1914197" cy="1659009"/>
          </a:xfrm>
          <a:prstGeom prst="rect">
            <a:avLst/>
          </a:prstGeom>
        </p:spPr>
      </p:pic>
      <p:sp>
        <p:nvSpPr>
          <p:cNvPr id="2" name="Title 1">
            <a:extLst>
              <a:ext uri="{FF2B5EF4-FFF2-40B4-BE49-F238E27FC236}">
                <a16:creationId xmlns:a16="http://schemas.microsoft.com/office/drawing/2014/main" id="{FB378177-D568-C844-96CB-0E08C32A0DCA}"/>
              </a:ext>
            </a:extLst>
          </p:cNvPr>
          <p:cNvSpPr>
            <a:spLocks noGrp="1"/>
          </p:cNvSpPr>
          <p:nvPr>
            <p:ph type="title"/>
          </p:nvPr>
        </p:nvSpPr>
        <p:spPr/>
        <p:txBody>
          <a:bodyPr/>
          <a:lstStyle/>
          <a:p>
            <a:r>
              <a:rPr lang="en-US" dirty="0"/>
              <a:t>Absorption – Results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FCFEF18D-3570-B9FE-1494-11B5EE6CAB3C}"/>
                  </a:ext>
                </a:extLst>
              </p:cNvPr>
              <p:cNvSpPr>
                <a:spLocks noGrp="1"/>
              </p:cNvSpPr>
              <p:nvPr>
                <p:ph type="body" sz="quarter" idx="20"/>
              </p:nvPr>
            </p:nvSpPr>
            <p:spPr>
              <a:xfrm>
                <a:off x="652463" y="1663941"/>
                <a:ext cx="5720079" cy="4120309"/>
              </a:xfrm>
            </p:spPr>
            <p:txBody>
              <a:bodyPr>
                <a:noAutofit/>
              </a:bodyPr>
              <a:lstStyle/>
              <a:p>
                <a:pPr marL="171450" indent="-171450">
                  <a:buFont typeface="Arial" panose="020B0604020202020204" pitchFamily="34" charset="0"/>
                  <a:buChar char="•"/>
                </a:pPr>
                <a:r>
                  <a:rPr lang="en-US" sz="1600" dirty="0"/>
                  <a:t>Hexamine Flame</a:t>
                </a:r>
                <a:br>
                  <a:rPr lang="en-US" sz="1600" dirty="0"/>
                </a:br>
                <a:endParaRPr lang="en-US" sz="1600" dirty="0"/>
              </a:p>
              <a:p>
                <a:pPr marL="171450" indent="-171450">
                  <a:buFont typeface="Arial" panose="020B0604020202020204" pitchFamily="34" charset="0"/>
                  <a:buChar char="•"/>
                </a:pPr>
                <a:r>
                  <a:rPr lang="en-US" sz="1400" dirty="0"/>
                  <a:t>Post-processing</a:t>
                </a:r>
              </a:p>
              <a:p>
                <a:pPr marL="857250" lvl="1" indent="-171450"/>
                <a:r>
                  <a:rPr lang="en-US" sz="1400" dirty="0"/>
                  <a:t>The four required spectra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𝑓</m:t>
                        </m:r>
                        <m:r>
                          <a:rPr lang="en-US" sz="1400" i="1">
                            <a:latin typeface="Cambria Math" panose="02040503050406030204" pitchFamily="18" charset="0"/>
                          </a:rPr>
                          <m:t>+</m:t>
                        </m:r>
                        <m:r>
                          <a:rPr lang="en-US" sz="1400" i="1">
                            <a:latin typeface="Cambria Math" panose="02040503050406030204" pitchFamily="18" charset="0"/>
                          </a:rPr>
                          <m:t>𝑙</m:t>
                        </m:r>
                      </m:sub>
                    </m:sSub>
                  </m:oMath>
                </a14:m>
                <a:r>
                  <a:rPr lang="en-US" sz="1400" dirty="0"/>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𝑓</m:t>
                        </m:r>
                      </m:sub>
                    </m:sSub>
                  </m:oMath>
                </a14:m>
                <a:r>
                  <a:rPr lang="en-US" sz="1400" dirty="0"/>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𝑙</m:t>
                        </m:r>
                      </m:sub>
                    </m:sSub>
                  </m:oMath>
                </a14:m>
                <a:r>
                  <a:rPr lang="en-US" sz="1400" dirty="0"/>
                  <a:t>, and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𝑏</m:t>
                        </m:r>
                      </m:sub>
                    </m:sSub>
                  </m:oMath>
                </a14:m>
                <a:r>
                  <a:rPr lang="en-US" sz="1400" dirty="0"/>
                  <a:t> were acquired</a:t>
                </a:r>
              </a:p>
              <a:p>
                <a:pPr marL="857250" lvl="1" indent="-171450"/>
                <a:r>
                  <a:rPr lang="en-US" sz="1400" dirty="0"/>
                  <a:t>Followed by zero-baseline correction and wavelength calibration to compute the absorbance spectra</a:t>
                </a:r>
              </a:p>
              <a:p>
                <a:pPr marL="857250" lvl="1" indent="-171450"/>
                <a:r>
                  <a:rPr lang="en-US" sz="1400" dirty="0"/>
                  <a:t>Multiple isolated OH A-X (0-0) rotational lines integrated to obtain equivalent width</a:t>
                </a:r>
              </a:p>
              <a:p>
                <a:pPr marL="857250" lvl="1" indent="-171450"/>
                <a:r>
                  <a:rPr lang="en-US" sz="1400" dirty="0"/>
                  <a:t>Boltzmann plot constructed to estimate temperature</a:t>
                </a:r>
              </a:p>
              <a:p>
                <a:pPr marL="857250" lvl="1" indent="-171450"/>
                <a:r>
                  <a:rPr lang="en-US" sz="1400" dirty="0"/>
                  <a:t>OH column density and mole fraction computed from line-strength formulation</a:t>
                </a:r>
                <a:br>
                  <a:rPr lang="en-US" sz="1400" dirty="0"/>
                </a:br>
                <a:endParaRPr lang="en-US" sz="1400" dirty="0"/>
              </a:p>
              <a:p>
                <a:pPr marL="171450" indent="-171450">
                  <a:buFont typeface="Arial" panose="020B0604020202020204" pitchFamily="34" charset="0"/>
                  <a:buChar char="•"/>
                </a:pPr>
                <a:r>
                  <a:rPr lang="en-US" sz="1400" dirty="0"/>
                  <a:t>Lower sampling height of 0.25”:</a:t>
                </a:r>
              </a:p>
              <a:p>
                <a:pPr marL="857250" lvl="1" indent="-171450"/>
                <a:r>
                  <a:rPr lang="en-US" sz="1400" dirty="0"/>
                  <a:t>Temperature: 2075 K</a:t>
                </a:r>
              </a:p>
              <a:p>
                <a:pPr marL="857250" lvl="1" indent="-171450"/>
                <a:r>
                  <a:rPr lang="en-US" sz="1400" dirty="0"/>
                  <a:t>OH mole fraction, 0.0119</a:t>
                </a:r>
              </a:p>
              <a:p>
                <a:pPr marL="857250" lvl="1" indent="-171450"/>
                <a:r>
                  <a:rPr lang="en-US" sz="1400" dirty="0"/>
                  <a:t>Consistent with the relatively hot but strongly fuel-rich, nitrogen-containing combustion characteristic of solid hexamine tablets. Reflects moderate OH production typical of clean, low-soot flames with relatively low heat release</a:t>
                </a:r>
              </a:p>
            </p:txBody>
          </p:sp>
        </mc:Choice>
        <mc:Fallback>
          <p:sp>
            <p:nvSpPr>
              <p:cNvPr id="3" name="Text Placeholder 2">
                <a:extLst>
                  <a:ext uri="{FF2B5EF4-FFF2-40B4-BE49-F238E27FC236}">
                    <a16:creationId xmlns:a16="http://schemas.microsoft.com/office/drawing/2014/main" id="{FCFEF18D-3570-B9FE-1494-11B5EE6CAB3C}"/>
                  </a:ext>
                </a:extLst>
              </p:cNvPr>
              <p:cNvSpPr>
                <a:spLocks noGrp="1" noRot="1" noChangeAspect="1" noMove="1" noResize="1" noEditPoints="1" noAdjustHandles="1" noChangeArrowheads="1" noChangeShapeType="1" noTextEdit="1"/>
              </p:cNvSpPr>
              <p:nvPr>
                <p:ph type="body" sz="quarter" idx="20"/>
              </p:nvPr>
            </p:nvSpPr>
            <p:spPr>
              <a:xfrm>
                <a:off x="652463" y="1663941"/>
                <a:ext cx="5720079" cy="4120309"/>
              </a:xfrm>
              <a:blipFill>
                <a:blip r:embed="rId6"/>
                <a:stretch>
                  <a:fillRect l="-426" t="-1036" b="-12426"/>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DF606C02-7C01-D2FC-9C12-B2C6B071F117}"/>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577E7435-D571-2AFD-CC11-14F39B6DFD31}"/>
              </a:ext>
            </a:extLst>
          </p:cNvPr>
          <p:cNvSpPr>
            <a:spLocks noGrp="1"/>
          </p:cNvSpPr>
          <p:nvPr>
            <p:ph type="sldNum" sz="quarter" idx="17"/>
          </p:nvPr>
        </p:nvSpPr>
        <p:spPr/>
        <p:txBody>
          <a:bodyPr/>
          <a:lstStyle/>
          <a:p>
            <a:fld id="{86134D44-37F0-44A1-8A08-E9432A030C07}" type="slidenum">
              <a:rPr lang="en-US" smtClean="0"/>
              <a:pPr/>
              <a:t>20</a:t>
            </a:fld>
            <a:endParaRPr lang="en-US" dirty="0"/>
          </a:p>
        </p:txBody>
      </p:sp>
    </p:spTree>
    <p:extLst>
      <p:ext uri="{BB962C8B-B14F-4D97-AF65-F5344CB8AC3E}">
        <p14:creationId xmlns:p14="http://schemas.microsoft.com/office/powerpoint/2010/main" val="2941677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D4CF7-94F1-8E4B-CA1D-2DD643B55B8D}"/>
            </a:ext>
          </a:extLst>
        </p:cNvPr>
        <p:cNvGrpSpPr/>
        <p:nvPr/>
      </p:nvGrpSpPr>
      <p:grpSpPr>
        <a:xfrm>
          <a:off x="0" y="0"/>
          <a:ext cx="0" cy="0"/>
          <a:chOff x="0" y="0"/>
          <a:chExt cx="0" cy="0"/>
        </a:xfrm>
      </p:grpSpPr>
      <p:pic>
        <p:nvPicPr>
          <p:cNvPr id="10" name="Picture 9" descr="A graph of energy levels&#10;&#10;AI-generated content may be incorrect.">
            <a:extLst>
              <a:ext uri="{FF2B5EF4-FFF2-40B4-BE49-F238E27FC236}">
                <a16:creationId xmlns:a16="http://schemas.microsoft.com/office/drawing/2014/main" id="{85F51F62-2457-138C-0B54-B33A051098F5}"/>
              </a:ext>
            </a:extLst>
          </p:cNvPr>
          <p:cNvPicPr>
            <a:picLocks noChangeAspect="1"/>
          </p:cNvPicPr>
          <p:nvPr/>
        </p:nvPicPr>
        <p:blipFill>
          <a:blip r:embed="rId2"/>
          <a:stretch>
            <a:fillRect/>
          </a:stretch>
        </p:blipFill>
        <p:spPr>
          <a:xfrm>
            <a:off x="9262127" y="3972246"/>
            <a:ext cx="2921635" cy="1645920"/>
          </a:xfrm>
          <a:prstGeom prst="rect">
            <a:avLst/>
          </a:prstGeom>
        </p:spPr>
      </p:pic>
      <p:pic>
        <p:nvPicPr>
          <p:cNvPr id="9" name="Picture 8" descr="A blue line graph with black text&#10;&#10;AI-generated content may be incorrect.">
            <a:extLst>
              <a:ext uri="{FF2B5EF4-FFF2-40B4-BE49-F238E27FC236}">
                <a16:creationId xmlns:a16="http://schemas.microsoft.com/office/drawing/2014/main" id="{10672A15-0A7A-DECD-D19C-0F38EC655908}"/>
              </a:ext>
            </a:extLst>
          </p:cNvPr>
          <p:cNvPicPr>
            <a:picLocks noChangeAspect="1"/>
          </p:cNvPicPr>
          <p:nvPr/>
        </p:nvPicPr>
        <p:blipFill>
          <a:blip r:embed="rId3"/>
          <a:stretch>
            <a:fillRect/>
          </a:stretch>
        </p:blipFill>
        <p:spPr>
          <a:xfrm>
            <a:off x="9059544" y="2219734"/>
            <a:ext cx="3141980" cy="1737360"/>
          </a:xfrm>
          <a:prstGeom prst="rect">
            <a:avLst/>
          </a:prstGeom>
        </p:spPr>
      </p:pic>
      <p:pic>
        <p:nvPicPr>
          <p:cNvPr id="8" name="Picture 7" descr="A graph of a graph showing the length of a line&#10;&#10;AI-generated content may be incorrect.">
            <a:extLst>
              <a:ext uri="{FF2B5EF4-FFF2-40B4-BE49-F238E27FC236}">
                <a16:creationId xmlns:a16="http://schemas.microsoft.com/office/drawing/2014/main" id="{AF31B116-A27D-5219-DB0A-3D35817EE63C}"/>
              </a:ext>
            </a:extLst>
          </p:cNvPr>
          <p:cNvPicPr>
            <a:picLocks noChangeAspect="1"/>
          </p:cNvPicPr>
          <p:nvPr/>
        </p:nvPicPr>
        <p:blipFill>
          <a:blip r:embed="rId4"/>
          <a:stretch>
            <a:fillRect/>
          </a:stretch>
        </p:blipFill>
        <p:spPr>
          <a:xfrm>
            <a:off x="6482712" y="2212817"/>
            <a:ext cx="2567305" cy="1737360"/>
          </a:xfrm>
          <a:prstGeom prst="rect">
            <a:avLst/>
          </a:prstGeom>
        </p:spPr>
      </p:pic>
      <p:pic>
        <p:nvPicPr>
          <p:cNvPr id="7" name="Picture 6" descr="A flame on a candle&#10;&#10;AI-generated content may be incorrect.">
            <a:extLst>
              <a:ext uri="{FF2B5EF4-FFF2-40B4-BE49-F238E27FC236}">
                <a16:creationId xmlns:a16="http://schemas.microsoft.com/office/drawing/2014/main" id="{B714276E-C997-084A-DE66-5699AC289B9A}"/>
              </a:ext>
            </a:extLst>
          </p:cNvPr>
          <p:cNvPicPr>
            <a:picLocks noChangeAspect="1"/>
          </p:cNvPicPr>
          <p:nvPr/>
        </p:nvPicPr>
        <p:blipFill>
          <a:blip r:embed="rId5"/>
          <a:stretch>
            <a:fillRect/>
          </a:stretch>
        </p:blipFill>
        <p:spPr>
          <a:xfrm>
            <a:off x="6964405" y="3950919"/>
            <a:ext cx="1914197" cy="1659009"/>
          </a:xfrm>
          <a:prstGeom prst="rect">
            <a:avLst/>
          </a:prstGeom>
        </p:spPr>
      </p:pic>
      <p:sp>
        <p:nvSpPr>
          <p:cNvPr id="2" name="Title 1">
            <a:extLst>
              <a:ext uri="{FF2B5EF4-FFF2-40B4-BE49-F238E27FC236}">
                <a16:creationId xmlns:a16="http://schemas.microsoft.com/office/drawing/2014/main" id="{ACB56C64-FF38-FFBF-103C-96BDAA97142E}"/>
              </a:ext>
            </a:extLst>
          </p:cNvPr>
          <p:cNvSpPr>
            <a:spLocks noGrp="1"/>
          </p:cNvSpPr>
          <p:nvPr>
            <p:ph type="title"/>
          </p:nvPr>
        </p:nvSpPr>
        <p:spPr/>
        <p:txBody>
          <a:bodyPr/>
          <a:lstStyle/>
          <a:p>
            <a:r>
              <a:rPr lang="en-US" dirty="0"/>
              <a:t>Absorption – Results</a:t>
            </a:r>
          </a:p>
        </p:txBody>
      </p:sp>
      <p:sp>
        <p:nvSpPr>
          <p:cNvPr id="3" name="Text Placeholder 2">
            <a:extLst>
              <a:ext uri="{FF2B5EF4-FFF2-40B4-BE49-F238E27FC236}">
                <a16:creationId xmlns:a16="http://schemas.microsoft.com/office/drawing/2014/main" id="{C0460DDF-2B4D-DA3D-590F-D2ABB6973269}"/>
              </a:ext>
            </a:extLst>
          </p:cNvPr>
          <p:cNvSpPr>
            <a:spLocks noGrp="1"/>
          </p:cNvSpPr>
          <p:nvPr>
            <p:ph type="body" sz="quarter" idx="20"/>
          </p:nvPr>
        </p:nvSpPr>
        <p:spPr>
          <a:xfrm>
            <a:off x="652464" y="1663941"/>
            <a:ext cx="5499734" cy="4120309"/>
          </a:xfrm>
        </p:spPr>
        <p:txBody>
          <a:bodyPr>
            <a:noAutofit/>
          </a:bodyPr>
          <a:lstStyle/>
          <a:p>
            <a:pPr marL="171450" indent="-171450">
              <a:buFont typeface="Arial" panose="020B0604020202020204" pitchFamily="34" charset="0"/>
              <a:buChar char="•"/>
            </a:pPr>
            <a:r>
              <a:rPr lang="en-US" sz="1600" dirty="0"/>
              <a:t>Hexamine Flame</a:t>
            </a:r>
            <a:br>
              <a:rPr lang="en-US" sz="1600" dirty="0"/>
            </a:br>
            <a:endParaRPr lang="en-US" sz="1600" dirty="0"/>
          </a:p>
          <a:p>
            <a:pPr marL="171450" indent="-171450">
              <a:buFont typeface="Arial" panose="020B0604020202020204" pitchFamily="34" charset="0"/>
              <a:buChar char="•"/>
            </a:pPr>
            <a:r>
              <a:rPr lang="en-US" sz="1400" dirty="0"/>
              <a:t>Higher sampling height of 0.5”:</a:t>
            </a:r>
          </a:p>
          <a:p>
            <a:pPr marL="857250" lvl="1" indent="-171450"/>
            <a:r>
              <a:rPr lang="en-US" sz="1400" dirty="0"/>
              <a:t>Temperature: 1959 K</a:t>
            </a:r>
          </a:p>
          <a:p>
            <a:pPr marL="857250" lvl="1" indent="-171450"/>
            <a:r>
              <a:rPr lang="en-US" sz="1400" dirty="0"/>
              <a:t>OH mole fraction: 0.0102</a:t>
            </a:r>
          </a:p>
          <a:p>
            <a:pPr marL="857250" lvl="1" indent="-171450"/>
            <a:r>
              <a:rPr lang="en-US" sz="1400" dirty="0"/>
              <a:t>Both the temperature and mole fraction decreased, driven by entrainment-induced cooling and the recombination or conversion of OH as the plume transitions toward a diffusion-dominated post-flame region</a:t>
            </a:r>
          </a:p>
          <a:p>
            <a:pPr marL="171450" indent="-171450">
              <a:buFont typeface="Arial" panose="020B0604020202020204" pitchFamily="34" charset="0"/>
              <a:buChar char="•"/>
            </a:pPr>
            <a:r>
              <a:rPr lang="en-US" sz="1400" dirty="0"/>
              <a:t>The hexamine flame exhibited a noticeable broadband background due to soot and thermally excited CN/HCN chemiluminescence, requiring careful baseline correction before line selection and integration</a:t>
            </a:r>
            <a:br>
              <a:rPr lang="en-US" sz="1400" dirty="0"/>
            </a:br>
            <a:endParaRPr lang="en-US" sz="1400" dirty="0"/>
          </a:p>
          <a:p>
            <a:pPr marL="171450" indent="-171450">
              <a:buFont typeface="Arial" panose="020B0604020202020204" pitchFamily="34" charset="0"/>
              <a:buChar char="•"/>
            </a:pPr>
            <a:r>
              <a:rPr lang="en-US" sz="1400" dirty="0"/>
              <a:t>After baseline correction, the Boltzmann plot maintained adequate linearity, confirming that the OH rotational population remained near equilibrium and permitting reliable extraction of temperature and local radical concentration</a:t>
            </a:r>
          </a:p>
        </p:txBody>
      </p:sp>
      <p:sp>
        <p:nvSpPr>
          <p:cNvPr id="4" name="Text Placeholder 3">
            <a:extLst>
              <a:ext uri="{FF2B5EF4-FFF2-40B4-BE49-F238E27FC236}">
                <a16:creationId xmlns:a16="http://schemas.microsoft.com/office/drawing/2014/main" id="{78C171A3-CC3D-AF41-54BA-C1273914507B}"/>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D28FB6A1-A17B-43A6-7E6F-4FAEDC4CF0A4}"/>
              </a:ext>
            </a:extLst>
          </p:cNvPr>
          <p:cNvSpPr>
            <a:spLocks noGrp="1"/>
          </p:cNvSpPr>
          <p:nvPr>
            <p:ph type="sldNum" sz="quarter" idx="17"/>
          </p:nvPr>
        </p:nvSpPr>
        <p:spPr/>
        <p:txBody>
          <a:bodyPr/>
          <a:lstStyle/>
          <a:p>
            <a:fld id="{86134D44-37F0-44A1-8A08-E9432A030C07}" type="slidenum">
              <a:rPr lang="en-US" smtClean="0"/>
              <a:pPr/>
              <a:t>21</a:t>
            </a:fld>
            <a:endParaRPr lang="en-US" dirty="0"/>
          </a:p>
        </p:txBody>
      </p:sp>
    </p:spTree>
    <p:extLst>
      <p:ext uri="{BB962C8B-B14F-4D97-AF65-F5344CB8AC3E}">
        <p14:creationId xmlns:p14="http://schemas.microsoft.com/office/powerpoint/2010/main" val="524619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F3844-9BF1-45B3-353D-2A61488A1188}"/>
            </a:ext>
          </a:extLst>
        </p:cNvPr>
        <p:cNvGrpSpPr/>
        <p:nvPr/>
      </p:nvGrpSpPr>
      <p:grpSpPr>
        <a:xfrm>
          <a:off x="0" y="0"/>
          <a:ext cx="0" cy="0"/>
          <a:chOff x="0" y="0"/>
          <a:chExt cx="0" cy="0"/>
        </a:xfrm>
      </p:grpSpPr>
      <p:pic>
        <p:nvPicPr>
          <p:cNvPr id="15" name="Picture 14" descr="A graph of a graph showing a number of light&#10;&#10;AI-generated content may be incorrect.">
            <a:extLst>
              <a:ext uri="{FF2B5EF4-FFF2-40B4-BE49-F238E27FC236}">
                <a16:creationId xmlns:a16="http://schemas.microsoft.com/office/drawing/2014/main" id="{D6FC772E-5AB1-46CF-DA15-2E7079B35979}"/>
              </a:ext>
            </a:extLst>
          </p:cNvPr>
          <p:cNvPicPr>
            <a:picLocks noChangeAspect="1"/>
          </p:cNvPicPr>
          <p:nvPr/>
        </p:nvPicPr>
        <p:blipFill>
          <a:blip r:embed="rId2"/>
          <a:stretch>
            <a:fillRect/>
          </a:stretch>
        </p:blipFill>
        <p:spPr>
          <a:xfrm>
            <a:off x="6492239" y="2219734"/>
            <a:ext cx="2567305" cy="1737360"/>
          </a:xfrm>
          <a:prstGeom prst="rect">
            <a:avLst/>
          </a:prstGeom>
        </p:spPr>
      </p:pic>
      <p:pic>
        <p:nvPicPr>
          <p:cNvPr id="9" name="Picture 8" descr="A graph of energy levels&#10;&#10;AI-generated content may be incorrect.">
            <a:extLst>
              <a:ext uri="{FF2B5EF4-FFF2-40B4-BE49-F238E27FC236}">
                <a16:creationId xmlns:a16="http://schemas.microsoft.com/office/drawing/2014/main" id="{6AF24617-6D7F-9D43-9FAD-EAFBE3C73A34}"/>
              </a:ext>
            </a:extLst>
          </p:cNvPr>
          <p:cNvPicPr>
            <a:picLocks noChangeAspect="1"/>
          </p:cNvPicPr>
          <p:nvPr/>
        </p:nvPicPr>
        <p:blipFill>
          <a:blip r:embed="rId3"/>
          <a:stretch>
            <a:fillRect/>
          </a:stretch>
        </p:blipFill>
        <p:spPr>
          <a:xfrm>
            <a:off x="9248860" y="3958765"/>
            <a:ext cx="2901950" cy="1645920"/>
          </a:xfrm>
          <a:prstGeom prst="rect">
            <a:avLst/>
          </a:prstGeom>
        </p:spPr>
      </p:pic>
      <p:pic>
        <p:nvPicPr>
          <p:cNvPr id="6" name="Picture 5" descr="A blue flame coming out of a gas burner&#10;&#10;AI-generated content may be incorrect.">
            <a:extLst>
              <a:ext uri="{FF2B5EF4-FFF2-40B4-BE49-F238E27FC236}">
                <a16:creationId xmlns:a16="http://schemas.microsoft.com/office/drawing/2014/main" id="{D5616F02-83C9-270D-8C5D-6BA07E3360A6}"/>
              </a:ext>
            </a:extLst>
          </p:cNvPr>
          <p:cNvPicPr>
            <a:picLocks noChangeAspect="1"/>
          </p:cNvPicPr>
          <p:nvPr/>
        </p:nvPicPr>
        <p:blipFill>
          <a:blip r:embed="rId4"/>
          <a:stretch>
            <a:fillRect/>
          </a:stretch>
        </p:blipFill>
        <p:spPr>
          <a:xfrm>
            <a:off x="6868663" y="3950919"/>
            <a:ext cx="2105680" cy="1653766"/>
          </a:xfrm>
          <a:prstGeom prst="rect">
            <a:avLst/>
          </a:prstGeom>
        </p:spPr>
      </p:pic>
      <p:sp>
        <p:nvSpPr>
          <p:cNvPr id="2" name="Title 1">
            <a:extLst>
              <a:ext uri="{FF2B5EF4-FFF2-40B4-BE49-F238E27FC236}">
                <a16:creationId xmlns:a16="http://schemas.microsoft.com/office/drawing/2014/main" id="{87B65F63-E018-F290-35B1-D2BDF09228EA}"/>
              </a:ext>
            </a:extLst>
          </p:cNvPr>
          <p:cNvSpPr>
            <a:spLocks noGrp="1"/>
          </p:cNvSpPr>
          <p:nvPr>
            <p:ph type="title"/>
          </p:nvPr>
        </p:nvSpPr>
        <p:spPr/>
        <p:txBody>
          <a:bodyPr/>
          <a:lstStyle/>
          <a:p>
            <a:r>
              <a:rPr lang="en-US" dirty="0"/>
              <a:t>Absorption – Results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A27077A6-A93B-E217-D8F2-E3BC7B0843AC}"/>
                  </a:ext>
                </a:extLst>
              </p:cNvPr>
              <p:cNvSpPr>
                <a:spLocks noGrp="1"/>
              </p:cNvSpPr>
              <p:nvPr>
                <p:ph type="body" sz="quarter" idx="20"/>
              </p:nvPr>
            </p:nvSpPr>
            <p:spPr>
              <a:xfrm>
                <a:off x="652463" y="1663941"/>
                <a:ext cx="5720079" cy="4120309"/>
              </a:xfrm>
            </p:spPr>
            <p:txBody>
              <a:bodyPr>
                <a:noAutofit/>
              </a:bodyPr>
              <a:lstStyle/>
              <a:p>
                <a:pPr marL="171450" indent="-171450">
                  <a:buFont typeface="Arial" panose="020B0604020202020204" pitchFamily="34" charset="0"/>
                  <a:buChar char="•"/>
                </a:pPr>
                <a:r>
                  <a:rPr lang="en-US" sz="1600" dirty="0"/>
                  <a:t>Propane Flame</a:t>
                </a:r>
                <a:br>
                  <a:rPr lang="en-US" sz="1600" dirty="0"/>
                </a:br>
                <a:endParaRPr lang="en-US" sz="1600" dirty="0"/>
              </a:p>
              <a:p>
                <a:pPr marL="171450" indent="-171450">
                  <a:buFont typeface="Arial" panose="020B0604020202020204" pitchFamily="34" charset="0"/>
                  <a:buChar char="•"/>
                </a:pPr>
                <a:r>
                  <a:rPr lang="en-US" sz="1400" dirty="0"/>
                  <a:t>Post-processing</a:t>
                </a:r>
              </a:p>
              <a:p>
                <a:pPr marL="857250" lvl="1" indent="-171450"/>
                <a:r>
                  <a:rPr lang="en-US" sz="1400" dirty="0"/>
                  <a:t>The four required spectra </a:t>
                </a:r>
                <a14:m>
                  <m:oMath xmlns:m="http://schemas.openxmlformats.org/officeDocument/2006/math">
                    <m:sSub>
                      <m:sSubPr>
                        <m:ctrlPr>
                          <a:rPr lang="en-US" sz="1400" i="1"/>
                        </m:ctrlPr>
                      </m:sSubPr>
                      <m:e>
                        <m:r>
                          <a:rPr lang="en-US" sz="1400" i="1"/>
                          <m:t>𝐼</m:t>
                        </m:r>
                      </m:e>
                      <m:sub>
                        <m:r>
                          <a:rPr lang="en-US" sz="1400" i="1"/>
                          <m:t>𝑓</m:t>
                        </m:r>
                        <m:r>
                          <a:rPr lang="en-US" sz="1400" i="1"/>
                          <m:t>+</m:t>
                        </m:r>
                        <m:r>
                          <a:rPr lang="en-US" sz="1400" i="1"/>
                          <m:t>𝑙</m:t>
                        </m:r>
                      </m:sub>
                    </m:sSub>
                  </m:oMath>
                </a14:m>
                <a:r>
                  <a:rPr lang="en-US" sz="1400" dirty="0"/>
                  <a:t>, </a:t>
                </a:r>
                <a14:m>
                  <m:oMath xmlns:m="http://schemas.openxmlformats.org/officeDocument/2006/math">
                    <m:sSub>
                      <m:sSubPr>
                        <m:ctrlPr>
                          <a:rPr lang="en-US" sz="1400" i="1"/>
                        </m:ctrlPr>
                      </m:sSubPr>
                      <m:e>
                        <m:r>
                          <a:rPr lang="en-US" sz="1400" i="1"/>
                          <m:t>𝐼</m:t>
                        </m:r>
                      </m:e>
                      <m:sub>
                        <m:r>
                          <a:rPr lang="en-US" sz="1400" i="1"/>
                          <m:t>𝑓</m:t>
                        </m:r>
                      </m:sub>
                    </m:sSub>
                  </m:oMath>
                </a14:m>
                <a:r>
                  <a:rPr lang="en-US" sz="1400" dirty="0"/>
                  <a:t>, </a:t>
                </a:r>
                <a14:m>
                  <m:oMath xmlns:m="http://schemas.openxmlformats.org/officeDocument/2006/math">
                    <m:sSub>
                      <m:sSubPr>
                        <m:ctrlPr>
                          <a:rPr lang="en-US" sz="1400" i="1"/>
                        </m:ctrlPr>
                      </m:sSubPr>
                      <m:e>
                        <m:r>
                          <a:rPr lang="en-US" sz="1400" i="1"/>
                          <m:t>𝐼</m:t>
                        </m:r>
                      </m:e>
                      <m:sub>
                        <m:r>
                          <a:rPr lang="en-US" sz="1400" i="1"/>
                          <m:t>𝑙</m:t>
                        </m:r>
                      </m:sub>
                    </m:sSub>
                  </m:oMath>
                </a14:m>
                <a:r>
                  <a:rPr lang="en-US" sz="1400" dirty="0"/>
                  <a:t>, and </a:t>
                </a:r>
                <a14:m>
                  <m:oMath xmlns:m="http://schemas.openxmlformats.org/officeDocument/2006/math">
                    <m:sSub>
                      <m:sSubPr>
                        <m:ctrlPr>
                          <a:rPr lang="en-US" sz="1400" i="1"/>
                        </m:ctrlPr>
                      </m:sSubPr>
                      <m:e>
                        <m:r>
                          <a:rPr lang="en-US" sz="1400" i="1"/>
                          <m:t>𝐼</m:t>
                        </m:r>
                      </m:e>
                      <m:sub>
                        <m:r>
                          <a:rPr lang="en-US" sz="1400" i="1"/>
                          <m:t>𝑏</m:t>
                        </m:r>
                      </m:sub>
                    </m:sSub>
                  </m:oMath>
                </a14:m>
                <a:r>
                  <a:rPr lang="en-US" sz="1400" dirty="0"/>
                  <a:t> were acquired</a:t>
                </a:r>
              </a:p>
              <a:p>
                <a:pPr marL="857250" lvl="1" indent="-171450"/>
                <a:r>
                  <a:rPr lang="en-US" sz="1400" dirty="0"/>
                  <a:t>Followed by zero-baseline correction and wavelength calibration to compute the absorbance spectra</a:t>
                </a:r>
              </a:p>
              <a:p>
                <a:pPr marL="857250" lvl="1" indent="-171450"/>
                <a:r>
                  <a:rPr lang="en-US" sz="1400" dirty="0"/>
                  <a:t>Multiple isolated OH A-X (0-0) rotational lines integrated to obtain equivalent width</a:t>
                </a:r>
              </a:p>
              <a:p>
                <a:pPr marL="857250" lvl="1" indent="-171450"/>
                <a:r>
                  <a:rPr lang="en-US" sz="1400" dirty="0"/>
                  <a:t>Boltzmann plot constructed to estimate temperature</a:t>
                </a:r>
              </a:p>
              <a:p>
                <a:pPr marL="857250" lvl="1" indent="-171450"/>
                <a:r>
                  <a:rPr lang="en-US" sz="1400" dirty="0"/>
                  <a:t>OH column density and mole fraction computed from line-strength formulation</a:t>
                </a:r>
                <a:br>
                  <a:rPr lang="en-US" sz="1400" dirty="0"/>
                </a:br>
                <a:endParaRPr lang="en-US" sz="1400" dirty="0"/>
              </a:p>
              <a:p>
                <a:pPr marL="171450" indent="-171450">
                  <a:buFont typeface="Arial" panose="020B0604020202020204" pitchFamily="34" charset="0"/>
                  <a:buChar char="•"/>
                </a:pPr>
                <a:r>
                  <a:rPr lang="en-US" sz="1400" dirty="0"/>
                  <a:t>Lower sampling height of 0.25”:</a:t>
                </a:r>
              </a:p>
              <a:p>
                <a:pPr marL="857250" lvl="1" indent="-171450"/>
                <a:r>
                  <a:rPr lang="en-US" sz="1400" dirty="0"/>
                  <a:t>Temperature: 2184 K</a:t>
                </a:r>
              </a:p>
              <a:p>
                <a:pPr marL="857250" lvl="1" indent="-171450"/>
                <a:r>
                  <a:rPr lang="en-US" sz="1400" dirty="0"/>
                  <a:t>OH mole fraction, 0.043</a:t>
                </a:r>
              </a:p>
              <a:p>
                <a:pPr marL="857250" lvl="1" indent="-171450"/>
                <a:r>
                  <a:rPr lang="en-US" sz="1400" dirty="0"/>
                  <a:t>Consistent with propane’s clean, gaseous, premixed-like combustion behavior that generates strong OH formation near the primary reaction zone. Reflects the high radical production typical of blue, low-soot hydrocarbon flames</a:t>
                </a:r>
              </a:p>
            </p:txBody>
          </p:sp>
        </mc:Choice>
        <mc:Fallback>
          <p:sp>
            <p:nvSpPr>
              <p:cNvPr id="3" name="Text Placeholder 2">
                <a:extLst>
                  <a:ext uri="{FF2B5EF4-FFF2-40B4-BE49-F238E27FC236}">
                    <a16:creationId xmlns:a16="http://schemas.microsoft.com/office/drawing/2014/main" id="{A27077A6-A93B-E217-D8F2-E3BC7B0843AC}"/>
                  </a:ext>
                </a:extLst>
              </p:cNvPr>
              <p:cNvSpPr>
                <a:spLocks noGrp="1" noRot="1" noChangeAspect="1" noMove="1" noResize="1" noEditPoints="1" noAdjustHandles="1" noChangeArrowheads="1" noChangeShapeType="1" noTextEdit="1"/>
              </p:cNvSpPr>
              <p:nvPr>
                <p:ph type="body" sz="quarter" idx="20"/>
              </p:nvPr>
            </p:nvSpPr>
            <p:spPr>
              <a:xfrm>
                <a:off x="652463" y="1663941"/>
                <a:ext cx="5720079" cy="4120309"/>
              </a:xfrm>
              <a:blipFill>
                <a:blip r:embed="rId5"/>
                <a:stretch>
                  <a:fillRect l="-426" t="-1036" r="-320" b="-12574"/>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AF02A7A0-D83F-5D35-002E-F72CD149FE23}"/>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86BCD671-4D71-4659-A825-E4A0A39F4F97}"/>
              </a:ext>
            </a:extLst>
          </p:cNvPr>
          <p:cNvSpPr>
            <a:spLocks noGrp="1"/>
          </p:cNvSpPr>
          <p:nvPr>
            <p:ph type="sldNum" sz="quarter" idx="17"/>
          </p:nvPr>
        </p:nvSpPr>
        <p:spPr/>
        <p:txBody>
          <a:bodyPr/>
          <a:lstStyle/>
          <a:p>
            <a:fld id="{86134D44-37F0-44A1-8A08-E9432A030C07}" type="slidenum">
              <a:rPr lang="en-US" smtClean="0"/>
              <a:pPr/>
              <a:t>22</a:t>
            </a:fld>
            <a:endParaRPr lang="en-US" dirty="0"/>
          </a:p>
        </p:txBody>
      </p:sp>
      <p:pic>
        <p:nvPicPr>
          <p:cNvPr id="16" name="Picture 15" descr="A blue line graph with black text&#10;&#10;AI-generated content may be incorrect.">
            <a:extLst>
              <a:ext uri="{FF2B5EF4-FFF2-40B4-BE49-F238E27FC236}">
                <a16:creationId xmlns:a16="http://schemas.microsoft.com/office/drawing/2014/main" id="{72D7532F-E29A-E5E6-0190-6F0A52A2BC6C}"/>
              </a:ext>
            </a:extLst>
          </p:cNvPr>
          <p:cNvPicPr>
            <a:picLocks noChangeAspect="1"/>
          </p:cNvPicPr>
          <p:nvPr/>
        </p:nvPicPr>
        <p:blipFill>
          <a:blip r:embed="rId6"/>
          <a:stretch>
            <a:fillRect/>
          </a:stretch>
        </p:blipFill>
        <p:spPr>
          <a:xfrm>
            <a:off x="9050018" y="2213559"/>
            <a:ext cx="3141980" cy="1737360"/>
          </a:xfrm>
          <a:prstGeom prst="rect">
            <a:avLst/>
          </a:prstGeom>
        </p:spPr>
      </p:pic>
    </p:spTree>
    <p:extLst>
      <p:ext uri="{BB962C8B-B14F-4D97-AF65-F5344CB8AC3E}">
        <p14:creationId xmlns:p14="http://schemas.microsoft.com/office/powerpoint/2010/main" val="491476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3A975-8C3B-AF38-7E8E-75CC408F42CB}"/>
            </a:ext>
          </a:extLst>
        </p:cNvPr>
        <p:cNvGrpSpPr/>
        <p:nvPr/>
      </p:nvGrpSpPr>
      <p:grpSpPr>
        <a:xfrm>
          <a:off x="0" y="0"/>
          <a:ext cx="0" cy="0"/>
          <a:chOff x="0" y="0"/>
          <a:chExt cx="0" cy="0"/>
        </a:xfrm>
      </p:grpSpPr>
      <p:pic>
        <p:nvPicPr>
          <p:cNvPr id="16" name="Picture 15" descr="A graph of a wave&#10;&#10;AI-generated content may be incorrect.">
            <a:extLst>
              <a:ext uri="{FF2B5EF4-FFF2-40B4-BE49-F238E27FC236}">
                <a16:creationId xmlns:a16="http://schemas.microsoft.com/office/drawing/2014/main" id="{E08961E1-A583-41BE-8AC8-CB6226B3C992}"/>
              </a:ext>
            </a:extLst>
          </p:cNvPr>
          <p:cNvPicPr>
            <a:picLocks noChangeAspect="1"/>
          </p:cNvPicPr>
          <p:nvPr/>
        </p:nvPicPr>
        <p:blipFill>
          <a:blip r:embed="rId2"/>
          <a:stretch>
            <a:fillRect/>
          </a:stretch>
        </p:blipFill>
        <p:spPr>
          <a:xfrm>
            <a:off x="9059544" y="2227310"/>
            <a:ext cx="3141980" cy="1737360"/>
          </a:xfrm>
          <a:prstGeom prst="rect">
            <a:avLst/>
          </a:prstGeom>
        </p:spPr>
      </p:pic>
      <p:pic>
        <p:nvPicPr>
          <p:cNvPr id="15" name="Picture 14" descr="A graph of a graph showing a number of light&#10;&#10;AI-generated content may be incorrect.">
            <a:extLst>
              <a:ext uri="{FF2B5EF4-FFF2-40B4-BE49-F238E27FC236}">
                <a16:creationId xmlns:a16="http://schemas.microsoft.com/office/drawing/2014/main" id="{678EFC02-624C-F1AC-ACB3-9327EB9E19B2}"/>
              </a:ext>
            </a:extLst>
          </p:cNvPr>
          <p:cNvPicPr>
            <a:picLocks noChangeAspect="1"/>
          </p:cNvPicPr>
          <p:nvPr/>
        </p:nvPicPr>
        <p:blipFill>
          <a:blip r:embed="rId3"/>
          <a:stretch>
            <a:fillRect/>
          </a:stretch>
        </p:blipFill>
        <p:spPr>
          <a:xfrm>
            <a:off x="6482713" y="2213559"/>
            <a:ext cx="2567305" cy="1737360"/>
          </a:xfrm>
          <a:prstGeom prst="rect">
            <a:avLst/>
          </a:prstGeom>
        </p:spPr>
      </p:pic>
      <p:pic>
        <p:nvPicPr>
          <p:cNvPr id="13" name="Picture 12" descr="A graph of energy levels&#10;&#10;AI-generated content may be incorrect.">
            <a:extLst>
              <a:ext uri="{FF2B5EF4-FFF2-40B4-BE49-F238E27FC236}">
                <a16:creationId xmlns:a16="http://schemas.microsoft.com/office/drawing/2014/main" id="{37EF57DD-6A9C-ECAF-6A86-DD5EDBA7AF03}"/>
              </a:ext>
            </a:extLst>
          </p:cNvPr>
          <p:cNvPicPr>
            <a:picLocks noChangeAspect="1"/>
          </p:cNvPicPr>
          <p:nvPr/>
        </p:nvPicPr>
        <p:blipFill>
          <a:blip r:embed="rId4"/>
          <a:stretch>
            <a:fillRect/>
          </a:stretch>
        </p:blipFill>
        <p:spPr>
          <a:xfrm>
            <a:off x="9262126" y="3972246"/>
            <a:ext cx="2921635" cy="1645920"/>
          </a:xfrm>
          <a:prstGeom prst="rect">
            <a:avLst/>
          </a:prstGeom>
        </p:spPr>
      </p:pic>
      <p:pic>
        <p:nvPicPr>
          <p:cNvPr id="6" name="Picture 5" descr="A blue flame coming out of a gas burner&#10;&#10;AI-generated content may be incorrect.">
            <a:extLst>
              <a:ext uri="{FF2B5EF4-FFF2-40B4-BE49-F238E27FC236}">
                <a16:creationId xmlns:a16="http://schemas.microsoft.com/office/drawing/2014/main" id="{A611417C-8D7B-8502-C633-7FA1EE98974E}"/>
              </a:ext>
            </a:extLst>
          </p:cNvPr>
          <p:cNvPicPr>
            <a:picLocks noChangeAspect="1"/>
          </p:cNvPicPr>
          <p:nvPr/>
        </p:nvPicPr>
        <p:blipFill>
          <a:blip r:embed="rId5"/>
          <a:stretch>
            <a:fillRect/>
          </a:stretch>
        </p:blipFill>
        <p:spPr>
          <a:xfrm>
            <a:off x="6868663" y="3950919"/>
            <a:ext cx="2105680" cy="1653766"/>
          </a:xfrm>
          <a:prstGeom prst="rect">
            <a:avLst/>
          </a:prstGeom>
        </p:spPr>
      </p:pic>
      <p:sp>
        <p:nvSpPr>
          <p:cNvPr id="2" name="Title 1">
            <a:extLst>
              <a:ext uri="{FF2B5EF4-FFF2-40B4-BE49-F238E27FC236}">
                <a16:creationId xmlns:a16="http://schemas.microsoft.com/office/drawing/2014/main" id="{8FD9DA72-521D-4607-A337-6CAC2EE7136A}"/>
              </a:ext>
            </a:extLst>
          </p:cNvPr>
          <p:cNvSpPr>
            <a:spLocks noGrp="1"/>
          </p:cNvSpPr>
          <p:nvPr>
            <p:ph type="title"/>
          </p:nvPr>
        </p:nvSpPr>
        <p:spPr/>
        <p:txBody>
          <a:bodyPr/>
          <a:lstStyle/>
          <a:p>
            <a:r>
              <a:rPr lang="en-US" dirty="0"/>
              <a:t>Absorption – Results</a:t>
            </a:r>
          </a:p>
        </p:txBody>
      </p:sp>
      <p:sp>
        <p:nvSpPr>
          <p:cNvPr id="3" name="Text Placeholder 2">
            <a:extLst>
              <a:ext uri="{FF2B5EF4-FFF2-40B4-BE49-F238E27FC236}">
                <a16:creationId xmlns:a16="http://schemas.microsoft.com/office/drawing/2014/main" id="{283C8811-4C43-CF44-A697-BD0355BACAD9}"/>
              </a:ext>
            </a:extLst>
          </p:cNvPr>
          <p:cNvSpPr>
            <a:spLocks noGrp="1"/>
          </p:cNvSpPr>
          <p:nvPr>
            <p:ph type="body" sz="quarter" idx="20"/>
          </p:nvPr>
        </p:nvSpPr>
        <p:spPr>
          <a:xfrm>
            <a:off x="652464" y="1663941"/>
            <a:ext cx="5499734" cy="4120309"/>
          </a:xfrm>
        </p:spPr>
        <p:txBody>
          <a:bodyPr>
            <a:noAutofit/>
          </a:bodyPr>
          <a:lstStyle/>
          <a:p>
            <a:pPr marL="171450" indent="-171450">
              <a:buFont typeface="Arial" panose="020B0604020202020204" pitchFamily="34" charset="0"/>
              <a:buChar char="•"/>
            </a:pPr>
            <a:r>
              <a:rPr lang="en-US" sz="1600" dirty="0"/>
              <a:t>Propane Flame</a:t>
            </a:r>
            <a:br>
              <a:rPr lang="en-US" sz="1600" dirty="0"/>
            </a:br>
            <a:endParaRPr lang="en-US" sz="1600" dirty="0"/>
          </a:p>
          <a:p>
            <a:pPr marL="171450" indent="-171450">
              <a:buFont typeface="Arial" panose="020B0604020202020204" pitchFamily="34" charset="0"/>
              <a:buChar char="•"/>
            </a:pPr>
            <a:r>
              <a:rPr lang="en-US" sz="1400" dirty="0"/>
              <a:t>Higher sampling height of 0.5”:</a:t>
            </a:r>
          </a:p>
          <a:p>
            <a:pPr marL="857250" lvl="1" indent="-171450"/>
            <a:r>
              <a:rPr lang="en-US" sz="1400" dirty="0"/>
              <a:t>Temperature: 2122 K</a:t>
            </a:r>
          </a:p>
          <a:p>
            <a:pPr marL="857250" lvl="1" indent="-171450"/>
            <a:r>
              <a:rPr lang="en-US" sz="1400" dirty="0"/>
              <a:t>OH mole fraction: 0.02</a:t>
            </a:r>
          </a:p>
          <a:p>
            <a:pPr marL="857250" lvl="1" indent="-171450"/>
            <a:r>
              <a:rPr lang="en-US" sz="1400" dirty="0"/>
              <a:t>Both the temperature and mole fraction decreased, as expected from post-flame cooling and dilution with entrained ambient air</a:t>
            </a:r>
          </a:p>
          <a:p>
            <a:pPr marL="171450" indent="-171450">
              <a:buFont typeface="Arial" panose="020B0604020202020204" pitchFamily="34" charset="0"/>
              <a:buChar char="•"/>
            </a:pPr>
            <a:r>
              <a:rPr lang="en-US" sz="1400" dirty="0"/>
              <a:t>Propane exhibited minimal broadband luminosity compared to solid-fuel flames, resulting in a clean baseline with well-isolated OH A-X (0-0) lines and highly linear Boltzmann plots</a:t>
            </a:r>
            <a:br>
              <a:rPr lang="en-US" sz="1400" dirty="0"/>
            </a:br>
            <a:endParaRPr lang="en-US" sz="1400" dirty="0"/>
          </a:p>
          <a:p>
            <a:pPr marL="171450" indent="-171450">
              <a:buFont typeface="Arial" panose="020B0604020202020204" pitchFamily="34" charset="0"/>
              <a:buChar char="•"/>
            </a:pPr>
            <a:r>
              <a:rPr lang="en-US" sz="1400" dirty="0"/>
              <a:t>This linearity confirms that OH rotational populations remained close to equilibrium across both heights, enabling reliable extraction of local temperature and radical concentration</a:t>
            </a:r>
          </a:p>
        </p:txBody>
      </p:sp>
      <p:sp>
        <p:nvSpPr>
          <p:cNvPr id="4" name="Text Placeholder 3">
            <a:extLst>
              <a:ext uri="{FF2B5EF4-FFF2-40B4-BE49-F238E27FC236}">
                <a16:creationId xmlns:a16="http://schemas.microsoft.com/office/drawing/2014/main" id="{78524B28-432C-964F-85CE-1ABC8B6F36F4}"/>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8ECC4CBE-F6F0-E398-E407-88A87505134A}"/>
              </a:ext>
            </a:extLst>
          </p:cNvPr>
          <p:cNvSpPr>
            <a:spLocks noGrp="1"/>
          </p:cNvSpPr>
          <p:nvPr>
            <p:ph type="sldNum" sz="quarter" idx="17"/>
          </p:nvPr>
        </p:nvSpPr>
        <p:spPr/>
        <p:txBody>
          <a:bodyPr/>
          <a:lstStyle/>
          <a:p>
            <a:fld id="{86134D44-37F0-44A1-8A08-E9432A030C07}" type="slidenum">
              <a:rPr lang="en-US" smtClean="0"/>
              <a:pPr/>
              <a:t>23</a:t>
            </a:fld>
            <a:endParaRPr lang="en-US" dirty="0"/>
          </a:p>
        </p:txBody>
      </p:sp>
    </p:spTree>
    <p:extLst>
      <p:ext uri="{BB962C8B-B14F-4D97-AF65-F5344CB8AC3E}">
        <p14:creationId xmlns:p14="http://schemas.microsoft.com/office/powerpoint/2010/main" val="2285537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20EF0-C4DA-A1E8-E5E4-DCF5370EE2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AE574-1F22-9C30-5363-51D0BB45C02D}"/>
              </a:ext>
            </a:extLst>
          </p:cNvPr>
          <p:cNvSpPr>
            <a:spLocks noGrp="1"/>
          </p:cNvSpPr>
          <p:nvPr>
            <p:ph type="title"/>
          </p:nvPr>
        </p:nvSpPr>
        <p:spPr/>
        <p:txBody>
          <a:bodyPr/>
          <a:lstStyle/>
          <a:p>
            <a:r>
              <a:rPr lang="en-US" dirty="0"/>
              <a:t>Emission – Results</a:t>
            </a:r>
          </a:p>
        </p:txBody>
      </p:sp>
      <p:sp>
        <p:nvSpPr>
          <p:cNvPr id="3" name="Text Placeholder 2">
            <a:extLst>
              <a:ext uri="{FF2B5EF4-FFF2-40B4-BE49-F238E27FC236}">
                <a16:creationId xmlns:a16="http://schemas.microsoft.com/office/drawing/2014/main" id="{1A2E99C8-F0E8-3032-6CE8-307DF73447FD}"/>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D7D6CD3E-7C67-A14D-B60A-ADBCD13C976C}"/>
              </a:ext>
            </a:extLst>
          </p:cNvPr>
          <p:cNvSpPr>
            <a:spLocks noGrp="1"/>
          </p:cNvSpPr>
          <p:nvPr>
            <p:ph type="sldNum" sz="quarter" idx="11"/>
          </p:nvPr>
        </p:nvSpPr>
        <p:spPr/>
        <p:txBody>
          <a:bodyPr/>
          <a:lstStyle/>
          <a:p>
            <a:fld id="{86134D44-37F0-44A1-8A08-E9432A030C07}" type="slidenum">
              <a:rPr lang="en-US" smtClean="0"/>
              <a:pPr/>
              <a:t>24</a:t>
            </a:fld>
            <a:endParaRPr lang="en-US" dirty="0"/>
          </a:p>
        </p:txBody>
      </p:sp>
    </p:spTree>
    <p:extLst>
      <p:ext uri="{BB962C8B-B14F-4D97-AF65-F5344CB8AC3E}">
        <p14:creationId xmlns:p14="http://schemas.microsoft.com/office/powerpoint/2010/main" val="16421642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854FC-B8CA-D36A-E7F3-3F5BFFF1C175}"/>
            </a:ext>
          </a:extLst>
        </p:cNvPr>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3E308107-24C7-A438-608E-9E24AD227FE6}"/>
              </a:ext>
            </a:extLst>
          </p:cNvPr>
          <p:cNvPicPr>
            <a:picLocks noChangeAspect="1"/>
          </p:cNvPicPr>
          <p:nvPr/>
        </p:nvPicPr>
        <p:blipFill>
          <a:blip r:embed="rId2"/>
          <a:stretch>
            <a:fillRect/>
          </a:stretch>
        </p:blipFill>
        <p:spPr>
          <a:xfrm>
            <a:off x="652461" y="4600076"/>
            <a:ext cx="6468923" cy="1644876"/>
          </a:xfrm>
          <a:prstGeom prst="rect">
            <a:avLst/>
          </a:prstGeom>
        </p:spPr>
      </p:pic>
      <p:sp>
        <p:nvSpPr>
          <p:cNvPr id="2" name="Title 1">
            <a:extLst>
              <a:ext uri="{FF2B5EF4-FFF2-40B4-BE49-F238E27FC236}">
                <a16:creationId xmlns:a16="http://schemas.microsoft.com/office/drawing/2014/main" id="{B553FA05-7B09-1F8A-31BB-6BB020BF906D}"/>
              </a:ext>
            </a:extLst>
          </p:cNvPr>
          <p:cNvSpPr>
            <a:spLocks noGrp="1"/>
          </p:cNvSpPr>
          <p:nvPr>
            <p:ph type="title"/>
          </p:nvPr>
        </p:nvSpPr>
        <p:spPr/>
        <p:txBody>
          <a:bodyPr/>
          <a:lstStyle/>
          <a:p>
            <a:r>
              <a:rPr lang="en-US" dirty="0"/>
              <a:t>Emission – Results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95D47A45-702E-2B18-F386-3436C3FF9139}"/>
                  </a:ext>
                </a:extLst>
              </p:cNvPr>
              <p:cNvSpPr>
                <a:spLocks noGrp="1"/>
              </p:cNvSpPr>
              <p:nvPr>
                <p:ph type="body" sz="quarter" idx="20"/>
              </p:nvPr>
            </p:nvSpPr>
            <p:spPr>
              <a:xfrm>
                <a:off x="652464" y="1795750"/>
                <a:ext cx="6476408" cy="2826504"/>
              </a:xfrm>
            </p:spPr>
            <p:txBody>
              <a:bodyPr>
                <a:noAutofit/>
              </a:bodyPr>
              <a:lstStyle/>
              <a:p>
                <a:pPr marL="171450" indent="-171450">
                  <a:buFont typeface="Arial" panose="020B0604020202020204" pitchFamily="34" charset="0"/>
                  <a:buChar char="•"/>
                </a:pPr>
                <a:r>
                  <a:rPr lang="en-US" sz="1600" dirty="0"/>
                  <a:t>Theoretical OH emission spectrum</a:t>
                </a:r>
              </a:p>
              <a:p>
                <a:pPr marL="857250" lvl="1" indent="-171450"/>
                <a:r>
                  <a:rPr lang="en-US" sz="1400" dirty="0"/>
                  <a:t>The theoretical OH A-X (0-0) emission spectrum was generated using LIFBASE</a:t>
                </a:r>
              </a:p>
              <a:p>
                <a:pPr marL="857250" lvl="1" indent="-171450"/>
                <a:r>
                  <a:rPr lang="en-US" sz="1400" dirty="0"/>
                  <a:t>Individual transitions corresponding to the experimentally observed P1, Q1, and Q2 rotational branches were identified</a:t>
                </a:r>
              </a:p>
              <a:p>
                <a:pPr marL="857250" lvl="1" indent="-171450"/>
                <a:r>
                  <a:rPr lang="en-US" sz="1400" dirty="0"/>
                  <a:t>Only well-resolved, isolated OH transitions were chosen to avoid peak overlap and baseline interference</a:t>
                </a:r>
              </a:p>
              <a:p>
                <a:pPr marL="857250" lvl="1" indent="-171450"/>
                <a:r>
                  <a:rPr lang="en-US" sz="1400" dirty="0"/>
                  <a:t>Lines were selected to span a sufficiently wide range of upper-state energies </a:t>
                </a:r>
                <a14:m>
                  <m:oMath xmlns:m="http://schemas.openxmlformats.org/officeDocument/2006/math">
                    <m:r>
                      <m:rPr>
                        <m:sty m:val="p"/>
                      </m:rPr>
                      <a:rPr lang="en-US" sz="1400"/>
                      <m:t>E</m:t>
                    </m:r>
                    <m:r>
                      <a:rPr lang="en-US" sz="1400" b="0" i="0" smtClean="0">
                        <a:latin typeface="Cambria Math" panose="02040503050406030204" pitchFamily="18" charset="0"/>
                      </a:rPr>
                      <m:t>′</m:t>
                    </m:r>
                  </m:oMath>
                </a14:m>
                <a:endParaRPr lang="en-US" sz="1400" dirty="0"/>
              </a:p>
              <a:p>
                <a:pPr marL="857250" lvl="1" indent="-171450"/>
                <a:r>
                  <a:rPr lang="en-US" sz="1400" dirty="0"/>
                  <a:t>Transitions with reliable LIFBASE line strengths and minimal spectral interference from broadband flame emission or nearby interfering species were prioritized</a:t>
                </a:r>
              </a:p>
            </p:txBody>
          </p:sp>
        </mc:Choice>
        <mc:Fallback>
          <p:sp>
            <p:nvSpPr>
              <p:cNvPr id="3" name="Text Placeholder 2">
                <a:extLst>
                  <a:ext uri="{FF2B5EF4-FFF2-40B4-BE49-F238E27FC236}">
                    <a16:creationId xmlns:a16="http://schemas.microsoft.com/office/drawing/2014/main" id="{95D47A45-702E-2B18-F386-3436C3FF9139}"/>
                  </a:ext>
                </a:extLst>
              </p:cNvPr>
              <p:cNvSpPr>
                <a:spLocks noGrp="1" noRot="1" noChangeAspect="1" noMove="1" noResize="1" noEditPoints="1" noAdjustHandles="1" noChangeArrowheads="1" noChangeShapeType="1" noTextEdit="1"/>
              </p:cNvSpPr>
              <p:nvPr>
                <p:ph type="body" sz="quarter" idx="20"/>
              </p:nvPr>
            </p:nvSpPr>
            <p:spPr>
              <a:xfrm>
                <a:off x="652464" y="1795750"/>
                <a:ext cx="6476408" cy="2826504"/>
              </a:xfrm>
              <a:blipFill>
                <a:blip r:embed="rId3"/>
                <a:stretch>
                  <a:fillRect l="-377" t="-1512"/>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CBB1F329-C831-4C25-3BED-C856FE240186}"/>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8F5DB640-0E4E-3CD9-2315-925602E52B56}"/>
              </a:ext>
            </a:extLst>
          </p:cNvPr>
          <p:cNvSpPr>
            <a:spLocks noGrp="1"/>
          </p:cNvSpPr>
          <p:nvPr>
            <p:ph type="sldNum" sz="quarter" idx="17"/>
          </p:nvPr>
        </p:nvSpPr>
        <p:spPr/>
        <p:txBody>
          <a:bodyPr/>
          <a:lstStyle/>
          <a:p>
            <a:fld id="{86134D44-37F0-44A1-8A08-E9432A030C07}" type="slidenum">
              <a:rPr lang="en-US" smtClean="0"/>
              <a:pPr/>
              <a:t>25</a:t>
            </a:fld>
            <a:endParaRPr lang="en-US" dirty="0"/>
          </a:p>
        </p:txBody>
      </p:sp>
      <p:pic>
        <p:nvPicPr>
          <p:cNvPr id="11" name="Picture 10" descr="A table with numbers and letters&#10;&#10;AI-generated content may be incorrect.">
            <a:extLst>
              <a:ext uri="{FF2B5EF4-FFF2-40B4-BE49-F238E27FC236}">
                <a16:creationId xmlns:a16="http://schemas.microsoft.com/office/drawing/2014/main" id="{8460C6C3-B99F-364F-8A31-FC4C36C1C837}"/>
              </a:ext>
            </a:extLst>
          </p:cNvPr>
          <p:cNvPicPr>
            <a:picLocks noChangeAspect="1"/>
          </p:cNvPicPr>
          <p:nvPr/>
        </p:nvPicPr>
        <p:blipFill>
          <a:blip r:embed="rId4"/>
          <a:stretch>
            <a:fillRect/>
          </a:stretch>
        </p:blipFill>
        <p:spPr>
          <a:xfrm>
            <a:off x="8070675" y="4607574"/>
            <a:ext cx="3172035" cy="1636400"/>
          </a:xfrm>
          <a:prstGeom prst="rect">
            <a:avLst/>
          </a:prstGeom>
        </p:spPr>
      </p:pic>
      <mc:AlternateContent xmlns:mc="http://schemas.openxmlformats.org/markup-compatibility/2006">
        <mc:Choice xmlns:a14="http://schemas.microsoft.com/office/drawing/2010/main" Requires="a14">
          <p:sp>
            <p:nvSpPr>
              <p:cNvPr id="12" name="Text Placeholder 2">
                <a:extLst>
                  <a:ext uri="{FF2B5EF4-FFF2-40B4-BE49-F238E27FC236}">
                    <a16:creationId xmlns:a16="http://schemas.microsoft.com/office/drawing/2014/main" id="{11134461-32C3-95AB-DFA4-30111D27505A}"/>
                  </a:ext>
                </a:extLst>
              </p:cNvPr>
              <p:cNvSpPr txBox="1">
                <a:spLocks/>
              </p:cNvSpPr>
              <p:nvPr/>
            </p:nvSpPr>
            <p:spPr>
              <a:xfrm>
                <a:off x="7128871" y="1794148"/>
                <a:ext cx="5063129" cy="281342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US" sz="1600" dirty="0"/>
                  <a:t>Extraction of line parameters</a:t>
                </a:r>
              </a:p>
              <a:p>
                <a:pPr marL="857250" lvl="1" indent="-171450"/>
                <a:r>
                  <a:rPr lang="en-US" sz="1400" dirty="0"/>
                  <a:t>For each selected line, LIFBASE outputs </a:t>
                </a:r>
              </a:p>
              <a:p>
                <a:pPr marL="1314450" lvl="2" indent="-171450"/>
                <a:r>
                  <a:rPr lang="en-US" sz="1400" dirty="0"/>
                  <a:t>line position (wavelength in air and wavenumber)</a:t>
                </a:r>
              </a:p>
              <a:p>
                <a:pPr marL="1314450" lvl="2" indent="-171450"/>
                <a:r>
                  <a:rPr lang="en-US" sz="1400" dirty="0"/>
                  <a:t>Einstein </a:t>
                </a:r>
                <a14:m>
                  <m:oMath xmlns:m="http://schemas.openxmlformats.org/officeDocument/2006/math">
                    <m:r>
                      <a:rPr lang="en-US" sz="1400" i="1"/>
                      <m:t>𝐴𝑢𝑙</m:t>
                    </m:r>
                  </m:oMath>
                </a14:m>
                <a:r>
                  <a:rPr lang="en-US" sz="1400" dirty="0"/>
                  <a:t> coefficient</a:t>
                </a:r>
              </a:p>
              <a:p>
                <a:pPr marL="1314450" lvl="2" indent="-171450"/>
                <a:r>
                  <a:rPr lang="en-US" sz="1400" dirty="0"/>
                  <a:t>Rotational quantum numbers</a:t>
                </a:r>
              </a:p>
              <a:p>
                <a:pPr marL="857250" lvl="1" indent="-171450"/>
                <a:r>
                  <a:rPr lang="en-US" sz="1400" dirty="0"/>
                  <a:t>Based on these, HITRAN database outputs </a:t>
                </a:r>
              </a:p>
              <a:p>
                <a:pPr marL="1314450" lvl="2" indent="-171450"/>
                <a:r>
                  <a:rPr lang="en-US" sz="1400" dirty="0"/>
                  <a:t>Lower-state energy </a:t>
                </a:r>
                <a14:m>
                  <m:oMath xmlns:m="http://schemas.openxmlformats.org/officeDocument/2006/math">
                    <m:r>
                      <m:rPr>
                        <m:sty m:val="p"/>
                      </m:rPr>
                      <a:rPr lang="en-US" sz="1400"/>
                      <m:t>E</m:t>
                    </m:r>
                    <m:r>
                      <a:rPr lang="en-US" sz="1400" b="0" i="0" smtClean="0">
                        <a:latin typeface="Cambria Math" panose="02040503050406030204" pitchFamily="18" charset="0"/>
                      </a:rPr>
                      <m:t>"</m:t>
                    </m:r>
                  </m:oMath>
                </a14:m>
                <a:endParaRPr lang="en-US" sz="1400" dirty="0"/>
              </a:p>
              <a:p>
                <a:pPr marL="1314450" lvl="2" indent="-171450"/>
                <a:r>
                  <a:rPr lang="en-US" sz="1400" dirty="0"/>
                  <a:t>Degeneracy term </a:t>
                </a:r>
                <a14:m>
                  <m:oMath xmlns:m="http://schemas.openxmlformats.org/officeDocument/2006/math">
                    <m:r>
                      <m:rPr>
                        <m:sty m:val="p"/>
                      </m:rPr>
                      <a:rPr lang="en-US" sz="1400"/>
                      <m:t>g</m:t>
                    </m:r>
                    <m:r>
                      <a:rPr lang="en-US" sz="1400" b="0" i="0" smtClean="0">
                        <a:latin typeface="Cambria Math" panose="02040503050406030204" pitchFamily="18" charset="0"/>
                      </a:rPr>
                      <m:t>′</m:t>
                    </m:r>
                    <m:r>
                      <a:rPr lang="en-US" sz="1400"/>
                      <m:t>=2</m:t>
                    </m:r>
                    <m:r>
                      <m:rPr>
                        <m:sty m:val="p"/>
                      </m:rPr>
                      <a:rPr lang="en-US" sz="1400"/>
                      <m:t>J</m:t>
                    </m:r>
                    <m:r>
                      <a:rPr lang="en-US" sz="1400" b="0" i="0" smtClean="0">
                        <a:latin typeface="Cambria Math" panose="02040503050406030204" pitchFamily="18" charset="0"/>
                      </a:rPr>
                      <m:t>′</m:t>
                    </m:r>
                    <m:r>
                      <a:rPr lang="en-US" sz="1400"/>
                      <m:t>+1</m:t>
                    </m:r>
                  </m:oMath>
                </a14:m>
                <a:r>
                  <a:rPr lang="en-US" sz="1400" dirty="0"/>
                  <a:t> </a:t>
                </a:r>
              </a:p>
              <a:p>
                <a:pPr marL="857250" lvl="1" indent="-171450"/>
                <a:r>
                  <a:rPr lang="en-US" sz="1400" dirty="0"/>
                  <a:t>From these, the upper-state energy E’ was extracted by adding the photon energy to the lower state energy</a:t>
                </a:r>
              </a:p>
            </p:txBody>
          </p:sp>
        </mc:Choice>
        <mc:Fallback>
          <p:sp>
            <p:nvSpPr>
              <p:cNvPr id="12" name="Text Placeholder 2">
                <a:extLst>
                  <a:ext uri="{FF2B5EF4-FFF2-40B4-BE49-F238E27FC236}">
                    <a16:creationId xmlns:a16="http://schemas.microsoft.com/office/drawing/2014/main" id="{11134461-32C3-95AB-DFA4-30111D27505A}"/>
                  </a:ext>
                </a:extLst>
              </p:cNvPr>
              <p:cNvSpPr txBox="1">
                <a:spLocks noRot="1" noChangeAspect="1" noMove="1" noResize="1" noEditPoints="1" noAdjustHandles="1" noChangeArrowheads="1" noChangeShapeType="1" noTextEdit="1"/>
              </p:cNvSpPr>
              <p:nvPr/>
            </p:nvSpPr>
            <p:spPr>
              <a:xfrm>
                <a:off x="7128871" y="1794148"/>
                <a:ext cx="5063129" cy="2813426"/>
              </a:xfrm>
              <a:prstGeom prst="rect">
                <a:avLst/>
              </a:prstGeom>
              <a:blipFill>
                <a:blip r:embed="rId5"/>
                <a:stretch>
                  <a:fillRect l="-481" t="-1515" r="-241"/>
                </a:stretch>
              </a:blipFill>
            </p:spPr>
            <p:txBody>
              <a:bodyPr/>
              <a:lstStyle/>
              <a:p>
                <a:r>
                  <a:rPr lang="en-US">
                    <a:noFill/>
                  </a:rPr>
                  <a:t> </a:t>
                </a:r>
              </a:p>
            </p:txBody>
          </p:sp>
        </mc:Fallback>
      </mc:AlternateContent>
    </p:spTree>
    <p:extLst>
      <p:ext uri="{BB962C8B-B14F-4D97-AF65-F5344CB8AC3E}">
        <p14:creationId xmlns:p14="http://schemas.microsoft.com/office/powerpoint/2010/main" val="39688196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8ED08-2AC1-0A6A-FFB7-404B52983BEB}"/>
            </a:ext>
          </a:extLst>
        </p:cNvPr>
        <p:cNvGrpSpPr/>
        <p:nvPr/>
      </p:nvGrpSpPr>
      <p:grpSpPr>
        <a:xfrm>
          <a:off x="0" y="0"/>
          <a:ext cx="0" cy="0"/>
          <a:chOff x="0" y="0"/>
          <a:chExt cx="0" cy="0"/>
        </a:xfrm>
      </p:grpSpPr>
      <p:pic>
        <p:nvPicPr>
          <p:cNvPr id="9" name="Picture 8" descr="A red line with blue dots&#10;&#10;AI-generated content may be incorrect.">
            <a:extLst>
              <a:ext uri="{FF2B5EF4-FFF2-40B4-BE49-F238E27FC236}">
                <a16:creationId xmlns:a16="http://schemas.microsoft.com/office/drawing/2014/main" id="{6D57CBC1-6535-9E8F-7E51-579DF36EE170}"/>
              </a:ext>
            </a:extLst>
          </p:cNvPr>
          <p:cNvPicPr>
            <a:picLocks noChangeAspect="1"/>
          </p:cNvPicPr>
          <p:nvPr/>
        </p:nvPicPr>
        <p:blipFill>
          <a:blip r:embed="rId2"/>
          <a:stretch>
            <a:fillRect/>
          </a:stretch>
        </p:blipFill>
        <p:spPr>
          <a:xfrm>
            <a:off x="9270365" y="4002811"/>
            <a:ext cx="2806700" cy="1554480"/>
          </a:xfrm>
          <a:prstGeom prst="rect">
            <a:avLst/>
          </a:prstGeom>
        </p:spPr>
      </p:pic>
      <p:pic>
        <p:nvPicPr>
          <p:cNvPr id="8" name="Picture 7" descr="A blue line graph with numbers&#10;&#10;AI-generated content may be incorrect.">
            <a:extLst>
              <a:ext uri="{FF2B5EF4-FFF2-40B4-BE49-F238E27FC236}">
                <a16:creationId xmlns:a16="http://schemas.microsoft.com/office/drawing/2014/main" id="{8F3D0F73-E6FE-CA84-4613-08C62079D20C}"/>
              </a:ext>
            </a:extLst>
          </p:cNvPr>
          <p:cNvPicPr>
            <a:picLocks noChangeAspect="1"/>
          </p:cNvPicPr>
          <p:nvPr/>
        </p:nvPicPr>
        <p:blipFill>
          <a:blip r:embed="rId3"/>
          <a:stretch>
            <a:fillRect/>
          </a:stretch>
        </p:blipFill>
        <p:spPr>
          <a:xfrm>
            <a:off x="9052560" y="2219732"/>
            <a:ext cx="3139440" cy="1737360"/>
          </a:xfrm>
          <a:prstGeom prst="rect">
            <a:avLst/>
          </a:prstGeom>
        </p:spPr>
      </p:pic>
      <p:pic>
        <p:nvPicPr>
          <p:cNvPr id="7" name="Picture 6" descr="A graph of a blue and orange line&#10;&#10;AI-generated content may be incorrect.">
            <a:extLst>
              <a:ext uri="{FF2B5EF4-FFF2-40B4-BE49-F238E27FC236}">
                <a16:creationId xmlns:a16="http://schemas.microsoft.com/office/drawing/2014/main" id="{D74DF89F-117B-3CA4-EEC0-37BC71650597}"/>
              </a:ext>
            </a:extLst>
          </p:cNvPr>
          <p:cNvPicPr>
            <a:picLocks noChangeAspect="1"/>
          </p:cNvPicPr>
          <p:nvPr/>
        </p:nvPicPr>
        <p:blipFill>
          <a:blip r:embed="rId4"/>
          <a:stretch>
            <a:fillRect/>
          </a:stretch>
        </p:blipFill>
        <p:spPr>
          <a:xfrm>
            <a:off x="6317228" y="2219732"/>
            <a:ext cx="2737485" cy="1737360"/>
          </a:xfrm>
          <a:prstGeom prst="rect">
            <a:avLst/>
          </a:prstGeom>
        </p:spPr>
      </p:pic>
      <p:sp>
        <p:nvSpPr>
          <p:cNvPr id="2" name="Title 1">
            <a:extLst>
              <a:ext uri="{FF2B5EF4-FFF2-40B4-BE49-F238E27FC236}">
                <a16:creationId xmlns:a16="http://schemas.microsoft.com/office/drawing/2014/main" id="{D77D3C82-7106-B063-C905-88D506678EE6}"/>
              </a:ext>
            </a:extLst>
          </p:cNvPr>
          <p:cNvSpPr>
            <a:spLocks noGrp="1"/>
          </p:cNvSpPr>
          <p:nvPr>
            <p:ph type="title"/>
          </p:nvPr>
        </p:nvSpPr>
        <p:spPr/>
        <p:txBody>
          <a:bodyPr/>
          <a:lstStyle/>
          <a:p>
            <a:r>
              <a:rPr lang="en-US" dirty="0"/>
              <a:t>Emission – Results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B73156E5-FDB3-3A69-4725-9716E86EB0E0}"/>
                  </a:ext>
                </a:extLst>
              </p:cNvPr>
              <p:cNvSpPr>
                <a:spLocks noGrp="1"/>
              </p:cNvSpPr>
              <p:nvPr>
                <p:ph type="body" sz="quarter" idx="20"/>
              </p:nvPr>
            </p:nvSpPr>
            <p:spPr>
              <a:xfrm>
                <a:off x="652463" y="1795749"/>
                <a:ext cx="5720079" cy="4120309"/>
              </a:xfrm>
            </p:spPr>
            <p:txBody>
              <a:bodyPr>
                <a:noAutofit/>
              </a:bodyPr>
              <a:lstStyle/>
              <a:p>
                <a:pPr marL="171450" indent="-171450">
                  <a:buFont typeface="Arial" panose="020B0604020202020204" pitchFamily="34" charset="0"/>
                  <a:buChar char="•"/>
                </a:pPr>
                <a:r>
                  <a:rPr lang="en-US" sz="1600" dirty="0"/>
                  <a:t>Butane Flame</a:t>
                </a:r>
                <a:br>
                  <a:rPr lang="en-US" sz="1600" dirty="0"/>
                </a:br>
                <a:endParaRPr lang="en-US" sz="1600" dirty="0"/>
              </a:p>
              <a:p>
                <a:pPr marL="171450" indent="-171450">
                  <a:buFont typeface="Arial" panose="020B0604020202020204" pitchFamily="34" charset="0"/>
                  <a:buChar char="•"/>
                </a:pPr>
                <a:r>
                  <a:rPr lang="en-US" sz="1400" dirty="0"/>
                  <a:t>Post-processing</a:t>
                </a:r>
              </a:p>
              <a:p>
                <a:pPr marL="857250" lvl="1" indent="-171450"/>
                <a:r>
                  <a:rPr lang="en-US" sz="1400" dirty="0"/>
                  <a:t>The two required spectra </a:t>
                </a:r>
                <a14:m>
                  <m:oMath xmlns:m="http://schemas.openxmlformats.org/officeDocument/2006/math">
                    <m:sSub>
                      <m:sSubPr>
                        <m:ctrlPr>
                          <a:rPr lang="en-US" sz="1400" i="1"/>
                        </m:ctrlPr>
                      </m:sSubPr>
                      <m:e>
                        <m:r>
                          <a:rPr lang="en-US" sz="1400" i="1"/>
                          <m:t>𝐼</m:t>
                        </m:r>
                      </m:e>
                      <m:sub>
                        <m:r>
                          <a:rPr lang="en-US" sz="1400" i="1"/>
                          <m:t>𝑓</m:t>
                        </m:r>
                      </m:sub>
                    </m:sSub>
                  </m:oMath>
                </a14:m>
                <a:r>
                  <a:rPr lang="en-US" sz="1400" dirty="0"/>
                  <a:t> and </a:t>
                </a:r>
                <a14:m>
                  <m:oMath xmlns:m="http://schemas.openxmlformats.org/officeDocument/2006/math">
                    <m:sSub>
                      <m:sSubPr>
                        <m:ctrlPr>
                          <a:rPr lang="en-US" sz="1400" i="1"/>
                        </m:ctrlPr>
                      </m:sSubPr>
                      <m:e>
                        <m:r>
                          <a:rPr lang="en-US" sz="1400" i="1"/>
                          <m:t>𝐼</m:t>
                        </m:r>
                      </m:e>
                      <m:sub>
                        <m:r>
                          <a:rPr lang="en-US" sz="1400" i="1"/>
                          <m:t>𝑏</m:t>
                        </m:r>
                      </m:sub>
                    </m:sSub>
                  </m:oMath>
                </a14:m>
                <a:r>
                  <a:rPr lang="en-US" sz="1400" dirty="0"/>
                  <a:t> were acquired</a:t>
                </a:r>
              </a:p>
              <a:p>
                <a:pPr marL="857250" lvl="1" indent="-171450"/>
                <a:r>
                  <a:rPr lang="en-US" sz="1400" dirty="0"/>
                  <a:t>Followed by zero-baseline correction and wavelength calibration to compute the emission spectra</a:t>
                </a:r>
              </a:p>
              <a:p>
                <a:pPr marL="857250" lvl="1" indent="-171450"/>
                <a:r>
                  <a:rPr lang="en-US" sz="1400" dirty="0"/>
                  <a:t>Multiple isolated OH A-X (0-0) rotational lines integrated to obtain equivalent width</a:t>
                </a:r>
              </a:p>
              <a:p>
                <a:pPr marL="857250" lvl="1" indent="-171450"/>
                <a:r>
                  <a:rPr lang="en-US" sz="1400" dirty="0"/>
                  <a:t>Boltzmann plot constructed to estimate temperature</a:t>
                </a:r>
                <a:br>
                  <a:rPr lang="en-US" sz="1400" dirty="0"/>
                </a:br>
                <a:endParaRPr lang="en-US" sz="1400" dirty="0"/>
              </a:p>
              <a:p>
                <a:pPr marL="171450" indent="-171450">
                  <a:buFont typeface="Arial" panose="020B0604020202020204" pitchFamily="34" charset="0"/>
                  <a:buChar char="•"/>
                </a:pPr>
                <a:r>
                  <a:rPr lang="en-US" sz="1400" dirty="0"/>
                  <a:t>Lower sampling height of 0.25”:</a:t>
                </a:r>
              </a:p>
              <a:p>
                <a:pPr marL="857250" lvl="1" indent="-171450"/>
                <a:r>
                  <a:rPr lang="en-US" sz="1400" dirty="0"/>
                  <a:t>Temperature: 3902 K</a:t>
                </a:r>
              </a:p>
            </p:txBody>
          </p:sp>
        </mc:Choice>
        <mc:Fallback>
          <p:sp>
            <p:nvSpPr>
              <p:cNvPr id="3" name="Text Placeholder 2">
                <a:extLst>
                  <a:ext uri="{FF2B5EF4-FFF2-40B4-BE49-F238E27FC236}">
                    <a16:creationId xmlns:a16="http://schemas.microsoft.com/office/drawing/2014/main" id="{B73156E5-FDB3-3A69-4725-9716E86EB0E0}"/>
                  </a:ext>
                </a:extLst>
              </p:cNvPr>
              <p:cNvSpPr>
                <a:spLocks noGrp="1" noRot="1" noChangeAspect="1" noMove="1" noResize="1" noEditPoints="1" noAdjustHandles="1" noChangeArrowheads="1" noChangeShapeType="1" noTextEdit="1"/>
              </p:cNvSpPr>
              <p:nvPr>
                <p:ph type="body" sz="quarter" idx="20"/>
              </p:nvPr>
            </p:nvSpPr>
            <p:spPr>
              <a:xfrm>
                <a:off x="652463" y="1795749"/>
                <a:ext cx="5720079" cy="4120309"/>
              </a:xfrm>
              <a:blipFill>
                <a:blip r:embed="rId5"/>
                <a:stretch>
                  <a:fillRect l="-426" t="-1037"/>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92F046F5-210D-BAE1-E288-C5242309D677}"/>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838D8C5E-8DC9-2B9D-5061-0E8DBEED90A7}"/>
              </a:ext>
            </a:extLst>
          </p:cNvPr>
          <p:cNvSpPr>
            <a:spLocks noGrp="1"/>
          </p:cNvSpPr>
          <p:nvPr>
            <p:ph type="sldNum" sz="quarter" idx="17"/>
          </p:nvPr>
        </p:nvSpPr>
        <p:spPr/>
        <p:txBody>
          <a:bodyPr/>
          <a:lstStyle/>
          <a:p>
            <a:fld id="{86134D44-37F0-44A1-8A08-E9432A030C07}" type="slidenum">
              <a:rPr lang="en-US" smtClean="0"/>
              <a:pPr/>
              <a:t>26</a:t>
            </a:fld>
            <a:endParaRPr lang="en-US" dirty="0"/>
          </a:p>
        </p:txBody>
      </p:sp>
      <p:pic>
        <p:nvPicPr>
          <p:cNvPr id="6" name="Picture 5" descr="A gas burner with text below&#10;&#10;AI-generated content may be incorrect.">
            <a:extLst>
              <a:ext uri="{FF2B5EF4-FFF2-40B4-BE49-F238E27FC236}">
                <a16:creationId xmlns:a16="http://schemas.microsoft.com/office/drawing/2014/main" id="{1BFA31A2-8626-0F41-5DB4-B29573A2D470}"/>
              </a:ext>
            </a:extLst>
          </p:cNvPr>
          <p:cNvPicPr>
            <a:picLocks noChangeAspect="1"/>
          </p:cNvPicPr>
          <p:nvPr/>
        </p:nvPicPr>
        <p:blipFill>
          <a:blip r:embed="rId6"/>
          <a:stretch>
            <a:fillRect/>
          </a:stretch>
        </p:blipFill>
        <p:spPr>
          <a:xfrm>
            <a:off x="6984746" y="3957092"/>
            <a:ext cx="1955101" cy="1645919"/>
          </a:xfrm>
          <a:prstGeom prst="rect">
            <a:avLst/>
          </a:prstGeom>
        </p:spPr>
      </p:pic>
    </p:spTree>
    <p:extLst>
      <p:ext uri="{BB962C8B-B14F-4D97-AF65-F5344CB8AC3E}">
        <p14:creationId xmlns:p14="http://schemas.microsoft.com/office/powerpoint/2010/main" val="31734684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7A7DC-A643-D177-AB3A-42FB971BC2FE}"/>
            </a:ext>
          </a:extLst>
        </p:cNvPr>
        <p:cNvGrpSpPr/>
        <p:nvPr/>
      </p:nvGrpSpPr>
      <p:grpSpPr>
        <a:xfrm>
          <a:off x="0" y="0"/>
          <a:ext cx="0" cy="0"/>
          <a:chOff x="0" y="0"/>
          <a:chExt cx="0" cy="0"/>
        </a:xfrm>
      </p:grpSpPr>
      <p:pic>
        <p:nvPicPr>
          <p:cNvPr id="12" name="Picture 11" descr="A red line with blue dots&#10;&#10;AI-generated content may be incorrect.">
            <a:extLst>
              <a:ext uri="{FF2B5EF4-FFF2-40B4-BE49-F238E27FC236}">
                <a16:creationId xmlns:a16="http://schemas.microsoft.com/office/drawing/2014/main" id="{B8ABA997-79FD-0196-B677-BE38A022C7C3}"/>
              </a:ext>
            </a:extLst>
          </p:cNvPr>
          <p:cNvPicPr>
            <a:picLocks noChangeAspect="1"/>
          </p:cNvPicPr>
          <p:nvPr/>
        </p:nvPicPr>
        <p:blipFill>
          <a:blip r:embed="rId2"/>
          <a:stretch>
            <a:fillRect/>
          </a:stretch>
        </p:blipFill>
        <p:spPr>
          <a:xfrm>
            <a:off x="9270363" y="4002811"/>
            <a:ext cx="2806700" cy="1554480"/>
          </a:xfrm>
          <a:prstGeom prst="rect">
            <a:avLst/>
          </a:prstGeom>
        </p:spPr>
      </p:pic>
      <p:pic>
        <p:nvPicPr>
          <p:cNvPr id="11" name="Picture 10" descr="A blue line graph with white text&#10;&#10;AI-generated content may be incorrect.">
            <a:extLst>
              <a:ext uri="{FF2B5EF4-FFF2-40B4-BE49-F238E27FC236}">
                <a16:creationId xmlns:a16="http://schemas.microsoft.com/office/drawing/2014/main" id="{C6887121-3D8F-3E25-807B-C0B5ECEF03FF}"/>
              </a:ext>
            </a:extLst>
          </p:cNvPr>
          <p:cNvPicPr>
            <a:picLocks noChangeAspect="1"/>
          </p:cNvPicPr>
          <p:nvPr/>
        </p:nvPicPr>
        <p:blipFill>
          <a:blip r:embed="rId3"/>
          <a:stretch>
            <a:fillRect/>
          </a:stretch>
        </p:blipFill>
        <p:spPr>
          <a:xfrm>
            <a:off x="9052560" y="2219731"/>
            <a:ext cx="3139440" cy="1737360"/>
          </a:xfrm>
          <a:prstGeom prst="rect">
            <a:avLst/>
          </a:prstGeom>
        </p:spPr>
      </p:pic>
      <p:pic>
        <p:nvPicPr>
          <p:cNvPr id="6" name="Picture 5" descr="A graph of a blue and orange line&#10;&#10;AI-generated content may be incorrect.">
            <a:extLst>
              <a:ext uri="{FF2B5EF4-FFF2-40B4-BE49-F238E27FC236}">
                <a16:creationId xmlns:a16="http://schemas.microsoft.com/office/drawing/2014/main" id="{36953737-9216-16B1-88C0-9DF175EDE61F}"/>
              </a:ext>
            </a:extLst>
          </p:cNvPr>
          <p:cNvPicPr>
            <a:picLocks noChangeAspect="1"/>
          </p:cNvPicPr>
          <p:nvPr/>
        </p:nvPicPr>
        <p:blipFill>
          <a:blip r:embed="rId4"/>
          <a:stretch>
            <a:fillRect/>
          </a:stretch>
        </p:blipFill>
        <p:spPr>
          <a:xfrm>
            <a:off x="6312534" y="2219731"/>
            <a:ext cx="2737485" cy="1737360"/>
          </a:xfrm>
          <a:prstGeom prst="rect">
            <a:avLst/>
          </a:prstGeom>
        </p:spPr>
      </p:pic>
      <p:pic>
        <p:nvPicPr>
          <p:cNvPr id="10" name="Picture 9" descr="A gas burner with text below&#10;&#10;AI-generated content may be incorrect.">
            <a:extLst>
              <a:ext uri="{FF2B5EF4-FFF2-40B4-BE49-F238E27FC236}">
                <a16:creationId xmlns:a16="http://schemas.microsoft.com/office/drawing/2014/main" id="{6EDCAAF0-09B0-98B2-D05E-1F5E203EB2F9}"/>
              </a:ext>
            </a:extLst>
          </p:cNvPr>
          <p:cNvPicPr>
            <a:picLocks noChangeAspect="1"/>
          </p:cNvPicPr>
          <p:nvPr/>
        </p:nvPicPr>
        <p:blipFill>
          <a:blip r:embed="rId5"/>
          <a:stretch>
            <a:fillRect/>
          </a:stretch>
        </p:blipFill>
        <p:spPr>
          <a:xfrm>
            <a:off x="6984746" y="3957092"/>
            <a:ext cx="1955101" cy="1645919"/>
          </a:xfrm>
          <a:prstGeom prst="rect">
            <a:avLst/>
          </a:prstGeom>
        </p:spPr>
      </p:pic>
      <p:sp>
        <p:nvSpPr>
          <p:cNvPr id="2" name="Title 1">
            <a:extLst>
              <a:ext uri="{FF2B5EF4-FFF2-40B4-BE49-F238E27FC236}">
                <a16:creationId xmlns:a16="http://schemas.microsoft.com/office/drawing/2014/main" id="{A66AACEB-01AF-7470-F3A2-8ACBBF73126D}"/>
              </a:ext>
            </a:extLst>
          </p:cNvPr>
          <p:cNvSpPr>
            <a:spLocks noGrp="1"/>
          </p:cNvSpPr>
          <p:nvPr>
            <p:ph type="title"/>
          </p:nvPr>
        </p:nvSpPr>
        <p:spPr/>
        <p:txBody>
          <a:bodyPr/>
          <a:lstStyle/>
          <a:p>
            <a:r>
              <a:rPr lang="en-US" dirty="0"/>
              <a:t>Emission – Results</a:t>
            </a:r>
          </a:p>
        </p:txBody>
      </p:sp>
      <p:sp>
        <p:nvSpPr>
          <p:cNvPr id="3" name="Text Placeholder 2">
            <a:extLst>
              <a:ext uri="{FF2B5EF4-FFF2-40B4-BE49-F238E27FC236}">
                <a16:creationId xmlns:a16="http://schemas.microsoft.com/office/drawing/2014/main" id="{8DD88FDF-0ED8-2FE1-2A85-69E4EF045C69}"/>
              </a:ext>
            </a:extLst>
          </p:cNvPr>
          <p:cNvSpPr>
            <a:spLocks noGrp="1"/>
          </p:cNvSpPr>
          <p:nvPr>
            <p:ph type="body" sz="quarter" idx="20"/>
          </p:nvPr>
        </p:nvSpPr>
        <p:spPr>
          <a:xfrm>
            <a:off x="652464" y="1795749"/>
            <a:ext cx="5499734" cy="4120309"/>
          </a:xfrm>
        </p:spPr>
        <p:txBody>
          <a:bodyPr>
            <a:noAutofit/>
          </a:bodyPr>
          <a:lstStyle/>
          <a:p>
            <a:pPr marL="171450" indent="-171450">
              <a:buFont typeface="Arial" panose="020B0604020202020204" pitchFamily="34" charset="0"/>
              <a:buChar char="•"/>
            </a:pPr>
            <a:r>
              <a:rPr lang="en-US" sz="1600" dirty="0"/>
              <a:t>Butane Flame</a:t>
            </a:r>
            <a:br>
              <a:rPr lang="en-US" sz="1600" dirty="0"/>
            </a:br>
            <a:endParaRPr lang="en-US" sz="1600" dirty="0"/>
          </a:p>
          <a:p>
            <a:pPr marL="171450" indent="-171450">
              <a:buFont typeface="Arial" panose="020B0604020202020204" pitchFamily="34" charset="0"/>
              <a:buChar char="•"/>
            </a:pPr>
            <a:r>
              <a:rPr lang="en-US" sz="1400" dirty="0"/>
              <a:t>Higher sampling height of 0.5”:</a:t>
            </a:r>
          </a:p>
          <a:p>
            <a:pPr marL="857250" lvl="1" indent="-171450"/>
            <a:r>
              <a:rPr lang="en-US" sz="1400" dirty="0"/>
              <a:t>Temperature: 3865 K</a:t>
            </a:r>
          </a:p>
          <a:p>
            <a:pPr marL="857250" lvl="1" indent="-171450"/>
            <a:r>
              <a:rPr lang="en-US" sz="1400" dirty="0"/>
              <a:t>The temperature decreased, consistent with cooling and dilution as combustion products mix with the surrounding air</a:t>
            </a:r>
          </a:p>
        </p:txBody>
      </p:sp>
      <p:sp>
        <p:nvSpPr>
          <p:cNvPr id="4" name="Text Placeholder 3">
            <a:extLst>
              <a:ext uri="{FF2B5EF4-FFF2-40B4-BE49-F238E27FC236}">
                <a16:creationId xmlns:a16="http://schemas.microsoft.com/office/drawing/2014/main" id="{A8C2FA6C-57EF-BF7E-9AF6-B70265AB11A9}"/>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89EC5E85-FAB0-E03E-E574-344F250BB60D}"/>
              </a:ext>
            </a:extLst>
          </p:cNvPr>
          <p:cNvSpPr>
            <a:spLocks noGrp="1"/>
          </p:cNvSpPr>
          <p:nvPr>
            <p:ph type="sldNum" sz="quarter" idx="17"/>
          </p:nvPr>
        </p:nvSpPr>
        <p:spPr/>
        <p:txBody>
          <a:bodyPr/>
          <a:lstStyle/>
          <a:p>
            <a:fld id="{86134D44-37F0-44A1-8A08-E9432A030C07}" type="slidenum">
              <a:rPr lang="en-US" smtClean="0"/>
              <a:pPr/>
              <a:t>27</a:t>
            </a:fld>
            <a:endParaRPr lang="en-US" dirty="0"/>
          </a:p>
        </p:txBody>
      </p:sp>
    </p:spTree>
    <p:extLst>
      <p:ext uri="{BB962C8B-B14F-4D97-AF65-F5344CB8AC3E}">
        <p14:creationId xmlns:p14="http://schemas.microsoft.com/office/powerpoint/2010/main" val="32957716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DEC67-5835-BFD9-AD57-99D2B4061635}"/>
            </a:ext>
          </a:extLst>
        </p:cNvPr>
        <p:cNvGrpSpPr/>
        <p:nvPr/>
      </p:nvGrpSpPr>
      <p:grpSpPr>
        <a:xfrm>
          <a:off x="0" y="0"/>
          <a:ext cx="0" cy="0"/>
          <a:chOff x="0" y="0"/>
          <a:chExt cx="0" cy="0"/>
        </a:xfrm>
      </p:grpSpPr>
      <p:pic>
        <p:nvPicPr>
          <p:cNvPr id="7" name="Picture 6" descr="A blue line graph with white text&#10;&#10;AI-generated content may be incorrect.">
            <a:extLst>
              <a:ext uri="{FF2B5EF4-FFF2-40B4-BE49-F238E27FC236}">
                <a16:creationId xmlns:a16="http://schemas.microsoft.com/office/drawing/2014/main" id="{D6CC94EB-2EC7-1723-0AB7-108818D7AB59}"/>
              </a:ext>
            </a:extLst>
          </p:cNvPr>
          <p:cNvPicPr>
            <a:picLocks noChangeAspect="1"/>
          </p:cNvPicPr>
          <p:nvPr/>
        </p:nvPicPr>
        <p:blipFill>
          <a:blip r:embed="rId2"/>
          <a:stretch>
            <a:fillRect/>
          </a:stretch>
        </p:blipFill>
        <p:spPr>
          <a:xfrm>
            <a:off x="9050020" y="2216645"/>
            <a:ext cx="3139440" cy="1737360"/>
          </a:xfrm>
          <a:prstGeom prst="rect">
            <a:avLst/>
          </a:prstGeom>
        </p:spPr>
      </p:pic>
      <p:pic>
        <p:nvPicPr>
          <p:cNvPr id="6" name="Picture 5" descr="A graph of a blue and orange line&#10;&#10;AI-generated content may be incorrect.">
            <a:extLst>
              <a:ext uri="{FF2B5EF4-FFF2-40B4-BE49-F238E27FC236}">
                <a16:creationId xmlns:a16="http://schemas.microsoft.com/office/drawing/2014/main" id="{AA5BD2BE-7FF8-28C1-620F-4F7E28CFE12B}"/>
              </a:ext>
            </a:extLst>
          </p:cNvPr>
          <p:cNvPicPr>
            <a:picLocks noChangeAspect="1"/>
          </p:cNvPicPr>
          <p:nvPr/>
        </p:nvPicPr>
        <p:blipFill>
          <a:blip r:embed="rId3"/>
          <a:stretch>
            <a:fillRect/>
          </a:stretch>
        </p:blipFill>
        <p:spPr>
          <a:xfrm>
            <a:off x="6312535" y="2216645"/>
            <a:ext cx="2737485" cy="1737360"/>
          </a:xfrm>
          <a:prstGeom prst="rect">
            <a:avLst/>
          </a:prstGeom>
        </p:spPr>
      </p:pic>
      <p:pic>
        <p:nvPicPr>
          <p:cNvPr id="10" name="Picture 9" descr="A candle with a flame and a candle flame&#10;&#10;AI-generated content may be incorrect.">
            <a:extLst>
              <a:ext uri="{FF2B5EF4-FFF2-40B4-BE49-F238E27FC236}">
                <a16:creationId xmlns:a16="http://schemas.microsoft.com/office/drawing/2014/main" id="{7C7D5A4A-AB17-FBCF-7EF8-62A7D647869C}"/>
              </a:ext>
            </a:extLst>
          </p:cNvPr>
          <p:cNvPicPr>
            <a:picLocks noChangeAspect="1"/>
          </p:cNvPicPr>
          <p:nvPr/>
        </p:nvPicPr>
        <p:blipFill>
          <a:blip r:embed="rId4"/>
          <a:stretch>
            <a:fillRect/>
          </a:stretch>
        </p:blipFill>
        <p:spPr>
          <a:xfrm>
            <a:off x="8442842" y="459735"/>
            <a:ext cx="1873521" cy="1652094"/>
          </a:xfrm>
          <a:prstGeom prst="rect">
            <a:avLst/>
          </a:prstGeom>
        </p:spPr>
      </p:pic>
      <p:sp>
        <p:nvSpPr>
          <p:cNvPr id="2" name="Title 1">
            <a:extLst>
              <a:ext uri="{FF2B5EF4-FFF2-40B4-BE49-F238E27FC236}">
                <a16:creationId xmlns:a16="http://schemas.microsoft.com/office/drawing/2014/main" id="{81CA089B-BDF5-56A9-E957-605D58DEA225}"/>
              </a:ext>
            </a:extLst>
          </p:cNvPr>
          <p:cNvSpPr>
            <a:spLocks noGrp="1"/>
          </p:cNvSpPr>
          <p:nvPr>
            <p:ph type="title"/>
          </p:nvPr>
        </p:nvSpPr>
        <p:spPr/>
        <p:txBody>
          <a:bodyPr/>
          <a:lstStyle/>
          <a:p>
            <a:r>
              <a:rPr lang="en-US" dirty="0"/>
              <a:t>Emission – Results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E72D70C4-5F04-6CA0-99A7-39CEA969B485}"/>
                  </a:ext>
                </a:extLst>
              </p:cNvPr>
              <p:cNvSpPr>
                <a:spLocks noGrp="1"/>
              </p:cNvSpPr>
              <p:nvPr>
                <p:ph type="body" sz="quarter" idx="20"/>
              </p:nvPr>
            </p:nvSpPr>
            <p:spPr>
              <a:xfrm>
                <a:off x="652463" y="1663941"/>
                <a:ext cx="5720079" cy="4120309"/>
              </a:xfrm>
            </p:spPr>
            <p:txBody>
              <a:bodyPr>
                <a:noAutofit/>
              </a:bodyPr>
              <a:lstStyle/>
              <a:p>
                <a:pPr marL="171450" indent="-171450">
                  <a:buFont typeface="Arial" panose="020B0604020202020204" pitchFamily="34" charset="0"/>
                  <a:buChar char="•"/>
                </a:pPr>
                <a:r>
                  <a:rPr lang="en-US" sz="1600" dirty="0"/>
                  <a:t>Candle Flame</a:t>
                </a:r>
              </a:p>
              <a:p>
                <a:pPr marL="171450" indent="-171450">
                  <a:buFont typeface="Arial" panose="020B0604020202020204" pitchFamily="34" charset="0"/>
                  <a:buChar char="•"/>
                </a:pPr>
                <a:r>
                  <a:rPr lang="en-US" sz="1400" dirty="0"/>
                  <a:t>Post-processing</a:t>
                </a:r>
              </a:p>
              <a:p>
                <a:pPr marL="857250" lvl="1" indent="-171450"/>
                <a:r>
                  <a:rPr lang="en-US" sz="1400" dirty="0"/>
                  <a:t>The two required spectra </a:t>
                </a:r>
                <a14:m>
                  <m:oMath xmlns:m="http://schemas.openxmlformats.org/officeDocument/2006/math">
                    <m:sSub>
                      <m:sSubPr>
                        <m:ctrlPr>
                          <a:rPr lang="en-US" sz="1400" i="1"/>
                        </m:ctrlPr>
                      </m:sSubPr>
                      <m:e>
                        <m:r>
                          <a:rPr lang="en-US" sz="1400" i="1"/>
                          <m:t>𝐼</m:t>
                        </m:r>
                      </m:e>
                      <m:sub>
                        <m:r>
                          <a:rPr lang="en-US" sz="1400" i="1"/>
                          <m:t>𝑓</m:t>
                        </m:r>
                      </m:sub>
                    </m:sSub>
                  </m:oMath>
                </a14:m>
                <a:r>
                  <a:rPr lang="en-US" sz="1400" dirty="0"/>
                  <a:t> and </a:t>
                </a:r>
                <a14:m>
                  <m:oMath xmlns:m="http://schemas.openxmlformats.org/officeDocument/2006/math">
                    <m:sSub>
                      <m:sSubPr>
                        <m:ctrlPr>
                          <a:rPr lang="en-US" sz="1400" i="1"/>
                        </m:ctrlPr>
                      </m:sSubPr>
                      <m:e>
                        <m:r>
                          <a:rPr lang="en-US" sz="1400" i="1"/>
                          <m:t>𝐼</m:t>
                        </m:r>
                      </m:e>
                      <m:sub>
                        <m:r>
                          <a:rPr lang="en-US" sz="1400" i="1"/>
                          <m:t>𝑏</m:t>
                        </m:r>
                      </m:sub>
                    </m:sSub>
                  </m:oMath>
                </a14:m>
                <a:r>
                  <a:rPr lang="en-US" sz="1400" dirty="0"/>
                  <a:t> were acquired</a:t>
                </a:r>
              </a:p>
              <a:p>
                <a:pPr marL="857250" lvl="1" indent="-171450"/>
                <a:r>
                  <a:rPr lang="en-US" sz="1400" dirty="0"/>
                  <a:t>Followed by zero-baseline correction and wavelength calibration to compute the emission spectra</a:t>
                </a:r>
              </a:p>
              <a:p>
                <a:pPr marL="171450" indent="-171450">
                  <a:buFont typeface="Arial" panose="020B0604020202020204" pitchFamily="34" charset="0"/>
                  <a:buChar char="•"/>
                </a:pPr>
                <a:r>
                  <a:rPr lang="en-US" sz="1400" dirty="0"/>
                  <a:t>The recorded spectrum shows indistinct rotational line features, which could be attributed to the low intensity of the OH signal and the strong continuum background from the soot</a:t>
                </a:r>
              </a:p>
              <a:p>
                <a:pPr marL="171450" indent="-171450">
                  <a:buFont typeface="Arial" panose="020B0604020202020204" pitchFamily="34" charset="0"/>
                  <a:buChar char="•"/>
                </a:pPr>
                <a:r>
                  <a:rPr lang="en-US" sz="1400" dirty="0"/>
                  <a:t>Candle flames are highly luminous diffusion flames characterized by high soot formation in the yellow/orange zone. This soot radiates as a near-perfect blackbody emitter due to its high temperature. The blackbody radiation creates a very strong, broad, continuous background signal that underlies the specific OH emission peaks. </a:t>
                </a:r>
              </a:p>
              <a:p>
                <a:pPr marL="171450" indent="-171450">
                  <a:buFont typeface="Arial" panose="020B0604020202020204" pitchFamily="34" charset="0"/>
                  <a:buChar char="•"/>
                </a:pPr>
                <a:r>
                  <a:rPr lang="en-US" sz="1400" dirty="0"/>
                  <a:t>The observed spectrum shows the intensity starting high (around 300-400 arbitrary units) even between the peaks, indicating a significant continuum signal</a:t>
                </a:r>
              </a:p>
              <a:p>
                <a:pPr marL="171450" indent="-171450">
                  <a:buFont typeface="Arial" panose="020B0604020202020204" pitchFamily="34" charset="0"/>
                  <a:buChar char="•"/>
                </a:pPr>
                <a:r>
                  <a:rPr lang="en-US" sz="1400" dirty="0"/>
                  <a:t>This high background drastically reduces the signal-to-noise ratio (SNR) and the contrast between the discrete OH rotational peaks and the baseline noise, making the individual OH lines look blurry or washed out</a:t>
                </a:r>
              </a:p>
            </p:txBody>
          </p:sp>
        </mc:Choice>
        <mc:Fallback>
          <p:sp>
            <p:nvSpPr>
              <p:cNvPr id="3" name="Text Placeholder 2">
                <a:extLst>
                  <a:ext uri="{FF2B5EF4-FFF2-40B4-BE49-F238E27FC236}">
                    <a16:creationId xmlns:a16="http://schemas.microsoft.com/office/drawing/2014/main" id="{E72D70C4-5F04-6CA0-99A7-39CEA969B485}"/>
                  </a:ext>
                </a:extLst>
              </p:cNvPr>
              <p:cNvSpPr>
                <a:spLocks noGrp="1" noRot="1" noChangeAspect="1" noMove="1" noResize="1" noEditPoints="1" noAdjustHandles="1" noChangeArrowheads="1" noChangeShapeType="1" noTextEdit="1"/>
              </p:cNvSpPr>
              <p:nvPr>
                <p:ph type="body" sz="quarter" idx="20"/>
              </p:nvPr>
            </p:nvSpPr>
            <p:spPr>
              <a:xfrm>
                <a:off x="652463" y="1663941"/>
                <a:ext cx="5720079" cy="4120309"/>
              </a:xfrm>
              <a:blipFill>
                <a:blip r:embed="rId5"/>
                <a:stretch>
                  <a:fillRect l="-426" t="-1036" b="-11834"/>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122737FD-677B-E8F5-0AB6-6E7E2D64C31C}"/>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E30C77E0-2119-B32F-902E-C3DA0E72EAE3}"/>
              </a:ext>
            </a:extLst>
          </p:cNvPr>
          <p:cNvSpPr>
            <a:spLocks noGrp="1"/>
          </p:cNvSpPr>
          <p:nvPr>
            <p:ph type="sldNum" sz="quarter" idx="17"/>
          </p:nvPr>
        </p:nvSpPr>
        <p:spPr/>
        <p:txBody>
          <a:bodyPr/>
          <a:lstStyle/>
          <a:p>
            <a:fld id="{86134D44-37F0-44A1-8A08-E9432A030C07}" type="slidenum">
              <a:rPr lang="en-US" smtClean="0"/>
              <a:pPr/>
              <a:t>28</a:t>
            </a:fld>
            <a:endParaRPr lang="en-US" dirty="0"/>
          </a:p>
        </p:txBody>
      </p:sp>
      <p:pic>
        <p:nvPicPr>
          <p:cNvPr id="8" name="Picture 7" descr="A graph of a blue and orange line&#10;&#10;AI-generated content may be incorrect.">
            <a:extLst>
              <a:ext uri="{FF2B5EF4-FFF2-40B4-BE49-F238E27FC236}">
                <a16:creationId xmlns:a16="http://schemas.microsoft.com/office/drawing/2014/main" id="{1B0984FF-2B4F-733D-92C0-1B7DA85B8CB9}"/>
              </a:ext>
            </a:extLst>
          </p:cNvPr>
          <p:cNvPicPr>
            <a:picLocks noChangeAspect="1"/>
          </p:cNvPicPr>
          <p:nvPr/>
        </p:nvPicPr>
        <p:blipFill>
          <a:blip r:embed="rId6"/>
          <a:stretch>
            <a:fillRect/>
          </a:stretch>
        </p:blipFill>
        <p:spPr>
          <a:xfrm>
            <a:off x="6312534" y="3954005"/>
            <a:ext cx="2737485" cy="1737360"/>
          </a:xfrm>
          <a:prstGeom prst="rect">
            <a:avLst/>
          </a:prstGeom>
        </p:spPr>
      </p:pic>
      <p:pic>
        <p:nvPicPr>
          <p:cNvPr id="9" name="Picture 8" descr="A blue line graph with numbers&#10;&#10;AI-generated content may be incorrect.">
            <a:extLst>
              <a:ext uri="{FF2B5EF4-FFF2-40B4-BE49-F238E27FC236}">
                <a16:creationId xmlns:a16="http://schemas.microsoft.com/office/drawing/2014/main" id="{4BAB7E19-45C7-5D75-FD06-9EA86373BCAE}"/>
              </a:ext>
            </a:extLst>
          </p:cNvPr>
          <p:cNvPicPr>
            <a:picLocks noChangeAspect="1"/>
          </p:cNvPicPr>
          <p:nvPr/>
        </p:nvPicPr>
        <p:blipFill>
          <a:blip r:embed="rId7"/>
          <a:stretch>
            <a:fillRect/>
          </a:stretch>
        </p:blipFill>
        <p:spPr>
          <a:xfrm>
            <a:off x="9065895" y="3954597"/>
            <a:ext cx="3126105" cy="1737360"/>
          </a:xfrm>
          <a:prstGeom prst="rect">
            <a:avLst/>
          </a:prstGeom>
        </p:spPr>
      </p:pic>
    </p:spTree>
    <p:extLst>
      <p:ext uri="{BB962C8B-B14F-4D97-AF65-F5344CB8AC3E}">
        <p14:creationId xmlns:p14="http://schemas.microsoft.com/office/powerpoint/2010/main" val="3517683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2EB19-0406-FD60-E1CD-06260985172B}"/>
            </a:ext>
          </a:extLst>
        </p:cNvPr>
        <p:cNvGrpSpPr/>
        <p:nvPr/>
      </p:nvGrpSpPr>
      <p:grpSpPr>
        <a:xfrm>
          <a:off x="0" y="0"/>
          <a:ext cx="0" cy="0"/>
          <a:chOff x="0" y="0"/>
          <a:chExt cx="0" cy="0"/>
        </a:xfrm>
      </p:grpSpPr>
      <p:pic>
        <p:nvPicPr>
          <p:cNvPr id="8" name="Picture 7" descr="A blue line graph with numbers&#10;&#10;AI-generated content may be incorrect.">
            <a:extLst>
              <a:ext uri="{FF2B5EF4-FFF2-40B4-BE49-F238E27FC236}">
                <a16:creationId xmlns:a16="http://schemas.microsoft.com/office/drawing/2014/main" id="{F13AA59E-039E-2F84-85B6-E0BB09C997FF}"/>
              </a:ext>
            </a:extLst>
          </p:cNvPr>
          <p:cNvPicPr>
            <a:picLocks noChangeAspect="1"/>
          </p:cNvPicPr>
          <p:nvPr/>
        </p:nvPicPr>
        <p:blipFill>
          <a:blip r:embed="rId2"/>
          <a:stretch>
            <a:fillRect/>
          </a:stretch>
        </p:blipFill>
        <p:spPr>
          <a:xfrm>
            <a:off x="9101471" y="2213559"/>
            <a:ext cx="3091815" cy="1737360"/>
          </a:xfrm>
          <a:prstGeom prst="rect">
            <a:avLst/>
          </a:prstGeom>
        </p:spPr>
      </p:pic>
      <p:pic>
        <p:nvPicPr>
          <p:cNvPr id="7" name="Picture 6" descr="A graph of a wave&#10;&#10;AI-generated content may be incorrect.">
            <a:extLst>
              <a:ext uri="{FF2B5EF4-FFF2-40B4-BE49-F238E27FC236}">
                <a16:creationId xmlns:a16="http://schemas.microsoft.com/office/drawing/2014/main" id="{46368D6D-5FEF-DA4A-846D-13FD468BA646}"/>
              </a:ext>
            </a:extLst>
          </p:cNvPr>
          <p:cNvPicPr>
            <a:picLocks noChangeAspect="1"/>
          </p:cNvPicPr>
          <p:nvPr/>
        </p:nvPicPr>
        <p:blipFill>
          <a:blip r:embed="rId3"/>
          <a:stretch>
            <a:fillRect/>
          </a:stretch>
        </p:blipFill>
        <p:spPr>
          <a:xfrm>
            <a:off x="6363986" y="2213559"/>
            <a:ext cx="2737485" cy="1737360"/>
          </a:xfrm>
          <a:prstGeom prst="rect">
            <a:avLst/>
          </a:prstGeom>
        </p:spPr>
      </p:pic>
      <p:pic>
        <p:nvPicPr>
          <p:cNvPr id="6" name="Picture 5" descr="A blue flame on a metal surface&#10;&#10;AI-generated content may be incorrect.">
            <a:extLst>
              <a:ext uri="{FF2B5EF4-FFF2-40B4-BE49-F238E27FC236}">
                <a16:creationId xmlns:a16="http://schemas.microsoft.com/office/drawing/2014/main" id="{A206B0F0-69A9-3F84-80C3-753183E8C68B}"/>
              </a:ext>
            </a:extLst>
          </p:cNvPr>
          <p:cNvPicPr>
            <a:picLocks noChangeAspect="1"/>
          </p:cNvPicPr>
          <p:nvPr/>
        </p:nvPicPr>
        <p:blipFill>
          <a:blip r:embed="rId4"/>
          <a:stretch>
            <a:fillRect/>
          </a:stretch>
        </p:blipFill>
        <p:spPr>
          <a:xfrm>
            <a:off x="8190874" y="389489"/>
            <a:ext cx="1718287" cy="1649006"/>
          </a:xfrm>
          <a:prstGeom prst="rect">
            <a:avLst/>
          </a:prstGeom>
        </p:spPr>
      </p:pic>
      <p:sp>
        <p:nvSpPr>
          <p:cNvPr id="2" name="Title 1">
            <a:extLst>
              <a:ext uri="{FF2B5EF4-FFF2-40B4-BE49-F238E27FC236}">
                <a16:creationId xmlns:a16="http://schemas.microsoft.com/office/drawing/2014/main" id="{12289F78-1854-1CA4-B6C6-255EFB656464}"/>
              </a:ext>
            </a:extLst>
          </p:cNvPr>
          <p:cNvSpPr>
            <a:spLocks noGrp="1"/>
          </p:cNvSpPr>
          <p:nvPr>
            <p:ph type="title"/>
          </p:nvPr>
        </p:nvSpPr>
        <p:spPr/>
        <p:txBody>
          <a:bodyPr/>
          <a:lstStyle/>
          <a:p>
            <a:r>
              <a:rPr lang="en-US" dirty="0"/>
              <a:t>Emission – Results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0819839C-01EF-4818-2468-88A788F79F45}"/>
                  </a:ext>
                </a:extLst>
              </p:cNvPr>
              <p:cNvSpPr>
                <a:spLocks noGrp="1"/>
              </p:cNvSpPr>
              <p:nvPr>
                <p:ph type="body" sz="quarter" idx="20"/>
              </p:nvPr>
            </p:nvSpPr>
            <p:spPr>
              <a:xfrm>
                <a:off x="652463" y="1499181"/>
                <a:ext cx="5609905" cy="4120309"/>
              </a:xfrm>
            </p:spPr>
            <p:txBody>
              <a:bodyPr>
                <a:noAutofit/>
              </a:bodyPr>
              <a:lstStyle/>
              <a:p>
                <a:pPr marL="171450" indent="-171450">
                  <a:buFont typeface="Arial" panose="020B0604020202020204" pitchFamily="34" charset="0"/>
                  <a:buChar char="•"/>
                </a:pPr>
                <a:r>
                  <a:rPr lang="en-US" sz="1600" dirty="0"/>
                  <a:t>Sterno Flame</a:t>
                </a:r>
              </a:p>
              <a:p>
                <a:pPr marL="171450" indent="-171450">
                  <a:buFont typeface="Arial" panose="020B0604020202020204" pitchFamily="34" charset="0"/>
                  <a:buChar char="•"/>
                </a:pPr>
                <a:r>
                  <a:rPr lang="en-US" sz="1400" dirty="0"/>
                  <a:t>Post-processing</a:t>
                </a:r>
              </a:p>
              <a:p>
                <a:pPr marL="857250" lvl="1" indent="-171450"/>
                <a:r>
                  <a:rPr lang="en-US" sz="1400" dirty="0"/>
                  <a:t>The two required spectra </a:t>
                </a:r>
                <a14:m>
                  <m:oMath xmlns:m="http://schemas.openxmlformats.org/officeDocument/2006/math">
                    <m:sSub>
                      <m:sSubPr>
                        <m:ctrlPr>
                          <a:rPr lang="en-US" sz="1400" i="1"/>
                        </m:ctrlPr>
                      </m:sSubPr>
                      <m:e>
                        <m:r>
                          <a:rPr lang="en-US" sz="1400" i="1"/>
                          <m:t>𝐼</m:t>
                        </m:r>
                      </m:e>
                      <m:sub>
                        <m:r>
                          <a:rPr lang="en-US" sz="1400" i="1"/>
                          <m:t>𝑓</m:t>
                        </m:r>
                      </m:sub>
                    </m:sSub>
                  </m:oMath>
                </a14:m>
                <a:r>
                  <a:rPr lang="en-US" sz="1400" dirty="0"/>
                  <a:t> and </a:t>
                </a:r>
                <a14:m>
                  <m:oMath xmlns:m="http://schemas.openxmlformats.org/officeDocument/2006/math">
                    <m:sSub>
                      <m:sSubPr>
                        <m:ctrlPr>
                          <a:rPr lang="en-US" sz="1400" i="1"/>
                        </m:ctrlPr>
                      </m:sSubPr>
                      <m:e>
                        <m:r>
                          <a:rPr lang="en-US" sz="1400" i="1"/>
                          <m:t>𝐼</m:t>
                        </m:r>
                      </m:e>
                      <m:sub>
                        <m:r>
                          <a:rPr lang="en-US" sz="1400" i="1"/>
                          <m:t>𝑏</m:t>
                        </m:r>
                      </m:sub>
                    </m:sSub>
                  </m:oMath>
                </a14:m>
                <a:r>
                  <a:rPr lang="en-US" sz="1400" dirty="0"/>
                  <a:t> were acquired</a:t>
                </a:r>
              </a:p>
              <a:p>
                <a:pPr marL="857250" lvl="1" indent="-171450"/>
                <a:r>
                  <a:rPr lang="en-US" sz="1400" dirty="0"/>
                  <a:t>Followed by zero-baseline correction and wavelength calibration to compute the emission spectra</a:t>
                </a:r>
              </a:p>
              <a:p>
                <a:pPr marL="171450" indent="-171450">
                  <a:buFont typeface="Arial" panose="020B0604020202020204" pitchFamily="34" charset="0"/>
                  <a:buChar char="•"/>
                </a:pPr>
                <a:r>
                  <a:rPr lang="en-US" sz="1400" dirty="0"/>
                  <a:t>The recorded spectrum shows extremely low intensity and a very poor signal-to-noise ratio, making the OH rotational features almost completely indistinguishable from the noise</a:t>
                </a:r>
              </a:p>
              <a:p>
                <a:pPr marL="171450" indent="-171450">
                  <a:buFont typeface="Arial" panose="020B0604020202020204" pitchFamily="34" charset="0"/>
                  <a:buChar char="•"/>
                </a:pPr>
                <a:r>
                  <a:rPr lang="en-US" sz="1400" dirty="0"/>
                  <a:t>The most significant factor suppressing the OH emission signal in a sterno flame is the high concentration of collisional quenchers in the burnt gas products</a:t>
                </a:r>
              </a:p>
              <a:p>
                <a:pPr marL="171450" indent="-171450">
                  <a:buFont typeface="Arial" panose="020B0604020202020204" pitchFamily="34" charset="0"/>
                  <a:buChar char="•"/>
                </a:pPr>
                <a:r>
                  <a:rPr lang="en-US" sz="1400" dirty="0"/>
                  <a:t>Sterno is typically composed of denatured alcohol (often ethanol or methanol). Alcohol fuels produce large amounts of H2O (water vapor) and CO2 as combustion products. Both H2O and CO2 are highly effective collisional quenchers. They rapidly collide with the excited OH radical and de-excite it (transferring the energy as heat) before the OH can emit a photon</a:t>
                </a:r>
              </a:p>
              <a:p>
                <a:pPr marL="171450" indent="-171450">
                  <a:buFont typeface="Arial" panose="020B0604020202020204" pitchFamily="34" charset="0"/>
                  <a:buChar char="•"/>
                </a:pPr>
                <a:r>
                  <a:rPr lang="en-US" sz="1400" dirty="0"/>
                  <a:t>This fast de-excitation drastically reduces the quantum efficiency of the OH emission process, leading to a much lower overall emission intensity compared to flames with cleaner products</a:t>
                </a:r>
              </a:p>
            </p:txBody>
          </p:sp>
        </mc:Choice>
        <mc:Fallback>
          <p:sp>
            <p:nvSpPr>
              <p:cNvPr id="3" name="Text Placeholder 2">
                <a:extLst>
                  <a:ext uri="{FF2B5EF4-FFF2-40B4-BE49-F238E27FC236}">
                    <a16:creationId xmlns:a16="http://schemas.microsoft.com/office/drawing/2014/main" id="{0819839C-01EF-4818-2468-88A788F79F45}"/>
                  </a:ext>
                </a:extLst>
              </p:cNvPr>
              <p:cNvSpPr>
                <a:spLocks noGrp="1" noRot="1" noChangeAspect="1" noMove="1" noResize="1" noEditPoints="1" noAdjustHandles="1" noChangeArrowheads="1" noChangeShapeType="1" noTextEdit="1"/>
              </p:cNvSpPr>
              <p:nvPr>
                <p:ph type="body" sz="quarter" idx="20"/>
              </p:nvPr>
            </p:nvSpPr>
            <p:spPr>
              <a:xfrm>
                <a:off x="652463" y="1499181"/>
                <a:ext cx="5609905" cy="4120309"/>
              </a:xfrm>
              <a:blipFill>
                <a:blip r:embed="rId5"/>
                <a:stretch>
                  <a:fillRect l="-435" t="-1036" b="-16568"/>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DAE78029-01F4-AD77-C0E8-E1ACA9C04FF4}"/>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11765D2B-D44B-A430-F478-45F9095C99FF}"/>
              </a:ext>
            </a:extLst>
          </p:cNvPr>
          <p:cNvSpPr>
            <a:spLocks noGrp="1"/>
          </p:cNvSpPr>
          <p:nvPr>
            <p:ph type="sldNum" sz="quarter" idx="17"/>
          </p:nvPr>
        </p:nvSpPr>
        <p:spPr/>
        <p:txBody>
          <a:bodyPr/>
          <a:lstStyle/>
          <a:p>
            <a:fld id="{86134D44-37F0-44A1-8A08-E9432A030C07}" type="slidenum">
              <a:rPr lang="en-US" smtClean="0"/>
              <a:pPr/>
              <a:t>29</a:t>
            </a:fld>
            <a:endParaRPr lang="en-US" dirty="0"/>
          </a:p>
        </p:txBody>
      </p:sp>
      <p:pic>
        <p:nvPicPr>
          <p:cNvPr id="9" name="Picture 8" descr="A graph of a blue and orange line&#10;&#10;AI-generated content may be incorrect.">
            <a:extLst>
              <a:ext uri="{FF2B5EF4-FFF2-40B4-BE49-F238E27FC236}">
                <a16:creationId xmlns:a16="http://schemas.microsoft.com/office/drawing/2014/main" id="{99B20F12-85DD-B279-85AB-D64C022219F3}"/>
              </a:ext>
            </a:extLst>
          </p:cNvPr>
          <p:cNvPicPr>
            <a:picLocks noChangeAspect="1"/>
          </p:cNvPicPr>
          <p:nvPr/>
        </p:nvPicPr>
        <p:blipFill>
          <a:blip r:embed="rId6"/>
          <a:stretch>
            <a:fillRect/>
          </a:stretch>
        </p:blipFill>
        <p:spPr>
          <a:xfrm>
            <a:off x="6363986" y="3950919"/>
            <a:ext cx="2737485" cy="1737360"/>
          </a:xfrm>
          <a:prstGeom prst="rect">
            <a:avLst/>
          </a:prstGeom>
        </p:spPr>
      </p:pic>
      <p:pic>
        <p:nvPicPr>
          <p:cNvPr id="10" name="Picture 9" descr="A blue line graph with numbers&#10;&#10;AI-generated content may be incorrect.">
            <a:extLst>
              <a:ext uri="{FF2B5EF4-FFF2-40B4-BE49-F238E27FC236}">
                <a16:creationId xmlns:a16="http://schemas.microsoft.com/office/drawing/2014/main" id="{2D1F4229-661A-EA59-04DE-ED0C4C0E089C}"/>
              </a:ext>
            </a:extLst>
          </p:cNvPr>
          <p:cNvPicPr>
            <a:picLocks noChangeAspect="1"/>
          </p:cNvPicPr>
          <p:nvPr/>
        </p:nvPicPr>
        <p:blipFill>
          <a:blip r:embed="rId7"/>
          <a:stretch>
            <a:fillRect/>
          </a:stretch>
        </p:blipFill>
        <p:spPr>
          <a:xfrm>
            <a:off x="9101471" y="3950919"/>
            <a:ext cx="3091815" cy="1737360"/>
          </a:xfrm>
          <a:prstGeom prst="rect">
            <a:avLst/>
          </a:prstGeom>
        </p:spPr>
      </p:pic>
    </p:spTree>
    <p:extLst>
      <p:ext uri="{BB962C8B-B14F-4D97-AF65-F5344CB8AC3E}">
        <p14:creationId xmlns:p14="http://schemas.microsoft.com/office/powerpoint/2010/main" val="1768429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315F2-1001-ED85-4D2D-55F15FD6A94D}"/>
            </a:ext>
          </a:extLst>
        </p:cNvPr>
        <p:cNvGrpSpPr/>
        <p:nvPr/>
      </p:nvGrpSpPr>
      <p:grpSpPr>
        <a:xfrm>
          <a:off x="0" y="0"/>
          <a:ext cx="0" cy="0"/>
          <a:chOff x="0" y="0"/>
          <a:chExt cx="0" cy="0"/>
        </a:xfrm>
      </p:grpSpPr>
      <p:pic>
        <p:nvPicPr>
          <p:cNvPr id="8" name="Picture 7" descr="A red line with numbers and lines&#10;&#10;AI-generated content may be incorrect.">
            <a:extLst>
              <a:ext uri="{FF2B5EF4-FFF2-40B4-BE49-F238E27FC236}">
                <a16:creationId xmlns:a16="http://schemas.microsoft.com/office/drawing/2014/main" id="{288D8271-52FA-C230-293D-C33B286A171F}"/>
              </a:ext>
            </a:extLst>
          </p:cNvPr>
          <p:cNvPicPr>
            <a:picLocks noChangeAspect="1"/>
          </p:cNvPicPr>
          <p:nvPr/>
        </p:nvPicPr>
        <p:blipFill>
          <a:blip r:embed="rId2"/>
          <a:stretch>
            <a:fillRect/>
          </a:stretch>
        </p:blipFill>
        <p:spPr>
          <a:xfrm>
            <a:off x="9260838" y="4009375"/>
            <a:ext cx="2806065" cy="1554480"/>
          </a:xfrm>
          <a:prstGeom prst="rect">
            <a:avLst/>
          </a:prstGeom>
        </p:spPr>
      </p:pic>
      <p:pic>
        <p:nvPicPr>
          <p:cNvPr id="7" name="Picture 6" descr="A blue line graph with numbers&#10;&#10;AI-generated content may be incorrect.">
            <a:extLst>
              <a:ext uri="{FF2B5EF4-FFF2-40B4-BE49-F238E27FC236}">
                <a16:creationId xmlns:a16="http://schemas.microsoft.com/office/drawing/2014/main" id="{937F4EA8-9680-6F0A-97E0-3BE54102AE82}"/>
              </a:ext>
            </a:extLst>
          </p:cNvPr>
          <p:cNvPicPr>
            <a:picLocks noChangeAspect="1"/>
          </p:cNvPicPr>
          <p:nvPr/>
        </p:nvPicPr>
        <p:blipFill>
          <a:blip r:embed="rId3"/>
          <a:stretch>
            <a:fillRect/>
          </a:stretch>
        </p:blipFill>
        <p:spPr>
          <a:xfrm>
            <a:off x="9050018" y="2228992"/>
            <a:ext cx="3105150" cy="1737360"/>
          </a:xfrm>
          <a:prstGeom prst="rect">
            <a:avLst/>
          </a:prstGeom>
        </p:spPr>
      </p:pic>
      <p:pic>
        <p:nvPicPr>
          <p:cNvPr id="6" name="Picture 5" descr="A graph of blue and orange lines&#10;&#10;AI-generated content may be incorrect.">
            <a:extLst>
              <a:ext uri="{FF2B5EF4-FFF2-40B4-BE49-F238E27FC236}">
                <a16:creationId xmlns:a16="http://schemas.microsoft.com/office/drawing/2014/main" id="{B3C356DE-4D01-7BF5-594A-EDFB8DB4E05E}"/>
              </a:ext>
            </a:extLst>
          </p:cNvPr>
          <p:cNvPicPr>
            <a:picLocks noChangeAspect="1"/>
          </p:cNvPicPr>
          <p:nvPr/>
        </p:nvPicPr>
        <p:blipFill>
          <a:blip r:embed="rId4"/>
          <a:stretch>
            <a:fillRect/>
          </a:stretch>
        </p:blipFill>
        <p:spPr>
          <a:xfrm>
            <a:off x="6312533" y="2228992"/>
            <a:ext cx="2737485" cy="1737360"/>
          </a:xfrm>
          <a:prstGeom prst="rect">
            <a:avLst/>
          </a:prstGeom>
        </p:spPr>
      </p:pic>
      <p:pic>
        <p:nvPicPr>
          <p:cNvPr id="10" name="Picture 9" descr="A flame on a candle&#10;&#10;AI-generated content may be incorrect.">
            <a:extLst>
              <a:ext uri="{FF2B5EF4-FFF2-40B4-BE49-F238E27FC236}">
                <a16:creationId xmlns:a16="http://schemas.microsoft.com/office/drawing/2014/main" id="{6DF61041-3390-9A0A-FCF4-C936A6EEE7F3}"/>
              </a:ext>
            </a:extLst>
          </p:cNvPr>
          <p:cNvPicPr>
            <a:picLocks noChangeAspect="1"/>
          </p:cNvPicPr>
          <p:nvPr/>
        </p:nvPicPr>
        <p:blipFill>
          <a:blip r:embed="rId5"/>
          <a:stretch>
            <a:fillRect/>
          </a:stretch>
        </p:blipFill>
        <p:spPr>
          <a:xfrm>
            <a:off x="6964405" y="3950919"/>
            <a:ext cx="1914197" cy="1659009"/>
          </a:xfrm>
          <a:prstGeom prst="rect">
            <a:avLst/>
          </a:prstGeom>
        </p:spPr>
      </p:pic>
      <p:sp>
        <p:nvSpPr>
          <p:cNvPr id="2" name="Title 1">
            <a:extLst>
              <a:ext uri="{FF2B5EF4-FFF2-40B4-BE49-F238E27FC236}">
                <a16:creationId xmlns:a16="http://schemas.microsoft.com/office/drawing/2014/main" id="{4C7054E5-2D58-7562-5B9F-8B13FD3A8490}"/>
              </a:ext>
            </a:extLst>
          </p:cNvPr>
          <p:cNvSpPr>
            <a:spLocks noGrp="1"/>
          </p:cNvSpPr>
          <p:nvPr>
            <p:ph type="title"/>
          </p:nvPr>
        </p:nvSpPr>
        <p:spPr/>
        <p:txBody>
          <a:bodyPr/>
          <a:lstStyle/>
          <a:p>
            <a:r>
              <a:rPr lang="en-US" dirty="0"/>
              <a:t>Emission – Results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C1621575-8740-41AB-E356-E835B6FD5F40}"/>
                  </a:ext>
                </a:extLst>
              </p:cNvPr>
              <p:cNvSpPr>
                <a:spLocks noGrp="1"/>
              </p:cNvSpPr>
              <p:nvPr>
                <p:ph type="body" sz="quarter" idx="20"/>
              </p:nvPr>
            </p:nvSpPr>
            <p:spPr>
              <a:xfrm>
                <a:off x="652463" y="1663941"/>
                <a:ext cx="5720079" cy="4120309"/>
              </a:xfrm>
            </p:spPr>
            <p:txBody>
              <a:bodyPr>
                <a:noAutofit/>
              </a:bodyPr>
              <a:lstStyle/>
              <a:p>
                <a:pPr marL="171450" indent="-171450">
                  <a:buFont typeface="Arial" panose="020B0604020202020204" pitchFamily="34" charset="0"/>
                  <a:buChar char="•"/>
                </a:pPr>
                <a:r>
                  <a:rPr lang="en-US" sz="1600" dirty="0"/>
                  <a:t>Hexamine Flame</a:t>
                </a:r>
                <a:br>
                  <a:rPr lang="en-US" sz="1600" dirty="0"/>
                </a:br>
                <a:endParaRPr lang="en-US" sz="1600" dirty="0"/>
              </a:p>
              <a:p>
                <a:pPr marL="171450" indent="-171450">
                  <a:buFont typeface="Arial" panose="020B0604020202020204" pitchFamily="34" charset="0"/>
                  <a:buChar char="•"/>
                </a:pPr>
                <a:r>
                  <a:rPr lang="en-US" sz="1400" dirty="0"/>
                  <a:t>Post-processing</a:t>
                </a:r>
              </a:p>
              <a:p>
                <a:pPr marL="857250" lvl="1" indent="-171450"/>
                <a:r>
                  <a:rPr lang="en-US" sz="1400" dirty="0"/>
                  <a:t>The two required spectra </a:t>
                </a:r>
                <a14:m>
                  <m:oMath xmlns:m="http://schemas.openxmlformats.org/officeDocument/2006/math">
                    <m:sSub>
                      <m:sSubPr>
                        <m:ctrlPr>
                          <a:rPr lang="en-US" sz="1400" i="1"/>
                        </m:ctrlPr>
                      </m:sSubPr>
                      <m:e>
                        <m:r>
                          <a:rPr lang="en-US" sz="1400" i="1"/>
                          <m:t>𝐼</m:t>
                        </m:r>
                      </m:e>
                      <m:sub>
                        <m:r>
                          <a:rPr lang="en-US" sz="1400" i="1"/>
                          <m:t>𝑓</m:t>
                        </m:r>
                      </m:sub>
                    </m:sSub>
                  </m:oMath>
                </a14:m>
                <a:r>
                  <a:rPr lang="en-US" sz="1400" dirty="0"/>
                  <a:t> and </a:t>
                </a:r>
                <a14:m>
                  <m:oMath xmlns:m="http://schemas.openxmlformats.org/officeDocument/2006/math">
                    <m:sSub>
                      <m:sSubPr>
                        <m:ctrlPr>
                          <a:rPr lang="en-US" sz="1400" i="1"/>
                        </m:ctrlPr>
                      </m:sSubPr>
                      <m:e>
                        <m:r>
                          <a:rPr lang="en-US" sz="1400" i="1"/>
                          <m:t>𝐼</m:t>
                        </m:r>
                      </m:e>
                      <m:sub>
                        <m:r>
                          <a:rPr lang="en-US" sz="1400" i="1"/>
                          <m:t>𝑏</m:t>
                        </m:r>
                      </m:sub>
                    </m:sSub>
                  </m:oMath>
                </a14:m>
                <a:r>
                  <a:rPr lang="en-US" sz="1400" dirty="0"/>
                  <a:t> were acquired</a:t>
                </a:r>
              </a:p>
              <a:p>
                <a:pPr marL="857250" lvl="1" indent="-171450"/>
                <a:r>
                  <a:rPr lang="en-US" sz="1400" dirty="0"/>
                  <a:t>Followed by zero-baseline correction and wavelength calibration to compute the emission spectra</a:t>
                </a:r>
              </a:p>
              <a:p>
                <a:pPr marL="857250" lvl="1" indent="-171450"/>
                <a:r>
                  <a:rPr lang="en-US" sz="1400" dirty="0"/>
                  <a:t>Multiple isolated OH A-X (0-0) rotational lines integrated to obtain equivalent width</a:t>
                </a:r>
              </a:p>
              <a:p>
                <a:pPr marL="857250" lvl="1" indent="-171450"/>
                <a:r>
                  <a:rPr lang="en-US" sz="1400" dirty="0"/>
                  <a:t>Boltzmann plot constructed to estimate temperature</a:t>
                </a:r>
                <a:br>
                  <a:rPr lang="en-US" sz="1400" dirty="0"/>
                </a:br>
                <a:endParaRPr lang="en-US" sz="1400" dirty="0"/>
              </a:p>
              <a:p>
                <a:pPr marL="171450" indent="-171450">
                  <a:buFont typeface="Arial" panose="020B0604020202020204" pitchFamily="34" charset="0"/>
                  <a:buChar char="•"/>
                </a:pPr>
                <a:r>
                  <a:rPr lang="en-US" sz="1400" dirty="0"/>
                  <a:t>Lower sampling height of 0.25”:</a:t>
                </a:r>
              </a:p>
              <a:p>
                <a:pPr marL="857250" lvl="1" indent="-171450"/>
                <a:r>
                  <a:rPr lang="en-US" sz="1400" dirty="0"/>
                  <a:t>Temperature: 3739 K</a:t>
                </a:r>
              </a:p>
            </p:txBody>
          </p:sp>
        </mc:Choice>
        <mc:Fallback>
          <p:sp>
            <p:nvSpPr>
              <p:cNvPr id="3" name="Text Placeholder 2">
                <a:extLst>
                  <a:ext uri="{FF2B5EF4-FFF2-40B4-BE49-F238E27FC236}">
                    <a16:creationId xmlns:a16="http://schemas.microsoft.com/office/drawing/2014/main" id="{C1621575-8740-41AB-E356-E835B6FD5F40}"/>
                  </a:ext>
                </a:extLst>
              </p:cNvPr>
              <p:cNvSpPr>
                <a:spLocks noGrp="1" noRot="1" noChangeAspect="1" noMove="1" noResize="1" noEditPoints="1" noAdjustHandles="1" noChangeArrowheads="1" noChangeShapeType="1" noTextEdit="1"/>
              </p:cNvSpPr>
              <p:nvPr>
                <p:ph type="body" sz="quarter" idx="20"/>
              </p:nvPr>
            </p:nvSpPr>
            <p:spPr>
              <a:xfrm>
                <a:off x="652463" y="1663941"/>
                <a:ext cx="5720079" cy="4120309"/>
              </a:xfrm>
              <a:blipFill>
                <a:blip r:embed="rId6"/>
                <a:stretch>
                  <a:fillRect l="-426" t="-1036"/>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1191B34B-B6F8-1B36-CD9B-0CCB7051F754}"/>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F60C43EE-FA6E-B829-EB9A-2ABA76099D54}"/>
              </a:ext>
            </a:extLst>
          </p:cNvPr>
          <p:cNvSpPr>
            <a:spLocks noGrp="1"/>
          </p:cNvSpPr>
          <p:nvPr>
            <p:ph type="sldNum" sz="quarter" idx="17"/>
          </p:nvPr>
        </p:nvSpPr>
        <p:spPr/>
        <p:txBody>
          <a:bodyPr/>
          <a:lstStyle/>
          <a:p>
            <a:fld id="{86134D44-37F0-44A1-8A08-E9432A030C07}" type="slidenum">
              <a:rPr lang="en-US" smtClean="0"/>
              <a:pPr/>
              <a:t>30</a:t>
            </a:fld>
            <a:endParaRPr lang="en-US" dirty="0"/>
          </a:p>
        </p:txBody>
      </p:sp>
    </p:spTree>
    <p:extLst>
      <p:ext uri="{BB962C8B-B14F-4D97-AF65-F5344CB8AC3E}">
        <p14:creationId xmlns:p14="http://schemas.microsoft.com/office/powerpoint/2010/main" val="32225026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BC99D-04AC-8441-F204-2E7E760610E8}"/>
            </a:ext>
          </a:extLst>
        </p:cNvPr>
        <p:cNvGrpSpPr/>
        <p:nvPr/>
      </p:nvGrpSpPr>
      <p:grpSpPr>
        <a:xfrm>
          <a:off x="0" y="0"/>
          <a:ext cx="0" cy="0"/>
          <a:chOff x="0" y="0"/>
          <a:chExt cx="0" cy="0"/>
        </a:xfrm>
      </p:grpSpPr>
      <p:pic>
        <p:nvPicPr>
          <p:cNvPr id="12" name="Picture 11" descr="A red line with numbers and lines&#10;&#10;AI-generated content may be incorrect.">
            <a:extLst>
              <a:ext uri="{FF2B5EF4-FFF2-40B4-BE49-F238E27FC236}">
                <a16:creationId xmlns:a16="http://schemas.microsoft.com/office/drawing/2014/main" id="{0DD82012-BDFA-2A59-1442-B0E078516714}"/>
              </a:ext>
            </a:extLst>
          </p:cNvPr>
          <p:cNvPicPr>
            <a:picLocks noChangeAspect="1"/>
          </p:cNvPicPr>
          <p:nvPr/>
        </p:nvPicPr>
        <p:blipFill>
          <a:blip r:embed="rId2"/>
          <a:stretch>
            <a:fillRect/>
          </a:stretch>
        </p:blipFill>
        <p:spPr>
          <a:xfrm>
            <a:off x="9262127" y="4017966"/>
            <a:ext cx="2806700" cy="1554480"/>
          </a:xfrm>
          <a:prstGeom prst="rect">
            <a:avLst/>
          </a:prstGeom>
        </p:spPr>
      </p:pic>
      <p:pic>
        <p:nvPicPr>
          <p:cNvPr id="11" name="Picture 10" descr="A blue line graph with numbers&#10;&#10;AI-generated content may be incorrect.">
            <a:extLst>
              <a:ext uri="{FF2B5EF4-FFF2-40B4-BE49-F238E27FC236}">
                <a16:creationId xmlns:a16="http://schemas.microsoft.com/office/drawing/2014/main" id="{F56B16CE-994F-FEF9-C940-A62E2E96EBAD}"/>
              </a:ext>
            </a:extLst>
          </p:cNvPr>
          <p:cNvPicPr>
            <a:picLocks noChangeAspect="1"/>
          </p:cNvPicPr>
          <p:nvPr/>
        </p:nvPicPr>
        <p:blipFill>
          <a:blip r:embed="rId3"/>
          <a:stretch>
            <a:fillRect/>
          </a:stretch>
        </p:blipFill>
        <p:spPr>
          <a:xfrm>
            <a:off x="9050017" y="2219734"/>
            <a:ext cx="3105150" cy="1737360"/>
          </a:xfrm>
          <a:prstGeom prst="rect">
            <a:avLst/>
          </a:prstGeom>
        </p:spPr>
      </p:pic>
      <p:pic>
        <p:nvPicPr>
          <p:cNvPr id="6" name="Picture 5" descr="A graph of a blue and orange line&#10;&#10;AI-generated content may be incorrect.">
            <a:extLst>
              <a:ext uri="{FF2B5EF4-FFF2-40B4-BE49-F238E27FC236}">
                <a16:creationId xmlns:a16="http://schemas.microsoft.com/office/drawing/2014/main" id="{0F21AA3F-D086-528B-388E-31FCEFE9CAB3}"/>
              </a:ext>
            </a:extLst>
          </p:cNvPr>
          <p:cNvPicPr>
            <a:picLocks noChangeAspect="1"/>
          </p:cNvPicPr>
          <p:nvPr/>
        </p:nvPicPr>
        <p:blipFill>
          <a:blip r:embed="rId4"/>
          <a:stretch>
            <a:fillRect/>
          </a:stretch>
        </p:blipFill>
        <p:spPr>
          <a:xfrm>
            <a:off x="6312532" y="2219734"/>
            <a:ext cx="2737485" cy="1737360"/>
          </a:xfrm>
          <a:prstGeom prst="rect">
            <a:avLst/>
          </a:prstGeom>
        </p:spPr>
      </p:pic>
      <p:pic>
        <p:nvPicPr>
          <p:cNvPr id="7" name="Picture 6" descr="A flame on a candle&#10;&#10;AI-generated content may be incorrect.">
            <a:extLst>
              <a:ext uri="{FF2B5EF4-FFF2-40B4-BE49-F238E27FC236}">
                <a16:creationId xmlns:a16="http://schemas.microsoft.com/office/drawing/2014/main" id="{51813071-7EFE-E9D0-EE2F-46331E83F5F7}"/>
              </a:ext>
            </a:extLst>
          </p:cNvPr>
          <p:cNvPicPr>
            <a:picLocks noChangeAspect="1"/>
          </p:cNvPicPr>
          <p:nvPr/>
        </p:nvPicPr>
        <p:blipFill>
          <a:blip r:embed="rId5"/>
          <a:stretch>
            <a:fillRect/>
          </a:stretch>
        </p:blipFill>
        <p:spPr>
          <a:xfrm>
            <a:off x="6964405" y="3950919"/>
            <a:ext cx="1914197" cy="1659009"/>
          </a:xfrm>
          <a:prstGeom prst="rect">
            <a:avLst/>
          </a:prstGeom>
        </p:spPr>
      </p:pic>
      <p:sp>
        <p:nvSpPr>
          <p:cNvPr id="2" name="Title 1">
            <a:extLst>
              <a:ext uri="{FF2B5EF4-FFF2-40B4-BE49-F238E27FC236}">
                <a16:creationId xmlns:a16="http://schemas.microsoft.com/office/drawing/2014/main" id="{57641F95-C1B1-0CEB-4582-1F5DBAC27113}"/>
              </a:ext>
            </a:extLst>
          </p:cNvPr>
          <p:cNvSpPr>
            <a:spLocks noGrp="1"/>
          </p:cNvSpPr>
          <p:nvPr>
            <p:ph type="title"/>
          </p:nvPr>
        </p:nvSpPr>
        <p:spPr/>
        <p:txBody>
          <a:bodyPr/>
          <a:lstStyle/>
          <a:p>
            <a:r>
              <a:rPr lang="en-US" dirty="0"/>
              <a:t>Emission – Results</a:t>
            </a:r>
          </a:p>
        </p:txBody>
      </p:sp>
      <p:sp>
        <p:nvSpPr>
          <p:cNvPr id="3" name="Text Placeholder 2">
            <a:extLst>
              <a:ext uri="{FF2B5EF4-FFF2-40B4-BE49-F238E27FC236}">
                <a16:creationId xmlns:a16="http://schemas.microsoft.com/office/drawing/2014/main" id="{F2EA458D-C2CA-6E42-D7DC-ECEDF2E5B289}"/>
              </a:ext>
            </a:extLst>
          </p:cNvPr>
          <p:cNvSpPr>
            <a:spLocks noGrp="1"/>
          </p:cNvSpPr>
          <p:nvPr>
            <p:ph type="body" sz="quarter" idx="20"/>
          </p:nvPr>
        </p:nvSpPr>
        <p:spPr>
          <a:xfrm>
            <a:off x="652464" y="1663941"/>
            <a:ext cx="5499734" cy="4120309"/>
          </a:xfrm>
        </p:spPr>
        <p:txBody>
          <a:bodyPr>
            <a:noAutofit/>
          </a:bodyPr>
          <a:lstStyle/>
          <a:p>
            <a:pPr marL="171450" indent="-171450">
              <a:buFont typeface="Arial" panose="020B0604020202020204" pitchFamily="34" charset="0"/>
              <a:buChar char="•"/>
            </a:pPr>
            <a:r>
              <a:rPr lang="en-US" sz="1600" dirty="0"/>
              <a:t>Hexamine Flame</a:t>
            </a:r>
            <a:br>
              <a:rPr lang="en-US" sz="1600" dirty="0"/>
            </a:br>
            <a:endParaRPr lang="en-US" sz="1600" dirty="0"/>
          </a:p>
          <a:p>
            <a:pPr marL="171450" indent="-171450">
              <a:buFont typeface="Arial" panose="020B0604020202020204" pitchFamily="34" charset="0"/>
              <a:buChar char="•"/>
            </a:pPr>
            <a:r>
              <a:rPr lang="en-US" sz="1400" dirty="0"/>
              <a:t>Higher sampling height of 0.5”:</a:t>
            </a:r>
          </a:p>
          <a:p>
            <a:pPr marL="857250" lvl="1" indent="-171450"/>
            <a:r>
              <a:rPr lang="en-US" sz="1400" dirty="0"/>
              <a:t>Temperature: 3008 K</a:t>
            </a:r>
          </a:p>
          <a:p>
            <a:pPr marL="857250" lvl="1" indent="-171450"/>
            <a:r>
              <a:rPr lang="en-US" sz="1400" dirty="0"/>
              <a:t>The temperature decreased, driven by entrainment-induced cooling and the recombination or conversion of OH as the plume transitions toward a diffusion-dominated post-flame region</a:t>
            </a:r>
          </a:p>
        </p:txBody>
      </p:sp>
      <p:sp>
        <p:nvSpPr>
          <p:cNvPr id="4" name="Text Placeholder 3">
            <a:extLst>
              <a:ext uri="{FF2B5EF4-FFF2-40B4-BE49-F238E27FC236}">
                <a16:creationId xmlns:a16="http://schemas.microsoft.com/office/drawing/2014/main" id="{DD3C72B0-CE7C-562E-44B0-25C716152870}"/>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D7E691C2-1B55-AA35-52A8-3062C018EBA3}"/>
              </a:ext>
            </a:extLst>
          </p:cNvPr>
          <p:cNvSpPr>
            <a:spLocks noGrp="1"/>
          </p:cNvSpPr>
          <p:nvPr>
            <p:ph type="sldNum" sz="quarter" idx="17"/>
          </p:nvPr>
        </p:nvSpPr>
        <p:spPr/>
        <p:txBody>
          <a:bodyPr/>
          <a:lstStyle/>
          <a:p>
            <a:fld id="{86134D44-37F0-44A1-8A08-E9432A030C07}" type="slidenum">
              <a:rPr lang="en-US" smtClean="0"/>
              <a:pPr/>
              <a:t>31</a:t>
            </a:fld>
            <a:endParaRPr lang="en-US" dirty="0"/>
          </a:p>
        </p:txBody>
      </p:sp>
    </p:spTree>
    <p:extLst>
      <p:ext uri="{BB962C8B-B14F-4D97-AF65-F5344CB8AC3E}">
        <p14:creationId xmlns:p14="http://schemas.microsoft.com/office/powerpoint/2010/main" val="1160494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775D9-4716-0B24-077D-98690A32CFCB}"/>
            </a:ext>
          </a:extLst>
        </p:cNvPr>
        <p:cNvGrpSpPr/>
        <p:nvPr/>
      </p:nvGrpSpPr>
      <p:grpSpPr>
        <a:xfrm>
          <a:off x="0" y="0"/>
          <a:ext cx="0" cy="0"/>
          <a:chOff x="0" y="0"/>
          <a:chExt cx="0" cy="0"/>
        </a:xfrm>
      </p:grpSpPr>
      <p:pic>
        <p:nvPicPr>
          <p:cNvPr id="11" name="Picture 10" descr="A red line with blue dots&#10;&#10;AI-generated content may be incorrect.">
            <a:extLst>
              <a:ext uri="{FF2B5EF4-FFF2-40B4-BE49-F238E27FC236}">
                <a16:creationId xmlns:a16="http://schemas.microsoft.com/office/drawing/2014/main" id="{80FFAD20-13D3-DF80-F5BD-2BA7FDB0FC8B}"/>
              </a:ext>
            </a:extLst>
          </p:cNvPr>
          <p:cNvPicPr>
            <a:picLocks noChangeAspect="1"/>
          </p:cNvPicPr>
          <p:nvPr/>
        </p:nvPicPr>
        <p:blipFill>
          <a:blip r:embed="rId2"/>
          <a:stretch>
            <a:fillRect/>
          </a:stretch>
        </p:blipFill>
        <p:spPr>
          <a:xfrm>
            <a:off x="9262126" y="4000562"/>
            <a:ext cx="2806700" cy="1554480"/>
          </a:xfrm>
          <a:prstGeom prst="rect">
            <a:avLst/>
          </a:prstGeom>
        </p:spPr>
      </p:pic>
      <p:pic>
        <p:nvPicPr>
          <p:cNvPr id="12" name="Picture 11" descr="A blue lines with white text&#10;&#10;AI-generated content may be incorrect.">
            <a:extLst>
              <a:ext uri="{FF2B5EF4-FFF2-40B4-BE49-F238E27FC236}">
                <a16:creationId xmlns:a16="http://schemas.microsoft.com/office/drawing/2014/main" id="{0E2A6CFA-9602-0E01-F76A-E766B0D13577}"/>
              </a:ext>
            </a:extLst>
          </p:cNvPr>
          <p:cNvPicPr>
            <a:picLocks noChangeAspect="1"/>
          </p:cNvPicPr>
          <p:nvPr/>
        </p:nvPicPr>
        <p:blipFill>
          <a:blip r:embed="rId3"/>
          <a:stretch>
            <a:fillRect/>
          </a:stretch>
        </p:blipFill>
        <p:spPr>
          <a:xfrm>
            <a:off x="9059544" y="2263980"/>
            <a:ext cx="2992755" cy="1645920"/>
          </a:xfrm>
          <a:prstGeom prst="rect">
            <a:avLst/>
          </a:prstGeom>
        </p:spPr>
      </p:pic>
      <p:pic>
        <p:nvPicPr>
          <p:cNvPr id="13" name="Picture 12" descr="A graph of a graph showing a number of red lines&#10;&#10;AI-generated content may be incorrect.">
            <a:extLst>
              <a:ext uri="{FF2B5EF4-FFF2-40B4-BE49-F238E27FC236}">
                <a16:creationId xmlns:a16="http://schemas.microsoft.com/office/drawing/2014/main" id="{96139F9E-6847-692A-A80D-629DBA24E164}"/>
              </a:ext>
            </a:extLst>
          </p:cNvPr>
          <p:cNvPicPr>
            <a:picLocks noChangeAspect="1"/>
          </p:cNvPicPr>
          <p:nvPr/>
        </p:nvPicPr>
        <p:blipFill>
          <a:blip r:embed="rId4"/>
          <a:stretch>
            <a:fillRect/>
          </a:stretch>
        </p:blipFill>
        <p:spPr>
          <a:xfrm>
            <a:off x="6413498" y="2259279"/>
            <a:ext cx="2636520" cy="1645920"/>
          </a:xfrm>
          <a:prstGeom prst="rect">
            <a:avLst/>
          </a:prstGeom>
        </p:spPr>
      </p:pic>
      <p:pic>
        <p:nvPicPr>
          <p:cNvPr id="6" name="Picture 5" descr="A blue flame coming out of a gas burner&#10;&#10;AI-generated content may be incorrect.">
            <a:extLst>
              <a:ext uri="{FF2B5EF4-FFF2-40B4-BE49-F238E27FC236}">
                <a16:creationId xmlns:a16="http://schemas.microsoft.com/office/drawing/2014/main" id="{743F5583-5B6E-E2E9-5C51-6A5C86AC4D60}"/>
              </a:ext>
            </a:extLst>
          </p:cNvPr>
          <p:cNvPicPr>
            <a:picLocks noChangeAspect="1"/>
          </p:cNvPicPr>
          <p:nvPr/>
        </p:nvPicPr>
        <p:blipFill>
          <a:blip r:embed="rId5"/>
          <a:stretch>
            <a:fillRect/>
          </a:stretch>
        </p:blipFill>
        <p:spPr>
          <a:xfrm>
            <a:off x="6868663" y="3950919"/>
            <a:ext cx="2105680" cy="1653766"/>
          </a:xfrm>
          <a:prstGeom prst="rect">
            <a:avLst/>
          </a:prstGeom>
        </p:spPr>
      </p:pic>
      <p:sp>
        <p:nvSpPr>
          <p:cNvPr id="2" name="Title 1">
            <a:extLst>
              <a:ext uri="{FF2B5EF4-FFF2-40B4-BE49-F238E27FC236}">
                <a16:creationId xmlns:a16="http://schemas.microsoft.com/office/drawing/2014/main" id="{5E154100-87B7-3F9C-9902-B8FDBCCC5505}"/>
              </a:ext>
            </a:extLst>
          </p:cNvPr>
          <p:cNvSpPr>
            <a:spLocks noGrp="1"/>
          </p:cNvSpPr>
          <p:nvPr>
            <p:ph type="title"/>
          </p:nvPr>
        </p:nvSpPr>
        <p:spPr/>
        <p:txBody>
          <a:bodyPr/>
          <a:lstStyle/>
          <a:p>
            <a:r>
              <a:rPr lang="en-US" dirty="0"/>
              <a:t>Emission – Results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9F7384EF-EE22-99A2-BC7E-80AB2B59E143}"/>
                  </a:ext>
                </a:extLst>
              </p:cNvPr>
              <p:cNvSpPr>
                <a:spLocks noGrp="1"/>
              </p:cNvSpPr>
              <p:nvPr>
                <p:ph type="body" sz="quarter" idx="20"/>
              </p:nvPr>
            </p:nvSpPr>
            <p:spPr>
              <a:xfrm>
                <a:off x="652463" y="1663941"/>
                <a:ext cx="5720079" cy="4120309"/>
              </a:xfrm>
            </p:spPr>
            <p:txBody>
              <a:bodyPr>
                <a:noAutofit/>
              </a:bodyPr>
              <a:lstStyle/>
              <a:p>
                <a:pPr marL="171450" indent="-171450">
                  <a:buFont typeface="Arial" panose="020B0604020202020204" pitchFamily="34" charset="0"/>
                  <a:buChar char="•"/>
                </a:pPr>
                <a:r>
                  <a:rPr lang="en-US" sz="1600" dirty="0"/>
                  <a:t>Propane Flame</a:t>
                </a:r>
                <a:br>
                  <a:rPr lang="en-US" sz="1600" dirty="0"/>
                </a:br>
                <a:endParaRPr lang="en-US" sz="1600" dirty="0"/>
              </a:p>
              <a:p>
                <a:pPr marL="171450" indent="-171450">
                  <a:buFont typeface="Arial" panose="020B0604020202020204" pitchFamily="34" charset="0"/>
                  <a:buChar char="•"/>
                </a:pPr>
                <a:r>
                  <a:rPr lang="en-US" sz="1400" dirty="0"/>
                  <a:t>Post-processing</a:t>
                </a:r>
              </a:p>
              <a:p>
                <a:pPr marL="857250" lvl="1" indent="-171450"/>
                <a:r>
                  <a:rPr lang="en-US" sz="1400" dirty="0"/>
                  <a:t>The two required spectra </a:t>
                </a:r>
                <a14:m>
                  <m:oMath xmlns:m="http://schemas.openxmlformats.org/officeDocument/2006/math">
                    <m:sSub>
                      <m:sSubPr>
                        <m:ctrlPr>
                          <a:rPr lang="en-US" sz="1400" i="1"/>
                        </m:ctrlPr>
                      </m:sSubPr>
                      <m:e>
                        <m:r>
                          <a:rPr lang="en-US" sz="1400" i="1"/>
                          <m:t>𝐼</m:t>
                        </m:r>
                      </m:e>
                      <m:sub>
                        <m:r>
                          <a:rPr lang="en-US" sz="1400" i="1"/>
                          <m:t>𝑓</m:t>
                        </m:r>
                      </m:sub>
                    </m:sSub>
                  </m:oMath>
                </a14:m>
                <a:r>
                  <a:rPr lang="en-US" sz="1400" dirty="0"/>
                  <a:t> and </a:t>
                </a:r>
                <a14:m>
                  <m:oMath xmlns:m="http://schemas.openxmlformats.org/officeDocument/2006/math">
                    <m:sSub>
                      <m:sSubPr>
                        <m:ctrlPr>
                          <a:rPr lang="en-US" sz="1400" i="1"/>
                        </m:ctrlPr>
                      </m:sSubPr>
                      <m:e>
                        <m:r>
                          <a:rPr lang="en-US" sz="1400" i="1"/>
                          <m:t>𝐼</m:t>
                        </m:r>
                      </m:e>
                      <m:sub>
                        <m:r>
                          <a:rPr lang="en-US" sz="1400" i="1"/>
                          <m:t>𝑏</m:t>
                        </m:r>
                      </m:sub>
                    </m:sSub>
                  </m:oMath>
                </a14:m>
                <a:r>
                  <a:rPr lang="en-US" sz="1400" dirty="0"/>
                  <a:t> were acquired</a:t>
                </a:r>
              </a:p>
              <a:p>
                <a:pPr marL="857250" lvl="1" indent="-171450"/>
                <a:r>
                  <a:rPr lang="en-US" sz="1400" dirty="0"/>
                  <a:t>Followed by zero-baseline correction and wavelength calibration to compute the emission spectra</a:t>
                </a:r>
              </a:p>
              <a:p>
                <a:pPr marL="857250" lvl="1" indent="-171450"/>
                <a:r>
                  <a:rPr lang="en-US" sz="1400" dirty="0"/>
                  <a:t>Multiple isolated OH A-X (0-0) rotational lines integrated to obtain equivalent width</a:t>
                </a:r>
              </a:p>
              <a:p>
                <a:pPr marL="857250" lvl="1" indent="-171450"/>
                <a:r>
                  <a:rPr lang="en-US" sz="1400" dirty="0"/>
                  <a:t>Boltzmann plot constructed to estimate temperature</a:t>
                </a:r>
                <a:br>
                  <a:rPr lang="en-US" sz="1400" dirty="0"/>
                </a:br>
                <a:endParaRPr lang="en-US" sz="1400" dirty="0"/>
              </a:p>
              <a:p>
                <a:pPr marL="171450" indent="-171450">
                  <a:buFont typeface="Arial" panose="020B0604020202020204" pitchFamily="34" charset="0"/>
                  <a:buChar char="•"/>
                </a:pPr>
                <a:r>
                  <a:rPr lang="en-US" sz="1400" dirty="0"/>
                  <a:t>Lower sampling height of 0.25”:</a:t>
                </a:r>
              </a:p>
              <a:p>
                <a:pPr marL="857250" lvl="1" indent="-171450"/>
                <a:r>
                  <a:rPr lang="en-US" sz="1400" dirty="0"/>
                  <a:t>Temperature: 3673 K</a:t>
                </a:r>
              </a:p>
            </p:txBody>
          </p:sp>
        </mc:Choice>
        <mc:Fallback>
          <p:sp>
            <p:nvSpPr>
              <p:cNvPr id="3" name="Text Placeholder 2">
                <a:extLst>
                  <a:ext uri="{FF2B5EF4-FFF2-40B4-BE49-F238E27FC236}">
                    <a16:creationId xmlns:a16="http://schemas.microsoft.com/office/drawing/2014/main" id="{9F7384EF-EE22-99A2-BC7E-80AB2B59E143}"/>
                  </a:ext>
                </a:extLst>
              </p:cNvPr>
              <p:cNvSpPr>
                <a:spLocks noGrp="1" noRot="1" noChangeAspect="1" noMove="1" noResize="1" noEditPoints="1" noAdjustHandles="1" noChangeArrowheads="1" noChangeShapeType="1" noTextEdit="1"/>
              </p:cNvSpPr>
              <p:nvPr>
                <p:ph type="body" sz="quarter" idx="20"/>
              </p:nvPr>
            </p:nvSpPr>
            <p:spPr>
              <a:xfrm>
                <a:off x="652463" y="1663941"/>
                <a:ext cx="5720079" cy="4120309"/>
              </a:xfrm>
              <a:blipFill>
                <a:blip r:embed="rId6"/>
                <a:stretch>
                  <a:fillRect l="-426" t="-1036"/>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F900AFBA-94C8-E12B-F88C-1BBDCDDD507D}"/>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9FFD29A9-D4AA-D59E-5C72-495C6E8233F5}"/>
              </a:ext>
            </a:extLst>
          </p:cNvPr>
          <p:cNvSpPr>
            <a:spLocks noGrp="1"/>
          </p:cNvSpPr>
          <p:nvPr>
            <p:ph type="sldNum" sz="quarter" idx="17"/>
          </p:nvPr>
        </p:nvSpPr>
        <p:spPr/>
        <p:txBody>
          <a:bodyPr/>
          <a:lstStyle/>
          <a:p>
            <a:fld id="{86134D44-37F0-44A1-8A08-E9432A030C07}" type="slidenum">
              <a:rPr lang="en-US" smtClean="0"/>
              <a:pPr/>
              <a:t>32</a:t>
            </a:fld>
            <a:endParaRPr lang="en-US" dirty="0"/>
          </a:p>
        </p:txBody>
      </p:sp>
    </p:spTree>
    <p:extLst>
      <p:ext uri="{BB962C8B-B14F-4D97-AF65-F5344CB8AC3E}">
        <p14:creationId xmlns:p14="http://schemas.microsoft.com/office/powerpoint/2010/main" val="40203545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6AB20-603A-AAC5-247D-DBB8046EBBA0}"/>
            </a:ext>
          </a:extLst>
        </p:cNvPr>
        <p:cNvGrpSpPr/>
        <p:nvPr/>
      </p:nvGrpSpPr>
      <p:grpSpPr>
        <a:xfrm>
          <a:off x="0" y="0"/>
          <a:ext cx="0" cy="0"/>
          <a:chOff x="0" y="0"/>
          <a:chExt cx="0" cy="0"/>
        </a:xfrm>
      </p:grpSpPr>
      <p:pic>
        <p:nvPicPr>
          <p:cNvPr id="6" name="Picture 5" descr="A blue flame coming out of a gas burner&#10;&#10;AI-generated content may be incorrect.">
            <a:extLst>
              <a:ext uri="{FF2B5EF4-FFF2-40B4-BE49-F238E27FC236}">
                <a16:creationId xmlns:a16="http://schemas.microsoft.com/office/drawing/2014/main" id="{BC3064B9-1C13-927F-D653-9F9A53228FFD}"/>
              </a:ext>
            </a:extLst>
          </p:cNvPr>
          <p:cNvPicPr>
            <a:picLocks noChangeAspect="1"/>
          </p:cNvPicPr>
          <p:nvPr/>
        </p:nvPicPr>
        <p:blipFill>
          <a:blip r:embed="rId2"/>
          <a:stretch>
            <a:fillRect/>
          </a:stretch>
        </p:blipFill>
        <p:spPr>
          <a:xfrm>
            <a:off x="6868663" y="3950919"/>
            <a:ext cx="2105680" cy="1653766"/>
          </a:xfrm>
          <a:prstGeom prst="rect">
            <a:avLst/>
          </a:prstGeom>
        </p:spPr>
      </p:pic>
      <p:sp>
        <p:nvSpPr>
          <p:cNvPr id="2" name="Title 1">
            <a:extLst>
              <a:ext uri="{FF2B5EF4-FFF2-40B4-BE49-F238E27FC236}">
                <a16:creationId xmlns:a16="http://schemas.microsoft.com/office/drawing/2014/main" id="{037B683F-B4D0-763F-820E-066249B0C205}"/>
              </a:ext>
            </a:extLst>
          </p:cNvPr>
          <p:cNvSpPr>
            <a:spLocks noGrp="1"/>
          </p:cNvSpPr>
          <p:nvPr>
            <p:ph type="title"/>
          </p:nvPr>
        </p:nvSpPr>
        <p:spPr/>
        <p:txBody>
          <a:bodyPr/>
          <a:lstStyle/>
          <a:p>
            <a:r>
              <a:rPr lang="en-US" dirty="0"/>
              <a:t>Emission – Results</a:t>
            </a:r>
          </a:p>
        </p:txBody>
      </p:sp>
      <p:sp>
        <p:nvSpPr>
          <p:cNvPr id="3" name="Text Placeholder 2">
            <a:extLst>
              <a:ext uri="{FF2B5EF4-FFF2-40B4-BE49-F238E27FC236}">
                <a16:creationId xmlns:a16="http://schemas.microsoft.com/office/drawing/2014/main" id="{322FA31D-1396-3B5C-C2B1-6A15A2C5CF26}"/>
              </a:ext>
            </a:extLst>
          </p:cNvPr>
          <p:cNvSpPr>
            <a:spLocks noGrp="1"/>
          </p:cNvSpPr>
          <p:nvPr>
            <p:ph type="body" sz="quarter" idx="20"/>
          </p:nvPr>
        </p:nvSpPr>
        <p:spPr>
          <a:xfrm>
            <a:off x="652464" y="1663941"/>
            <a:ext cx="5499734" cy="4120309"/>
          </a:xfrm>
        </p:spPr>
        <p:txBody>
          <a:bodyPr>
            <a:noAutofit/>
          </a:bodyPr>
          <a:lstStyle/>
          <a:p>
            <a:pPr marL="171450" indent="-171450">
              <a:buFont typeface="Arial" panose="020B0604020202020204" pitchFamily="34" charset="0"/>
              <a:buChar char="•"/>
            </a:pPr>
            <a:r>
              <a:rPr lang="en-US" sz="1600" dirty="0"/>
              <a:t>Propane Flame</a:t>
            </a:r>
            <a:br>
              <a:rPr lang="en-US" sz="1600" dirty="0"/>
            </a:br>
            <a:endParaRPr lang="en-US" sz="1600" dirty="0"/>
          </a:p>
          <a:p>
            <a:pPr marL="171450" indent="-171450">
              <a:buFont typeface="Arial" panose="020B0604020202020204" pitchFamily="34" charset="0"/>
              <a:buChar char="•"/>
            </a:pPr>
            <a:r>
              <a:rPr lang="en-US" sz="1400" dirty="0"/>
              <a:t>Higher sampling height of 0.5”:</a:t>
            </a:r>
          </a:p>
          <a:p>
            <a:pPr marL="857250" lvl="1" indent="-171450"/>
            <a:r>
              <a:rPr lang="en-US" sz="1400" dirty="0"/>
              <a:t>Temperature: 3378 K</a:t>
            </a:r>
          </a:p>
          <a:p>
            <a:pPr marL="857250" lvl="1" indent="-171450"/>
            <a:r>
              <a:rPr lang="en-US" sz="1400" dirty="0"/>
              <a:t>The temperature decreased, as expected from post-flame cooling and dilution with entrained ambient air</a:t>
            </a:r>
          </a:p>
        </p:txBody>
      </p:sp>
      <p:sp>
        <p:nvSpPr>
          <p:cNvPr id="4" name="Text Placeholder 3">
            <a:extLst>
              <a:ext uri="{FF2B5EF4-FFF2-40B4-BE49-F238E27FC236}">
                <a16:creationId xmlns:a16="http://schemas.microsoft.com/office/drawing/2014/main" id="{47C59163-21BD-DD7C-84CD-8F6C692DD3F5}"/>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ACD7D05F-1181-C781-4DBE-98A7486C7716}"/>
              </a:ext>
            </a:extLst>
          </p:cNvPr>
          <p:cNvSpPr>
            <a:spLocks noGrp="1"/>
          </p:cNvSpPr>
          <p:nvPr>
            <p:ph type="sldNum" sz="quarter" idx="17"/>
          </p:nvPr>
        </p:nvSpPr>
        <p:spPr/>
        <p:txBody>
          <a:bodyPr/>
          <a:lstStyle/>
          <a:p>
            <a:fld id="{86134D44-37F0-44A1-8A08-E9432A030C07}" type="slidenum">
              <a:rPr lang="en-US" smtClean="0"/>
              <a:pPr/>
              <a:t>33</a:t>
            </a:fld>
            <a:endParaRPr lang="en-US" dirty="0"/>
          </a:p>
        </p:txBody>
      </p:sp>
      <p:pic>
        <p:nvPicPr>
          <p:cNvPr id="10" name="Picture 9" descr="A red line graph with numbers and symbols&#10;&#10;AI-generated content may be incorrect.">
            <a:extLst>
              <a:ext uri="{FF2B5EF4-FFF2-40B4-BE49-F238E27FC236}">
                <a16:creationId xmlns:a16="http://schemas.microsoft.com/office/drawing/2014/main" id="{746D3618-88A4-098E-E908-70CE903DF0FD}"/>
              </a:ext>
            </a:extLst>
          </p:cNvPr>
          <p:cNvPicPr>
            <a:picLocks noChangeAspect="1"/>
          </p:cNvPicPr>
          <p:nvPr/>
        </p:nvPicPr>
        <p:blipFill>
          <a:blip r:embed="rId3"/>
          <a:stretch>
            <a:fillRect/>
          </a:stretch>
        </p:blipFill>
        <p:spPr>
          <a:xfrm>
            <a:off x="9248860" y="4000562"/>
            <a:ext cx="2806700" cy="1554480"/>
          </a:xfrm>
          <a:prstGeom prst="rect">
            <a:avLst/>
          </a:prstGeom>
        </p:spPr>
      </p:pic>
      <p:pic>
        <p:nvPicPr>
          <p:cNvPr id="11" name="Picture 10" descr="A blue lines on a white background&#10;&#10;AI-generated content may be incorrect.">
            <a:extLst>
              <a:ext uri="{FF2B5EF4-FFF2-40B4-BE49-F238E27FC236}">
                <a16:creationId xmlns:a16="http://schemas.microsoft.com/office/drawing/2014/main" id="{556D42FF-4511-3073-D9CD-F16F07B621C4}"/>
              </a:ext>
            </a:extLst>
          </p:cNvPr>
          <p:cNvPicPr>
            <a:picLocks noChangeAspect="1"/>
          </p:cNvPicPr>
          <p:nvPr/>
        </p:nvPicPr>
        <p:blipFill>
          <a:blip r:embed="rId4"/>
          <a:stretch>
            <a:fillRect/>
          </a:stretch>
        </p:blipFill>
        <p:spPr>
          <a:xfrm>
            <a:off x="9050018" y="2213559"/>
            <a:ext cx="3139440" cy="1737360"/>
          </a:xfrm>
          <a:prstGeom prst="rect">
            <a:avLst/>
          </a:prstGeom>
        </p:spPr>
      </p:pic>
      <p:pic>
        <p:nvPicPr>
          <p:cNvPr id="12" name="Picture 11" descr="A graph of a graph showing a blue line&#10;&#10;AI-generated content may be incorrect.">
            <a:extLst>
              <a:ext uri="{FF2B5EF4-FFF2-40B4-BE49-F238E27FC236}">
                <a16:creationId xmlns:a16="http://schemas.microsoft.com/office/drawing/2014/main" id="{94359B46-D517-0469-429C-D601996C3E43}"/>
              </a:ext>
            </a:extLst>
          </p:cNvPr>
          <p:cNvPicPr>
            <a:picLocks noChangeAspect="1"/>
          </p:cNvPicPr>
          <p:nvPr/>
        </p:nvPicPr>
        <p:blipFill>
          <a:blip r:embed="rId5"/>
          <a:stretch>
            <a:fillRect/>
          </a:stretch>
        </p:blipFill>
        <p:spPr>
          <a:xfrm>
            <a:off x="6312533" y="2213559"/>
            <a:ext cx="2737485" cy="1737360"/>
          </a:xfrm>
          <a:prstGeom prst="rect">
            <a:avLst/>
          </a:prstGeom>
        </p:spPr>
      </p:pic>
    </p:spTree>
    <p:extLst>
      <p:ext uri="{BB962C8B-B14F-4D97-AF65-F5344CB8AC3E}">
        <p14:creationId xmlns:p14="http://schemas.microsoft.com/office/powerpoint/2010/main" val="1578800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0C262-BDCD-F1BB-17BD-C8731AF2B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BCFFF3-CA37-852B-51AD-0202EF64EE04}"/>
              </a:ext>
            </a:extLst>
          </p:cNvPr>
          <p:cNvSpPr>
            <a:spLocks noGrp="1"/>
          </p:cNvSpPr>
          <p:nvPr>
            <p:ph type="title"/>
          </p:nvPr>
        </p:nvSpPr>
        <p:spPr/>
        <p:txBody>
          <a:bodyPr/>
          <a:lstStyle/>
          <a:p>
            <a:r>
              <a:rPr lang="en-US" dirty="0"/>
              <a:t>Conclusion</a:t>
            </a:r>
          </a:p>
        </p:txBody>
      </p:sp>
      <p:sp>
        <p:nvSpPr>
          <p:cNvPr id="8" name="Text Placeholder 7">
            <a:extLst>
              <a:ext uri="{FF2B5EF4-FFF2-40B4-BE49-F238E27FC236}">
                <a16:creationId xmlns:a16="http://schemas.microsoft.com/office/drawing/2014/main" id="{12DB330B-E4F2-56C6-BDC4-9AA0F0B74D84}"/>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CE759C41-DE04-88BE-8F0D-C32B37BD0241}"/>
              </a:ext>
            </a:extLst>
          </p:cNvPr>
          <p:cNvSpPr>
            <a:spLocks noGrp="1"/>
          </p:cNvSpPr>
          <p:nvPr>
            <p:ph type="sldNum" sz="quarter" idx="11"/>
          </p:nvPr>
        </p:nvSpPr>
        <p:spPr/>
        <p:txBody>
          <a:bodyPr/>
          <a:lstStyle/>
          <a:p>
            <a:fld id="{86134D44-37F0-44A1-8A08-E9432A030C07}" type="slidenum">
              <a:rPr lang="en-US" smtClean="0"/>
              <a:pPr/>
              <a:t>34</a:t>
            </a:fld>
            <a:endParaRPr lang="en-US" dirty="0"/>
          </a:p>
        </p:txBody>
      </p:sp>
    </p:spTree>
    <p:extLst>
      <p:ext uri="{BB962C8B-B14F-4D97-AF65-F5344CB8AC3E}">
        <p14:creationId xmlns:p14="http://schemas.microsoft.com/office/powerpoint/2010/main" val="13885595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D78C-6268-79B3-399C-87DF7F555B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444AAB-865B-5AC9-8E40-A62B9F006089}"/>
              </a:ext>
            </a:extLst>
          </p:cNvPr>
          <p:cNvSpPr>
            <a:spLocks noGrp="1"/>
          </p:cNvSpPr>
          <p:nvPr>
            <p:ph type="title"/>
          </p:nvPr>
        </p:nvSpPr>
        <p:spPr/>
        <p:txBody>
          <a:bodyPr/>
          <a:lstStyle/>
          <a:p>
            <a:r>
              <a:rPr lang="en-US" dirty="0"/>
              <a:t>Conclusion</a:t>
            </a:r>
          </a:p>
        </p:txBody>
      </p:sp>
      <p:sp>
        <p:nvSpPr>
          <p:cNvPr id="4" name="Text Placeholder 3">
            <a:extLst>
              <a:ext uri="{FF2B5EF4-FFF2-40B4-BE49-F238E27FC236}">
                <a16:creationId xmlns:a16="http://schemas.microsoft.com/office/drawing/2014/main" id="{106E9C09-D990-00E4-04A2-700B35B810BB}"/>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07A80463-536B-A1A3-685D-30BAB65AE64B}"/>
              </a:ext>
            </a:extLst>
          </p:cNvPr>
          <p:cNvSpPr>
            <a:spLocks noGrp="1"/>
          </p:cNvSpPr>
          <p:nvPr>
            <p:ph type="sldNum" sz="quarter" idx="17"/>
          </p:nvPr>
        </p:nvSpPr>
        <p:spPr/>
        <p:txBody>
          <a:bodyPr/>
          <a:lstStyle/>
          <a:p>
            <a:fld id="{86134D44-37F0-44A1-8A08-E9432A030C07}" type="slidenum">
              <a:rPr lang="en-US" smtClean="0"/>
              <a:pPr/>
              <a:t>35</a:t>
            </a:fld>
            <a:endParaRPr lang="en-US" dirty="0"/>
          </a:p>
        </p:txBody>
      </p:sp>
      <p:graphicFrame>
        <p:nvGraphicFramePr>
          <p:cNvPr id="15" name="Table 14">
            <a:extLst>
              <a:ext uri="{FF2B5EF4-FFF2-40B4-BE49-F238E27FC236}">
                <a16:creationId xmlns:a16="http://schemas.microsoft.com/office/drawing/2014/main" id="{E7A669E8-CDC8-5212-F01B-029BBE8508C3}"/>
              </a:ext>
            </a:extLst>
          </p:cNvPr>
          <p:cNvGraphicFramePr>
            <a:graphicFrameLocks noGrp="1"/>
          </p:cNvGraphicFramePr>
          <p:nvPr>
            <p:extLst>
              <p:ext uri="{D42A27DB-BD31-4B8C-83A1-F6EECF244321}">
                <p14:modId xmlns:p14="http://schemas.microsoft.com/office/powerpoint/2010/main" val="894306853"/>
              </p:ext>
            </p:extLst>
          </p:nvPr>
        </p:nvGraphicFramePr>
        <p:xfrm>
          <a:off x="652462" y="2421988"/>
          <a:ext cx="11139488" cy="3388262"/>
        </p:xfrm>
        <a:graphic>
          <a:graphicData uri="http://schemas.openxmlformats.org/drawingml/2006/table">
            <a:tbl>
              <a:tblPr>
                <a:tableStyleId>{D7AC3CCA-C797-4891-BE02-D94E43425B78}</a:tableStyleId>
              </a:tblPr>
              <a:tblGrid>
                <a:gridCol w="1833030">
                  <a:extLst>
                    <a:ext uri="{9D8B030D-6E8A-4147-A177-3AD203B41FA5}">
                      <a16:colId xmlns:a16="http://schemas.microsoft.com/office/drawing/2014/main" val="3301559940"/>
                    </a:ext>
                  </a:extLst>
                </a:gridCol>
                <a:gridCol w="4653229">
                  <a:extLst>
                    <a:ext uri="{9D8B030D-6E8A-4147-A177-3AD203B41FA5}">
                      <a16:colId xmlns:a16="http://schemas.microsoft.com/office/drawing/2014/main" val="650038389"/>
                    </a:ext>
                  </a:extLst>
                </a:gridCol>
                <a:gridCol w="4653229">
                  <a:extLst>
                    <a:ext uri="{9D8B030D-6E8A-4147-A177-3AD203B41FA5}">
                      <a16:colId xmlns:a16="http://schemas.microsoft.com/office/drawing/2014/main" val="3335380080"/>
                    </a:ext>
                  </a:extLst>
                </a:gridCol>
              </a:tblGrid>
              <a:tr h="280165">
                <a:tc>
                  <a:txBody>
                    <a:bodyPr/>
                    <a:lstStyle/>
                    <a:p>
                      <a:pPr>
                        <a:buNone/>
                      </a:pPr>
                      <a:r>
                        <a:rPr lang="en-US" sz="1200" b="1" dirty="0"/>
                        <a:t>Aspect</a:t>
                      </a:r>
                      <a:endParaRPr lang="en-US" sz="1200" dirty="0"/>
                    </a:p>
                  </a:txBody>
                  <a:tcPr marL="27196" marR="27196" marT="13598" marB="13598" anchor="ctr"/>
                </a:tc>
                <a:tc>
                  <a:txBody>
                    <a:bodyPr/>
                    <a:lstStyle/>
                    <a:p>
                      <a:pPr>
                        <a:buNone/>
                      </a:pPr>
                      <a:r>
                        <a:rPr lang="en-US" sz="1200" b="1"/>
                        <a:t>Absorption Spectroscopy</a:t>
                      </a:r>
                      <a:endParaRPr lang="en-US" sz="1200"/>
                    </a:p>
                  </a:txBody>
                  <a:tcPr marL="27196" marR="27196" marT="13598" marB="13598" anchor="ctr"/>
                </a:tc>
                <a:tc>
                  <a:txBody>
                    <a:bodyPr/>
                    <a:lstStyle/>
                    <a:p>
                      <a:pPr>
                        <a:buNone/>
                      </a:pPr>
                      <a:r>
                        <a:rPr lang="en-US" sz="1200" b="1" dirty="0"/>
                        <a:t>Emission Spectroscopy</a:t>
                      </a:r>
                      <a:endParaRPr lang="en-US" sz="1200" dirty="0"/>
                    </a:p>
                  </a:txBody>
                  <a:tcPr marL="27196" marR="27196" marT="13598" marB="13598" anchor="ctr"/>
                </a:tc>
                <a:extLst>
                  <a:ext uri="{0D108BD9-81ED-4DB2-BD59-A6C34878D82A}">
                    <a16:rowId xmlns:a16="http://schemas.microsoft.com/office/drawing/2014/main" val="230331587"/>
                  </a:ext>
                </a:extLst>
              </a:tr>
              <a:tr h="524061">
                <a:tc>
                  <a:txBody>
                    <a:bodyPr/>
                    <a:lstStyle/>
                    <a:p>
                      <a:pPr>
                        <a:buNone/>
                      </a:pPr>
                      <a:r>
                        <a:rPr lang="en-US" sz="1200" b="1" dirty="0"/>
                        <a:t>Temperature</a:t>
                      </a:r>
                    </a:p>
                    <a:p>
                      <a:pPr>
                        <a:buNone/>
                      </a:pPr>
                      <a:r>
                        <a:rPr lang="en-US" sz="1200" b="1" dirty="0"/>
                        <a:t>Interpretation</a:t>
                      </a:r>
                      <a:endParaRPr lang="en-US" sz="1200" dirty="0"/>
                    </a:p>
                  </a:txBody>
                  <a:tcPr marL="27196" marR="27196" marT="13598" marB="13598" anchor="ctr"/>
                </a:tc>
                <a:tc>
                  <a:txBody>
                    <a:bodyPr/>
                    <a:lstStyle/>
                    <a:p>
                      <a:pPr>
                        <a:buNone/>
                      </a:pPr>
                      <a:r>
                        <a:rPr lang="en-US" sz="1200" b="0" dirty="0"/>
                        <a:t>Gives true gas kinetic temperature because ground-state distribution follows Boltzmann equilibrium</a:t>
                      </a:r>
                    </a:p>
                  </a:txBody>
                  <a:tcPr marL="27196" marR="27196" marT="13598" marB="13598" anchor="ctr"/>
                </a:tc>
                <a:tc>
                  <a:txBody>
                    <a:bodyPr/>
                    <a:lstStyle/>
                    <a:p>
                      <a:pPr>
                        <a:buNone/>
                      </a:pPr>
                      <a:r>
                        <a:rPr lang="en-US" sz="1200" b="0" dirty="0"/>
                        <a:t>Gives chemical excitation temperature, often much higher and not equal to gas temperature</a:t>
                      </a:r>
                    </a:p>
                  </a:txBody>
                  <a:tcPr marL="27196" marR="27196" marT="13598" marB="13598" anchor="ctr"/>
                </a:tc>
                <a:extLst>
                  <a:ext uri="{0D108BD9-81ED-4DB2-BD59-A6C34878D82A}">
                    <a16:rowId xmlns:a16="http://schemas.microsoft.com/office/drawing/2014/main" val="965754471"/>
                  </a:ext>
                </a:extLst>
              </a:tr>
              <a:tr h="524061">
                <a:tc>
                  <a:txBody>
                    <a:bodyPr/>
                    <a:lstStyle/>
                    <a:p>
                      <a:pPr>
                        <a:buNone/>
                      </a:pPr>
                      <a:r>
                        <a:rPr lang="en-US" sz="1200" b="1" dirty="0"/>
                        <a:t>Dependence on</a:t>
                      </a:r>
                    </a:p>
                    <a:p>
                      <a:pPr>
                        <a:buNone/>
                      </a:pPr>
                      <a:r>
                        <a:rPr lang="en-US" sz="1200" b="1" dirty="0"/>
                        <a:t>Chemical Reactions</a:t>
                      </a:r>
                      <a:endParaRPr lang="en-US" sz="1200" dirty="0"/>
                    </a:p>
                  </a:txBody>
                  <a:tcPr marL="27196" marR="27196" marT="13598" marB="13598" anchor="ctr"/>
                </a:tc>
                <a:tc>
                  <a:txBody>
                    <a:bodyPr/>
                    <a:lstStyle/>
                    <a:p>
                      <a:pPr>
                        <a:buNone/>
                      </a:pPr>
                      <a:r>
                        <a:rPr lang="en-US" sz="1200" b="0" dirty="0"/>
                        <a:t>Weak, only depends on absorption along the line of sight</a:t>
                      </a:r>
                    </a:p>
                  </a:txBody>
                  <a:tcPr marL="27196" marR="27196" marT="13598" marB="13598" anchor="ctr"/>
                </a:tc>
                <a:tc>
                  <a:txBody>
                    <a:bodyPr/>
                    <a:lstStyle/>
                    <a:p>
                      <a:pPr>
                        <a:buNone/>
                      </a:pPr>
                      <a:r>
                        <a:rPr lang="en-US" sz="1200" b="0" dirty="0"/>
                        <a:t>Strong, OH* is formed through highly exothermic reactions</a:t>
                      </a:r>
                    </a:p>
                    <a:p>
                      <a:pPr>
                        <a:buNone/>
                      </a:pPr>
                      <a:r>
                        <a:rPr lang="en-US" sz="1200" b="0" dirty="0"/>
                        <a:t>(e.g., H + O + OH → H₂O + OH*)</a:t>
                      </a:r>
                    </a:p>
                  </a:txBody>
                  <a:tcPr marL="27196" marR="27196" marT="13598" marB="13598" anchor="ctr"/>
                </a:tc>
                <a:extLst>
                  <a:ext uri="{0D108BD9-81ED-4DB2-BD59-A6C34878D82A}">
                    <a16:rowId xmlns:a16="http://schemas.microsoft.com/office/drawing/2014/main" val="42543342"/>
                  </a:ext>
                </a:extLst>
              </a:tr>
              <a:tr h="524061">
                <a:tc>
                  <a:txBody>
                    <a:bodyPr/>
                    <a:lstStyle/>
                    <a:p>
                      <a:pPr>
                        <a:buNone/>
                      </a:pPr>
                      <a:r>
                        <a:rPr lang="en-US" sz="1200" b="1" dirty="0"/>
                        <a:t>Sensitivity to Soot / </a:t>
                      </a:r>
                    </a:p>
                    <a:p>
                      <a:pPr>
                        <a:buNone/>
                      </a:pPr>
                      <a:r>
                        <a:rPr lang="en-US" sz="1200" b="1" dirty="0"/>
                        <a:t>Background Light</a:t>
                      </a:r>
                      <a:endParaRPr lang="en-US" sz="1200" dirty="0"/>
                    </a:p>
                  </a:txBody>
                  <a:tcPr marL="27196" marR="27196" marT="13598" marB="13598" anchor="ctr"/>
                </a:tc>
                <a:tc>
                  <a:txBody>
                    <a:bodyPr/>
                    <a:lstStyle/>
                    <a:p>
                      <a:pPr>
                        <a:buNone/>
                      </a:pPr>
                      <a:r>
                        <a:rPr lang="en-US" sz="1200" b="0" dirty="0"/>
                        <a:t>Low, absorption ratio I/I₀ cancels luminosity effects</a:t>
                      </a:r>
                    </a:p>
                  </a:txBody>
                  <a:tcPr marL="27196" marR="27196" marT="13598" marB="13598" anchor="ctr"/>
                </a:tc>
                <a:tc>
                  <a:txBody>
                    <a:bodyPr/>
                    <a:lstStyle/>
                    <a:p>
                      <a:pPr>
                        <a:buNone/>
                      </a:pPr>
                      <a:r>
                        <a:rPr lang="en-US" sz="1200" b="0" dirty="0"/>
                        <a:t>High, strong interference from soot luminosity and continuum background</a:t>
                      </a:r>
                    </a:p>
                  </a:txBody>
                  <a:tcPr marL="27196" marR="27196" marT="13598" marB="13598" anchor="ctr"/>
                </a:tc>
                <a:extLst>
                  <a:ext uri="{0D108BD9-81ED-4DB2-BD59-A6C34878D82A}">
                    <a16:rowId xmlns:a16="http://schemas.microsoft.com/office/drawing/2014/main" val="1075745346"/>
                  </a:ext>
                </a:extLst>
              </a:tr>
              <a:tr h="767957">
                <a:tc>
                  <a:txBody>
                    <a:bodyPr/>
                    <a:lstStyle/>
                    <a:p>
                      <a:pPr>
                        <a:buNone/>
                      </a:pPr>
                      <a:r>
                        <a:rPr lang="en-US" sz="1200" b="1" dirty="0"/>
                        <a:t>OH Mole Fraction</a:t>
                      </a:r>
                    </a:p>
                    <a:p>
                      <a:pPr>
                        <a:buNone/>
                      </a:pPr>
                      <a:r>
                        <a:rPr lang="en-US" sz="1200" b="1" dirty="0"/>
                        <a:t>Measurement</a:t>
                      </a:r>
                      <a:endParaRPr lang="en-US" sz="1200" dirty="0"/>
                    </a:p>
                  </a:txBody>
                  <a:tcPr marL="27196" marR="27196" marT="13598" marB="13598" anchor="ctr"/>
                </a:tc>
                <a:tc>
                  <a:txBody>
                    <a:bodyPr/>
                    <a:lstStyle/>
                    <a:p>
                      <a:pPr>
                        <a:buNone/>
                      </a:pPr>
                      <a:r>
                        <a:rPr lang="en-US" sz="1200" b="0" dirty="0"/>
                        <a:t>Reliable, column density from absorption coefficient + known T → mole fraction via ideal gas law</a:t>
                      </a:r>
                    </a:p>
                  </a:txBody>
                  <a:tcPr marL="27196" marR="27196" marT="13598" marB="13598" anchor="ctr"/>
                </a:tc>
                <a:tc>
                  <a:txBody>
                    <a:bodyPr/>
                    <a:lstStyle/>
                    <a:p>
                      <a:pPr>
                        <a:buNone/>
                      </a:pPr>
                      <a:r>
                        <a:rPr lang="en-US" sz="1200" b="0" dirty="0"/>
                        <a:t>Not reliable, emission intensity is nonlinear and strongly affected by quenching; cannot retrieve absolute concentrations without calibration</a:t>
                      </a:r>
                    </a:p>
                  </a:txBody>
                  <a:tcPr marL="27196" marR="27196" marT="13598" marB="13598" anchor="ctr"/>
                </a:tc>
                <a:extLst>
                  <a:ext uri="{0D108BD9-81ED-4DB2-BD59-A6C34878D82A}">
                    <a16:rowId xmlns:a16="http://schemas.microsoft.com/office/drawing/2014/main" val="2520665818"/>
                  </a:ext>
                </a:extLst>
              </a:tr>
              <a:tr h="767957">
                <a:tc>
                  <a:txBody>
                    <a:bodyPr/>
                    <a:lstStyle/>
                    <a:p>
                      <a:pPr>
                        <a:buNone/>
                      </a:pPr>
                      <a:r>
                        <a:rPr lang="en-US" sz="1200" b="1" dirty="0"/>
                        <a:t>Robustness Across Fuels</a:t>
                      </a:r>
                    </a:p>
                    <a:p>
                      <a:pPr>
                        <a:buNone/>
                      </a:pPr>
                      <a:r>
                        <a:rPr lang="en-US" sz="1200" b="1" dirty="0"/>
                        <a:t>(candle, sterno, butane,</a:t>
                      </a:r>
                    </a:p>
                    <a:p>
                      <a:pPr>
                        <a:buNone/>
                      </a:pPr>
                      <a:r>
                        <a:rPr lang="en-US" sz="1200" b="1" dirty="0"/>
                        <a:t>propane, hexamine)</a:t>
                      </a:r>
                      <a:endParaRPr lang="en-US" sz="1200" dirty="0"/>
                    </a:p>
                  </a:txBody>
                  <a:tcPr marL="27196" marR="27196" marT="13598" marB="13598" anchor="ctr"/>
                </a:tc>
                <a:tc>
                  <a:txBody>
                    <a:bodyPr/>
                    <a:lstStyle/>
                    <a:p>
                      <a:pPr>
                        <a:buNone/>
                      </a:pPr>
                      <a:r>
                        <a:rPr lang="en-US" sz="1200" b="0" dirty="0"/>
                        <a:t>Very robust, works even when OH signals are weak or continuum is strong</a:t>
                      </a:r>
                    </a:p>
                  </a:txBody>
                  <a:tcPr marL="27196" marR="27196" marT="13598" marB="13598" anchor="ctr"/>
                </a:tc>
                <a:tc>
                  <a:txBody>
                    <a:bodyPr/>
                    <a:lstStyle/>
                    <a:p>
                      <a:pPr>
                        <a:buNone/>
                      </a:pPr>
                      <a:r>
                        <a:rPr lang="en-US" sz="1200" b="0" dirty="0"/>
                        <a:t>Fuel-dependent, noisy for sooting flames (candle, sterno), strong signals for gaseous flames</a:t>
                      </a:r>
                    </a:p>
                  </a:txBody>
                  <a:tcPr marL="27196" marR="27196" marT="13598" marB="13598" anchor="ctr"/>
                </a:tc>
                <a:extLst>
                  <a:ext uri="{0D108BD9-81ED-4DB2-BD59-A6C34878D82A}">
                    <a16:rowId xmlns:a16="http://schemas.microsoft.com/office/drawing/2014/main" val="2958315404"/>
                  </a:ext>
                </a:extLst>
              </a:tr>
            </a:tbl>
          </a:graphicData>
        </a:graphic>
      </p:graphicFrame>
      <p:sp>
        <p:nvSpPr>
          <p:cNvPr id="21" name="Text Placeholder 2">
            <a:extLst>
              <a:ext uri="{FF2B5EF4-FFF2-40B4-BE49-F238E27FC236}">
                <a16:creationId xmlns:a16="http://schemas.microsoft.com/office/drawing/2014/main" id="{1D900EF0-5973-1EFC-53F8-BFF1AE368F0F}"/>
              </a:ext>
            </a:extLst>
          </p:cNvPr>
          <p:cNvSpPr>
            <a:spLocks noGrp="1"/>
          </p:cNvSpPr>
          <p:nvPr>
            <p:ph type="body" sz="quarter" idx="20"/>
          </p:nvPr>
        </p:nvSpPr>
        <p:spPr>
          <a:xfrm>
            <a:off x="652463" y="1795749"/>
            <a:ext cx="7420157" cy="4405026"/>
          </a:xfrm>
        </p:spPr>
        <p:txBody>
          <a:bodyPr>
            <a:noAutofit/>
          </a:bodyPr>
          <a:lstStyle/>
          <a:p>
            <a:r>
              <a:rPr lang="en-US" dirty="0"/>
              <a:t>Absorption vs Emission</a:t>
            </a:r>
          </a:p>
        </p:txBody>
      </p:sp>
    </p:spTree>
    <p:extLst>
      <p:ext uri="{BB962C8B-B14F-4D97-AF65-F5344CB8AC3E}">
        <p14:creationId xmlns:p14="http://schemas.microsoft.com/office/powerpoint/2010/main" val="35965103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BCFC4-A141-C285-51CB-729F31693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0A62D1-25C4-5AED-14F0-93A69FA3F744}"/>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1DA2C024-87FF-CF73-6D66-FD8EFE651C55}"/>
              </a:ext>
            </a:extLst>
          </p:cNvPr>
          <p:cNvSpPr>
            <a:spLocks noGrp="1"/>
          </p:cNvSpPr>
          <p:nvPr>
            <p:ph type="body" sz="quarter" idx="20"/>
          </p:nvPr>
        </p:nvSpPr>
        <p:spPr>
          <a:xfrm>
            <a:off x="652463" y="1795749"/>
            <a:ext cx="7420157" cy="4405026"/>
          </a:xfrm>
        </p:spPr>
        <p:txBody>
          <a:bodyPr>
            <a:noAutofit/>
          </a:bodyPr>
          <a:lstStyle/>
          <a:p>
            <a:r>
              <a:rPr lang="en-US" dirty="0"/>
              <a:t>Comparison of different flame characteristics:</a:t>
            </a:r>
          </a:p>
          <a:p>
            <a:pPr marL="342900" indent="-342900">
              <a:buFont typeface="Arial" panose="020B0604020202020204" pitchFamily="34" charset="0"/>
              <a:buChar char="•"/>
            </a:pPr>
            <a:r>
              <a:rPr lang="en-US" sz="1400" dirty="0"/>
              <a:t>Clear differences among the various flame types were also evident from the spectroscopic measurements</a:t>
            </a:r>
            <a:br>
              <a:rPr lang="en-US" sz="1400" dirty="0"/>
            </a:br>
            <a:endParaRPr lang="en-US" sz="1400" dirty="0"/>
          </a:p>
          <a:p>
            <a:pPr marL="342900" indent="-342900">
              <a:buFont typeface="Arial" panose="020B0604020202020204" pitchFamily="34" charset="0"/>
              <a:buChar char="•"/>
            </a:pPr>
            <a:r>
              <a:rPr lang="en-US" sz="1400" dirty="0"/>
              <a:t>Gaseous fuels such as propane and butane produced strong, well-resolved OH A-X transitions with relatively low continuum background, enabling accurate Boltzmann fitting and consistent OH mole-fraction estimates. These flames showed moderate cooling with height, reflecting their clean, premixed-like reaction zones</a:t>
            </a:r>
            <a:br>
              <a:rPr lang="en-US" sz="1400" dirty="0"/>
            </a:br>
            <a:endParaRPr lang="en-US" sz="1400" dirty="0"/>
          </a:p>
          <a:p>
            <a:pPr marL="342900" indent="-342900">
              <a:buFont typeface="Arial" panose="020B0604020202020204" pitchFamily="34" charset="0"/>
              <a:buChar char="•"/>
            </a:pPr>
            <a:r>
              <a:rPr lang="en-US" sz="1400" dirty="0"/>
              <a:t>In contrast, solid and gel fuels hexamine, candle, and sterno, displayed much weaker OH absorption signals and significantly stronger continuum emission arising from soot (candle), thermal glow (sterno), or fuel decomposition products (hexamine). These flames exhibited lower temperatures overall and a more pronounced reduction in both temperature and OH concentration with height due to their diffusion-controlled, oxygen-limited combustion</a:t>
            </a:r>
            <a:br>
              <a:rPr lang="en-US" sz="1400" dirty="0"/>
            </a:br>
            <a:endParaRPr lang="en-US" sz="1400" dirty="0"/>
          </a:p>
          <a:p>
            <a:pPr marL="342900" indent="-342900">
              <a:buFont typeface="Arial" panose="020B0604020202020204" pitchFamily="34" charset="0"/>
              <a:buChar char="•"/>
            </a:pPr>
            <a:r>
              <a:rPr lang="en-US" sz="1400" dirty="0"/>
              <a:t>The combined observations emphasize that fuel chemistry and flame structure fundamentally influence the spectral signature, with gaseous fuels yielding clean, analyzable spectra and diffusion flames requiring more careful baseline correction but still producing meaningful rotational and concentration trends. </a:t>
            </a:r>
          </a:p>
        </p:txBody>
      </p:sp>
      <p:sp>
        <p:nvSpPr>
          <p:cNvPr id="4" name="Text Placeholder 3">
            <a:extLst>
              <a:ext uri="{FF2B5EF4-FFF2-40B4-BE49-F238E27FC236}">
                <a16:creationId xmlns:a16="http://schemas.microsoft.com/office/drawing/2014/main" id="{77AC5B15-BBD4-F44D-B431-0C952D684D90}"/>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18C7310D-27C2-DC32-C517-0D3E239E83CD}"/>
              </a:ext>
            </a:extLst>
          </p:cNvPr>
          <p:cNvSpPr>
            <a:spLocks noGrp="1"/>
          </p:cNvSpPr>
          <p:nvPr>
            <p:ph type="sldNum" sz="quarter" idx="17"/>
          </p:nvPr>
        </p:nvSpPr>
        <p:spPr/>
        <p:txBody>
          <a:bodyPr/>
          <a:lstStyle/>
          <a:p>
            <a:fld id="{86134D44-37F0-44A1-8A08-E9432A030C07}" type="slidenum">
              <a:rPr lang="en-US" smtClean="0"/>
              <a:pPr/>
              <a:t>36</a:t>
            </a:fld>
            <a:endParaRPr lang="en-US" dirty="0"/>
          </a:p>
        </p:txBody>
      </p:sp>
      <p:pic>
        <p:nvPicPr>
          <p:cNvPr id="13" name="Picture 12" descr="A table with numbers and symbols&#10;&#10;AI-generated content may be incorrect.">
            <a:extLst>
              <a:ext uri="{FF2B5EF4-FFF2-40B4-BE49-F238E27FC236}">
                <a16:creationId xmlns:a16="http://schemas.microsoft.com/office/drawing/2014/main" id="{72148ADD-6284-45DC-994D-6032046E04EE}"/>
              </a:ext>
            </a:extLst>
          </p:cNvPr>
          <p:cNvPicPr>
            <a:picLocks noChangeAspect="1"/>
          </p:cNvPicPr>
          <p:nvPr/>
        </p:nvPicPr>
        <p:blipFill>
          <a:blip r:embed="rId2"/>
          <a:stretch>
            <a:fillRect/>
          </a:stretch>
        </p:blipFill>
        <p:spPr>
          <a:xfrm>
            <a:off x="8073093" y="2560362"/>
            <a:ext cx="4118907" cy="2067304"/>
          </a:xfrm>
          <a:prstGeom prst="rect">
            <a:avLst/>
          </a:prstGeom>
        </p:spPr>
      </p:pic>
      <p:pic>
        <p:nvPicPr>
          <p:cNvPr id="15" name="Picture 14" descr="A close up of a flame&#10;&#10;AI-generated content may be incorrect.">
            <a:extLst>
              <a:ext uri="{FF2B5EF4-FFF2-40B4-BE49-F238E27FC236}">
                <a16:creationId xmlns:a16="http://schemas.microsoft.com/office/drawing/2014/main" id="{F1951A28-DAD7-5ECF-39E5-57F69B1A8081}"/>
              </a:ext>
            </a:extLst>
          </p:cNvPr>
          <p:cNvPicPr>
            <a:picLocks noChangeAspect="1"/>
          </p:cNvPicPr>
          <p:nvPr/>
        </p:nvPicPr>
        <p:blipFill>
          <a:blip r:embed="rId3"/>
          <a:stretch>
            <a:fillRect/>
          </a:stretch>
        </p:blipFill>
        <p:spPr>
          <a:xfrm>
            <a:off x="8073093" y="4627666"/>
            <a:ext cx="4119380" cy="1013912"/>
          </a:xfrm>
          <a:prstGeom prst="rect">
            <a:avLst/>
          </a:prstGeom>
        </p:spPr>
      </p:pic>
    </p:spTree>
    <p:extLst>
      <p:ext uri="{BB962C8B-B14F-4D97-AF65-F5344CB8AC3E}">
        <p14:creationId xmlns:p14="http://schemas.microsoft.com/office/powerpoint/2010/main" val="14870143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82819-3ECE-77EA-7929-1E275C63D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12630-96B2-87F9-4C1F-38317A7F3356}"/>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13C90032-38DF-9FB3-7B4A-AD6410A45C72}"/>
              </a:ext>
            </a:extLst>
          </p:cNvPr>
          <p:cNvSpPr>
            <a:spLocks noGrp="1"/>
          </p:cNvSpPr>
          <p:nvPr>
            <p:ph type="body" sz="quarter" idx="20"/>
          </p:nvPr>
        </p:nvSpPr>
        <p:spPr>
          <a:xfrm>
            <a:off x="652463" y="1795749"/>
            <a:ext cx="11120437" cy="4443126"/>
          </a:xfrm>
        </p:spPr>
        <p:txBody>
          <a:bodyPr>
            <a:normAutofit fontScale="62500" lnSpcReduction="20000"/>
          </a:bodyPr>
          <a:lstStyle/>
          <a:p>
            <a:pPr marL="342900" indent="-342900">
              <a:buFont typeface="Arial" panose="020B0604020202020204" pitchFamily="34" charset="0"/>
              <a:buChar char="•"/>
            </a:pPr>
            <a:r>
              <a:rPr lang="en-US" dirty="0"/>
              <a:t>This study successfully applied both absorption and emission laser-spectroscopic methods to characterize OH rotational temperature and mole fraction across a range of flames, including </a:t>
            </a:r>
          </a:p>
          <a:p>
            <a:pPr marL="1028700" lvl="1" indent="-342900"/>
            <a:r>
              <a:rPr lang="en-US" sz="2100" dirty="0"/>
              <a:t>gaseous (butane, propane) and </a:t>
            </a:r>
          </a:p>
          <a:p>
            <a:pPr marL="1028700" lvl="1" indent="-342900"/>
            <a:r>
              <a:rPr lang="en-US" sz="2100" dirty="0"/>
              <a:t>diffusion-based solid/gel fuels (candle, sterno, hexamine)</a:t>
            </a:r>
            <a:br>
              <a:rPr lang="en-US" sz="2100" dirty="0"/>
            </a:br>
            <a:endParaRPr lang="en-US" sz="2100" dirty="0"/>
          </a:p>
          <a:p>
            <a:pPr marL="342900" indent="-342900">
              <a:buFont typeface="Arial" panose="020B0604020202020204" pitchFamily="34" charset="0"/>
              <a:buChar char="•"/>
            </a:pPr>
            <a:r>
              <a:rPr lang="en-US" dirty="0"/>
              <a:t>Absorption spectroscopy proved to be a robust tool for quantitative diagnostics, yielding reliable Boltzmann temperatures and OH concentrations even in soot-laden or low-radical flames</a:t>
            </a:r>
            <a:br>
              <a:rPr lang="en-US" dirty="0"/>
            </a:br>
            <a:endParaRPr lang="en-US" dirty="0"/>
          </a:p>
          <a:p>
            <a:pPr marL="342900" indent="-342900">
              <a:buFont typeface="Arial" panose="020B0604020202020204" pitchFamily="34" charset="0"/>
              <a:buChar char="•"/>
            </a:pPr>
            <a:r>
              <a:rPr lang="en-US" dirty="0"/>
              <a:t>While emission spectroscopy provided complementary insight into excited-state populations and local radiative behavior</a:t>
            </a:r>
            <a:br>
              <a:rPr lang="en-US" dirty="0"/>
            </a:br>
            <a:endParaRPr lang="en-US" dirty="0"/>
          </a:p>
          <a:p>
            <a:pPr marL="342900" indent="-342900">
              <a:buFont typeface="Arial" panose="020B0604020202020204" pitchFamily="34" charset="0"/>
              <a:buChar char="•"/>
            </a:pPr>
            <a:r>
              <a:rPr lang="en-US" dirty="0"/>
              <a:t>Across all fuels, the measurements revealed consistent physical trends: higher temperatures and OH concentrations near the base of the flame, followed by cooling and radical decay with height</a:t>
            </a:r>
            <a:br>
              <a:rPr lang="en-US" dirty="0"/>
            </a:br>
            <a:endParaRPr lang="en-US" dirty="0"/>
          </a:p>
          <a:p>
            <a:pPr marL="342900" indent="-342900">
              <a:buFont typeface="Arial" panose="020B0604020202020204" pitchFamily="34" charset="0"/>
              <a:buChar char="•"/>
            </a:pPr>
            <a:r>
              <a:rPr lang="en-US" dirty="0"/>
              <a:t>Differences between fuels were also clearly observed</a:t>
            </a:r>
          </a:p>
          <a:p>
            <a:pPr marL="1028700" lvl="1" indent="-342900"/>
            <a:r>
              <a:rPr lang="en-US" sz="2100" dirty="0"/>
              <a:t>Clean-burning gaseous fuels produced strong, well-resolved OH features</a:t>
            </a:r>
          </a:p>
          <a:p>
            <a:pPr marL="1028700" lvl="1" indent="-342900"/>
            <a:r>
              <a:rPr lang="en-US" sz="2100" dirty="0"/>
              <a:t>Whereas diffusion-controlled solid and gel fuels exhibited weaker OH transitions and stronger continuum backgrounds due to soot or thermal emissions</a:t>
            </a:r>
            <a:br>
              <a:rPr lang="en-US" sz="2100" dirty="0"/>
            </a:br>
            <a:endParaRPr lang="en-US" sz="2100" dirty="0"/>
          </a:p>
          <a:p>
            <a:pPr marL="342900" indent="-342900">
              <a:buFont typeface="Arial" panose="020B0604020202020204" pitchFamily="34" charset="0"/>
              <a:buChar char="•"/>
            </a:pPr>
            <a:r>
              <a:rPr lang="en-US" dirty="0"/>
              <a:t>Overall, the combination of measurement techniques and multi-fuel comparison demonstrated not only the versatility of OH spectroscopy for combustion diagnostics but also the strong influence of fuel chemistry and flame structure on observed spectral behavior</a:t>
            </a:r>
            <a:br>
              <a:rPr lang="en-US" dirty="0"/>
            </a:br>
            <a:endParaRPr lang="en-US" dirty="0"/>
          </a:p>
          <a:p>
            <a:pPr marL="342900" indent="-342900">
              <a:buFont typeface="Arial" panose="020B0604020202020204" pitchFamily="34" charset="0"/>
              <a:buChar char="•"/>
            </a:pPr>
            <a:r>
              <a:rPr lang="en-US" dirty="0"/>
              <a:t>This work provides a reliable framework for using spectroscopic tools to study real-world combustion systems and their underlying reactive-flow physics.</a:t>
            </a:r>
          </a:p>
        </p:txBody>
      </p:sp>
      <p:sp>
        <p:nvSpPr>
          <p:cNvPr id="4" name="Text Placeholder 3">
            <a:extLst>
              <a:ext uri="{FF2B5EF4-FFF2-40B4-BE49-F238E27FC236}">
                <a16:creationId xmlns:a16="http://schemas.microsoft.com/office/drawing/2014/main" id="{9A106AD1-0EC5-3F3A-6B16-6AFB99FF6E17}"/>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96CE0E0B-2B34-9AC2-7929-B0B0A2DC3936}"/>
              </a:ext>
            </a:extLst>
          </p:cNvPr>
          <p:cNvSpPr>
            <a:spLocks noGrp="1"/>
          </p:cNvSpPr>
          <p:nvPr>
            <p:ph type="sldNum" sz="quarter" idx="17"/>
          </p:nvPr>
        </p:nvSpPr>
        <p:spPr/>
        <p:txBody>
          <a:bodyPr/>
          <a:lstStyle/>
          <a:p>
            <a:fld id="{86134D44-37F0-44A1-8A08-E9432A030C07}" type="slidenum">
              <a:rPr lang="en-US" smtClean="0"/>
              <a:pPr/>
              <a:t>37</a:t>
            </a:fld>
            <a:endParaRPr lang="en-US" dirty="0"/>
          </a:p>
        </p:txBody>
      </p:sp>
    </p:spTree>
    <p:extLst>
      <p:ext uri="{BB962C8B-B14F-4D97-AF65-F5344CB8AC3E}">
        <p14:creationId xmlns:p14="http://schemas.microsoft.com/office/powerpoint/2010/main" val="2045162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7C2DF-F491-81A2-690D-EB11BC817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7B5AC-B0A8-5D17-3DE1-4F06C8366510}"/>
              </a:ext>
            </a:extLst>
          </p:cNvPr>
          <p:cNvSpPr>
            <a:spLocks noGrp="1"/>
          </p:cNvSpPr>
          <p:nvPr>
            <p:ph type="title"/>
          </p:nvPr>
        </p:nvSpPr>
        <p:spPr/>
        <p:txBody>
          <a:bodyPr/>
          <a:lstStyle/>
          <a:p>
            <a:r>
              <a:rPr lang="en-US" dirty="0"/>
              <a:t>References</a:t>
            </a:r>
          </a:p>
        </p:txBody>
      </p:sp>
      <p:sp>
        <p:nvSpPr>
          <p:cNvPr id="3" name="Text Placeholder 2">
            <a:extLst>
              <a:ext uri="{FF2B5EF4-FFF2-40B4-BE49-F238E27FC236}">
                <a16:creationId xmlns:a16="http://schemas.microsoft.com/office/drawing/2014/main" id="{94F6FEC2-BB02-DEF7-DC74-4E6C8C50B6FE}"/>
              </a:ext>
            </a:extLst>
          </p:cNvPr>
          <p:cNvSpPr>
            <a:spLocks noGrp="1"/>
          </p:cNvSpPr>
          <p:nvPr>
            <p:ph type="body" sz="quarter" idx="20"/>
          </p:nvPr>
        </p:nvSpPr>
        <p:spPr>
          <a:xfrm>
            <a:off x="652463" y="1795749"/>
            <a:ext cx="11120437" cy="4443126"/>
          </a:xfrm>
        </p:spPr>
        <p:txBody>
          <a:bodyPr>
            <a:normAutofit fontScale="85000" lnSpcReduction="10000"/>
          </a:bodyPr>
          <a:lstStyle/>
          <a:p>
            <a:r>
              <a:rPr lang="en-US" dirty="0"/>
              <a:t>[1] Klaus C. Lück, Walter Thielen, “Measurements of temperatures and OH-concentrations in a lean methane-air flame using high-resolution laser-absorption spectroscopy”, Journal of Quantitative Spectroscopy and Radiative Transfer, Volume 20, Issue 1, July 1978, Pages 71-79</a:t>
            </a:r>
            <a:br>
              <a:rPr lang="en-US" dirty="0"/>
            </a:br>
            <a:endParaRPr lang="en-US" dirty="0"/>
          </a:p>
          <a:p>
            <a:r>
              <a:rPr lang="en-US" dirty="0"/>
              <a:t>[2] Xinyu Yang, </a:t>
            </a:r>
            <a:r>
              <a:rPr lang="en-US" dirty="0" err="1"/>
              <a:t>Zhimin</a:t>
            </a:r>
            <a:r>
              <a:rPr lang="en-US" dirty="0"/>
              <a:t> Peng, Yanjun Ding, Yanjun Du, “Temperature and OH concentration measurements by ultraviolet broadband absorption of OH(X) in laminar methane/air premixed flames”, Fuel, Volume 288, 15 March 2021, 119666</a:t>
            </a:r>
            <a:br>
              <a:rPr lang="en-US" dirty="0"/>
            </a:br>
            <a:endParaRPr lang="en-US" dirty="0"/>
          </a:p>
          <a:p>
            <a:r>
              <a:rPr lang="en-US" dirty="0"/>
              <a:t>[3] Luque J. </a:t>
            </a:r>
            <a:r>
              <a:rPr lang="en-US" dirty="0" err="1"/>
              <a:t>Lifbase</a:t>
            </a:r>
            <a:r>
              <a:rPr lang="en-US" dirty="0"/>
              <a:t>, database and spectral simulation for diatomic molecules, Sri Int Rep 99.</a:t>
            </a:r>
            <a:br>
              <a:rPr lang="en-US" dirty="0"/>
            </a:br>
            <a:endParaRPr lang="en-US" dirty="0"/>
          </a:p>
          <a:p>
            <a:r>
              <a:rPr lang="en-US" dirty="0"/>
              <a:t>[4] I. E. Gordon, L. S. Rothman, R. J. Hargreaves, R. Hashemi, E. V. </a:t>
            </a:r>
            <a:r>
              <a:rPr lang="en-US" dirty="0" err="1"/>
              <a:t>Karlovets</a:t>
            </a:r>
            <a:r>
              <a:rPr lang="en-US" dirty="0"/>
              <a:t>, F. M. Skinner, et al., "The HITRAN2020 molecular spectroscopic database", J. Quant. </a:t>
            </a:r>
            <a:r>
              <a:rPr lang="en-US" dirty="0" err="1"/>
              <a:t>Spectrosc</a:t>
            </a:r>
            <a:r>
              <a:rPr lang="en-US" dirty="0"/>
              <a:t>. </a:t>
            </a:r>
            <a:r>
              <a:rPr lang="en-US" dirty="0" err="1"/>
              <a:t>Radiat</a:t>
            </a:r>
            <a:r>
              <a:rPr lang="en-US" dirty="0"/>
              <a:t>. Transfer 277, 107949 (2022)</a:t>
            </a:r>
            <a:br>
              <a:rPr lang="en-US" dirty="0"/>
            </a:br>
            <a:endParaRPr lang="en-US" dirty="0"/>
          </a:p>
          <a:p>
            <a:r>
              <a:rPr lang="en-US" dirty="0"/>
              <a:t>[5] Lei He, Qinghua Guo, Yan Gong∗, </a:t>
            </a:r>
            <a:r>
              <a:rPr lang="en-US" dirty="0" err="1"/>
              <a:t>Fuchen</a:t>
            </a:r>
            <a:r>
              <a:rPr lang="en-US" dirty="0"/>
              <a:t> Wang, </a:t>
            </a:r>
            <a:r>
              <a:rPr lang="en-US" dirty="0" err="1"/>
              <a:t>Guangsuo</a:t>
            </a:r>
            <a:r>
              <a:rPr lang="en-US" dirty="0"/>
              <a:t> Yu, “Investigation of OH∗ chemiluminescence and heat release in laminar methane–oxygen co-flow diffusion flames”, Combustion and Flame 201 (2019) 12–22</a:t>
            </a:r>
          </a:p>
          <a:p>
            <a:endParaRPr lang="en-US" dirty="0"/>
          </a:p>
          <a:p>
            <a:r>
              <a:rPr lang="en-US" dirty="0"/>
              <a:t>[6] Gaydon, A. G. The Spectroscopy of Flames.</a:t>
            </a:r>
          </a:p>
        </p:txBody>
      </p:sp>
      <p:sp>
        <p:nvSpPr>
          <p:cNvPr id="4" name="Text Placeholder 3">
            <a:extLst>
              <a:ext uri="{FF2B5EF4-FFF2-40B4-BE49-F238E27FC236}">
                <a16:creationId xmlns:a16="http://schemas.microsoft.com/office/drawing/2014/main" id="{904D6BCD-91D2-A1A5-948A-56D27E3040D8}"/>
              </a:ext>
            </a:extLst>
          </p:cNvPr>
          <p:cNvSpPr>
            <a:spLocks noGrp="1"/>
          </p:cNvSpPr>
          <p:nvPr>
            <p:ph type="body" sz="quarter" idx="15"/>
          </p:nvPr>
        </p:nvSpPr>
        <p:spPr/>
        <p:txBody>
          <a:bodyPr/>
          <a:lstStyle/>
          <a:p>
            <a:r>
              <a:rPr lang="en-US" dirty="0"/>
              <a:t>ME498 Engineering Spectroscopy</a:t>
            </a:r>
          </a:p>
        </p:txBody>
      </p:sp>
      <p:sp>
        <p:nvSpPr>
          <p:cNvPr id="5" name="Slide Number Placeholder 4">
            <a:extLst>
              <a:ext uri="{FF2B5EF4-FFF2-40B4-BE49-F238E27FC236}">
                <a16:creationId xmlns:a16="http://schemas.microsoft.com/office/drawing/2014/main" id="{124A05BC-834B-D216-2868-D85AE97FD2C0}"/>
              </a:ext>
            </a:extLst>
          </p:cNvPr>
          <p:cNvSpPr>
            <a:spLocks noGrp="1"/>
          </p:cNvSpPr>
          <p:nvPr>
            <p:ph type="sldNum" sz="quarter" idx="17"/>
          </p:nvPr>
        </p:nvSpPr>
        <p:spPr/>
        <p:txBody>
          <a:bodyPr/>
          <a:lstStyle/>
          <a:p>
            <a:fld id="{86134D44-37F0-44A1-8A08-E9432A030C07}" type="slidenum">
              <a:rPr lang="en-US" smtClean="0"/>
              <a:pPr/>
              <a:t>38</a:t>
            </a:fld>
            <a:endParaRPr lang="en-US" dirty="0"/>
          </a:p>
        </p:txBody>
      </p:sp>
    </p:spTree>
    <p:extLst>
      <p:ext uri="{BB962C8B-B14F-4D97-AF65-F5344CB8AC3E}">
        <p14:creationId xmlns:p14="http://schemas.microsoft.com/office/powerpoint/2010/main" val="14813732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a:extLst>
              <a:ext uri="{FF2B5EF4-FFF2-40B4-BE49-F238E27FC236}">
                <a16:creationId xmlns:a16="http://schemas.microsoft.com/office/drawing/2014/main" id="{6CD670A0-C0C2-15D3-5A7C-EA84679534C4}"/>
              </a:ext>
            </a:extLst>
          </p:cNvPr>
          <p:cNvSpPr>
            <a:spLocks noGrp="1"/>
          </p:cNvSpPr>
          <p:nvPr>
            <p:ph type="title"/>
          </p:nvPr>
        </p:nvSpPr>
        <p:spPr/>
        <p:txBody>
          <a:bodyPr/>
          <a:lstStyle/>
          <a:p>
            <a:r>
              <a:rPr lang="en-US" dirty="0"/>
              <a:t>Thank You</a:t>
            </a:r>
          </a:p>
        </p:txBody>
      </p:sp>
      <p:sp>
        <p:nvSpPr>
          <p:cNvPr id="5" name="Text Placeholder 1">
            <a:extLst>
              <a:ext uri="{FF2B5EF4-FFF2-40B4-BE49-F238E27FC236}">
                <a16:creationId xmlns:a16="http://schemas.microsoft.com/office/drawing/2014/main" id="{2AB39040-A0B2-9F21-2450-4C56BC4B599E}"/>
              </a:ext>
            </a:extLst>
          </p:cNvPr>
          <p:cNvSpPr>
            <a:spLocks noGrp="1"/>
          </p:cNvSpPr>
          <p:nvPr>
            <p:ph type="body" sz="quarter" idx="19"/>
          </p:nvPr>
        </p:nvSpPr>
        <p:spPr/>
        <p:txBody>
          <a:bodyPr/>
          <a:lstStyle/>
          <a:p>
            <a:r>
              <a:rPr lang="en-US" dirty="0"/>
              <a:t>Arjav Jain</a:t>
            </a:r>
          </a:p>
          <a:p>
            <a:r>
              <a:rPr lang="en-US" dirty="0"/>
              <a:t>NetID: Arjavj2</a:t>
            </a:r>
          </a:p>
          <a:p>
            <a:r>
              <a:rPr lang="en-US" dirty="0"/>
              <a:t>+1-217-800-2530</a:t>
            </a:r>
          </a:p>
        </p:txBody>
      </p:sp>
      <p:sp>
        <p:nvSpPr>
          <p:cNvPr id="3" name="Department/Unit name Placeholder">
            <a:extLst>
              <a:ext uri="{FF2B5EF4-FFF2-40B4-BE49-F238E27FC236}">
                <a16:creationId xmlns:a16="http://schemas.microsoft.com/office/drawing/2014/main" id="{B0CE55A2-6B88-F73F-AA53-29ABC356CA17}"/>
              </a:ext>
              <a:ext uri="{C183D7F6-B498-43B3-948B-1728B52AA6E4}">
                <adec:decorative xmlns:adec="http://schemas.microsoft.com/office/drawing/2017/decorative" val="1"/>
              </a:ext>
            </a:extLst>
          </p:cNvPr>
          <p:cNvSpPr>
            <a:spLocks noGrp="1"/>
          </p:cNvSpPr>
          <p:nvPr>
            <p:ph type="body" sz="quarter" idx="15"/>
          </p:nvPr>
        </p:nvSpPr>
        <p:spPr/>
        <p:txBody>
          <a:bodyPr/>
          <a:lstStyle/>
          <a:p>
            <a:r>
              <a:rPr lang="en-US" dirty="0"/>
              <a:t>ME498 Engineering Spectroscopy</a:t>
            </a:r>
          </a:p>
        </p:txBody>
      </p:sp>
      <p:sp>
        <p:nvSpPr>
          <p:cNvPr id="2" name="Slide Number Placeholder 1">
            <a:extLst>
              <a:ext uri="{FF2B5EF4-FFF2-40B4-BE49-F238E27FC236}">
                <a16:creationId xmlns:a16="http://schemas.microsoft.com/office/drawing/2014/main" id="{B213379A-269B-438F-1824-6428A4BBE9F0}"/>
              </a:ext>
              <a:ext uri="{C183D7F6-B498-43B3-948B-1728B52AA6E4}">
                <adec:decorative xmlns:adec="http://schemas.microsoft.com/office/drawing/2017/decorative" val="1"/>
              </a:ext>
            </a:extLst>
          </p:cNvPr>
          <p:cNvSpPr>
            <a:spLocks noGrp="1"/>
          </p:cNvSpPr>
          <p:nvPr>
            <p:ph type="sldNum" sz="quarter" idx="10"/>
          </p:nvPr>
        </p:nvSpPr>
        <p:spPr/>
        <p:txBody>
          <a:bodyPr/>
          <a:lstStyle/>
          <a:p>
            <a:fld id="{86134D44-37F0-44A1-8A08-E9432A030C07}" type="slidenum">
              <a:rPr lang="en-US" smtClean="0"/>
              <a:pPr/>
              <a:t>39</a:t>
            </a:fld>
            <a:endParaRPr lang="en-US" dirty="0"/>
          </a:p>
        </p:txBody>
      </p:sp>
    </p:spTree>
    <p:extLst>
      <p:ext uri="{BB962C8B-B14F-4D97-AF65-F5344CB8AC3E}">
        <p14:creationId xmlns:p14="http://schemas.microsoft.com/office/powerpoint/2010/main" val="39570093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E0FC9A-AEC4-4660-DE50-67E2C99A82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208436" y="2932655"/>
            <a:ext cx="5775128" cy="992688"/>
          </a:xfrm>
          <a:prstGeom prst="rect">
            <a:avLst/>
          </a:prstGeom>
        </p:spPr>
      </p:pic>
      <p:sp>
        <p:nvSpPr>
          <p:cNvPr id="2" name="Title 1">
            <a:extLst>
              <a:ext uri="{FF2B5EF4-FFF2-40B4-BE49-F238E27FC236}">
                <a16:creationId xmlns:a16="http://schemas.microsoft.com/office/drawing/2014/main" id="{E109DCB6-7483-533F-9F7F-FF86ED88ADFC}"/>
              </a:ext>
            </a:extLst>
          </p:cNvPr>
          <p:cNvSpPr>
            <a:spLocks noGrp="1"/>
          </p:cNvSpPr>
          <p:nvPr>
            <p:ph type="title" idx="4294967295"/>
          </p:nvPr>
        </p:nvSpPr>
        <p:spPr>
          <a:xfrm>
            <a:off x="838200" y="-1538831"/>
            <a:ext cx="10515600" cy="1325563"/>
          </a:xfrm>
        </p:spPr>
        <p:txBody>
          <a:bodyPr/>
          <a:lstStyle/>
          <a:p>
            <a:r>
              <a:rPr lang="en-US" dirty="0"/>
              <a:t>Illinois</a:t>
            </a:r>
            <a:r>
              <a:rPr lang="en-US" baseline="0" dirty="0"/>
              <a:t> Blue</a:t>
            </a:r>
            <a:endParaRPr lang="en-US" dirty="0"/>
          </a:p>
        </p:txBody>
      </p:sp>
    </p:spTree>
    <p:extLst>
      <p:ext uri="{BB962C8B-B14F-4D97-AF65-F5344CB8AC3E}">
        <p14:creationId xmlns:p14="http://schemas.microsoft.com/office/powerpoint/2010/main" val="1097519486"/>
      </p:ext>
    </p:extLst>
  </p:cSld>
  <p:clrMapOvr>
    <a:masterClrMapping/>
  </p:clrMapOvr>
</p:sld>
</file>

<file path=ppt/theme/theme1.xml><?xml version="1.0" encoding="utf-8"?>
<a:theme xmlns:a="http://schemas.openxmlformats.org/drawingml/2006/main" name="Office Theme">
  <a:themeElements>
    <a:clrScheme name="SMB PPT ORANGE">
      <a:dk1>
        <a:srgbClr val="000000"/>
      </a:dk1>
      <a:lt1>
        <a:srgbClr val="FFFFFF"/>
      </a:lt1>
      <a:dk2>
        <a:srgbClr val="13294B"/>
      </a:dk2>
      <a:lt2>
        <a:srgbClr val="FF5F05"/>
      </a:lt2>
      <a:accent1>
        <a:srgbClr val="0071CE"/>
      </a:accent1>
      <a:accent2>
        <a:srgbClr val="FCB316"/>
      </a:accent2>
      <a:accent3>
        <a:srgbClr val="007E8E"/>
      </a:accent3>
      <a:accent4>
        <a:srgbClr val="006230"/>
      </a:accent4>
      <a:accent5>
        <a:srgbClr val="5C0E41"/>
      </a:accent5>
      <a:accent6>
        <a:srgbClr val="7D3E13"/>
      </a:accent6>
      <a:hlink>
        <a:srgbClr val="C84113"/>
      </a:hlink>
      <a:folHlink>
        <a:srgbClr val="2159A6"/>
      </a:folHlink>
    </a:clrScheme>
    <a:fontScheme name="SMB PPT">
      <a:majorFont>
        <a:latin typeface="Source Sans Pro SemiBold"/>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MB PowerPoint Template V4" id="{B3CBA2D6-773F-894A-97CE-392945FF435E}" vid="{C086EF9A-8907-304D-A9A1-B52FE47F12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9707</TotalTime>
  <Words>3683</Words>
  <Application>Microsoft Office PowerPoint</Application>
  <PresentationFormat>Widescreen</PresentationFormat>
  <Paragraphs>405</Paragraphs>
  <Slides>40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Cambria Math</vt:lpstr>
      <vt:lpstr>Courier New</vt:lpstr>
      <vt:lpstr>Source Sans Pro</vt:lpstr>
      <vt:lpstr>Source Sans Pro SemiBold</vt:lpstr>
      <vt:lpstr>Office Theme</vt:lpstr>
      <vt:lpstr>OH FLAME ABSOTPION/EMISSION SPECTROSCOPY</vt:lpstr>
      <vt:lpstr>Introduction</vt:lpstr>
      <vt:lpstr>Introduction</vt:lpstr>
      <vt:lpstr>Introduction</vt:lpstr>
      <vt:lpstr>Literature Review</vt:lpstr>
      <vt:lpstr>Literature Review</vt:lpstr>
      <vt:lpstr>Numerical Method</vt:lpstr>
      <vt:lpstr>Numerical Method</vt:lpstr>
      <vt:lpstr>Experimental Setup</vt:lpstr>
      <vt:lpstr>Experimental Setup</vt:lpstr>
      <vt:lpstr>Experimental Setup</vt:lpstr>
      <vt:lpstr>Absorption – Results</vt:lpstr>
      <vt:lpstr>Absorption – Results</vt:lpstr>
      <vt:lpstr>Absorption – Results</vt:lpstr>
      <vt:lpstr>Absorption – Results</vt:lpstr>
      <vt:lpstr>Absorption – Results</vt:lpstr>
      <vt:lpstr>Absorption – Results</vt:lpstr>
      <vt:lpstr>Absorption – Results</vt:lpstr>
      <vt:lpstr>Absorption – Results</vt:lpstr>
      <vt:lpstr>Absorption – Results</vt:lpstr>
      <vt:lpstr>Absorption – Results</vt:lpstr>
      <vt:lpstr>Absorption – Results</vt:lpstr>
      <vt:lpstr>Absorption – Results</vt:lpstr>
      <vt:lpstr>Emission – Results</vt:lpstr>
      <vt:lpstr>Emission – Results</vt:lpstr>
      <vt:lpstr>Emission – Results</vt:lpstr>
      <vt:lpstr>Emission – Results</vt:lpstr>
      <vt:lpstr>Emission – Results</vt:lpstr>
      <vt:lpstr>Emission – Results</vt:lpstr>
      <vt:lpstr>Emission – Results</vt:lpstr>
      <vt:lpstr>Emission – Results</vt:lpstr>
      <vt:lpstr>Emission – Results</vt:lpstr>
      <vt:lpstr>Emission – Results</vt:lpstr>
      <vt:lpstr>Conclusion</vt:lpstr>
      <vt:lpstr>Conclusion</vt:lpstr>
      <vt:lpstr>Conclusion</vt:lpstr>
      <vt:lpstr>Conclusion</vt:lpstr>
      <vt:lpstr>References</vt:lpstr>
      <vt:lpstr>Thank You</vt:lpstr>
      <vt:lpstr>Illinois Blue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 Bryan</dc:creator>
  <cp:lastModifiedBy>Jain, Arjav</cp:lastModifiedBy>
  <cp:revision>20</cp:revision>
  <dcterms:created xsi:type="dcterms:W3CDTF">2022-06-14T14:37:32Z</dcterms:created>
  <dcterms:modified xsi:type="dcterms:W3CDTF">2025-12-09T23:38:04Z</dcterms:modified>
</cp:coreProperties>
</file>