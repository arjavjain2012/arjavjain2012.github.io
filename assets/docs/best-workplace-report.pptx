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59" r:id="rId5"/>
  </p:sldMasterIdLst>
  <p:notesMasterIdLst>
    <p:notesMasterId r:id="rId23"/>
  </p:notesMasterIdLst>
  <p:sldIdLst>
    <p:sldId id="779" r:id="rId6"/>
    <p:sldId id="813" r:id="rId7"/>
    <p:sldId id="814" r:id="rId8"/>
    <p:sldId id="824" r:id="rId9"/>
    <p:sldId id="828" r:id="rId10"/>
    <p:sldId id="829" r:id="rId11"/>
    <p:sldId id="830" r:id="rId12"/>
    <p:sldId id="831" r:id="rId13"/>
    <p:sldId id="832" r:id="rId14"/>
    <p:sldId id="833" r:id="rId15"/>
    <p:sldId id="835" r:id="rId16"/>
    <p:sldId id="821" r:id="rId17"/>
    <p:sldId id="811" r:id="rId18"/>
    <p:sldId id="820" r:id="rId19"/>
    <p:sldId id="822" r:id="rId20"/>
    <p:sldId id="819" r:id="rId21"/>
    <p:sldId id="805" r:id="rId22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62AC6E2A-404E-4594-8EBC-03BDBC1A904A}">
          <p14:sldIdLst>
            <p14:sldId id="779"/>
            <p14:sldId id="813"/>
            <p14:sldId id="814"/>
            <p14:sldId id="824"/>
            <p14:sldId id="828"/>
            <p14:sldId id="829"/>
            <p14:sldId id="830"/>
            <p14:sldId id="831"/>
            <p14:sldId id="832"/>
            <p14:sldId id="833"/>
            <p14:sldId id="835"/>
            <p14:sldId id="821"/>
            <p14:sldId id="811"/>
            <p14:sldId id="820"/>
            <p14:sldId id="822"/>
            <p14:sldId id="819"/>
            <p14:sldId id="8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GEET YADAV" initials="SY" lastIdx="1" clrIdx="0">
    <p:extLst>
      <p:ext uri="{19B8F6BF-5375-455C-9EA6-DF929625EA0E}">
        <p15:presenceInfo xmlns:p15="http://schemas.microsoft.com/office/powerpoint/2012/main" userId="SANGEET YADAV" providerId="None"/>
      </p:ext>
    </p:extLst>
  </p:cmAuthor>
  <p:cmAuthor id="2" name="YASH ASATI" initials="YA" lastIdx="1" clrIdx="1">
    <p:extLst>
      <p:ext uri="{19B8F6BF-5375-455C-9EA6-DF929625EA0E}">
        <p15:presenceInfo xmlns:p15="http://schemas.microsoft.com/office/powerpoint/2012/main" userId="YASH ASATI" providerId="None"/>
      </p:ext>
    </p:extLst>
  </p:cmAuthor>
  <p:cmAuthor id="3" name="JASWANT SINGH" initials="JS" lastIdx="3" clrIdx="2">
    <p:extLst>
      <p:ext uri="{19B8F6BF-5375-455C-9EA6-DF929625EA0E}">
        <p15:presenceInfo xmlns:p15="http://schemas.microsoft.com/office/powerpoint/2012/main" userId="JASWANT SINGH" providerId="None"/>
      </p:ext>
    </p:extLst>
  </p:cmAuthor>
  <p:cmAuthor id="4" name="JASWANT SINGH" initials="JS [2]" lastIdx="1" clrIdx="3">
    <p:extLst>
      <p:ext uri="{19B8F6BF-5375-455C-9EA6-DF929625EA0E}">
        <p15:presenceInfo xmlns:p15="http://schemas.microsoft.com/office/powerpoint/2012/main" userId="S::jaswant_s@ch.iitr.ac.in::1ce9927c-dcee-4c1b-9227-88436ac2a6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BACA"/>
    <a:srgbClr val="00343F"/>
    <a:srgbClr val="FFFFFF"/>
    <a:srgbClr val="02941A"/>
    <a:srgbClr val="41DB03"/>
    <a:srgbClr val="257C02"/>
    <a:srgbClr val="292929"/>
    <a:srgbClr val="087E8E"/>
    <a:srgbClr val="EFEFEF"/>
    <a:srgbClr val="1A5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448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c664c0649f78577aa462a1feb445f06ebc2addc7cf99316cd3bf5612fbb7fffa::" providerId="AD" clId="Web-{0953F9DB-D5FF-6FC4-FBFC-638E0BFD34CF}"/>
    <pc:docChg chg="modSld">
      <pc:chgData name="Guest User" userId="S::urn:spo:anon#c664c0649f78577aa462a1feb445f06ebc2addc7cf99316cd3bf5612fbb7fffa::" providerId="AD" clId="Web-{0953F9DB-D5FF-6FC4-FBFC-638E0BFD34CF}" dt="2022-08-26T03:53:23.196" v="127" actId="20577"/>
      <pc:docMkLst>
        <pc:docMk/>
      </pc:docMkLst>
      <pc:sldChg chg="modSp">
        <pc:chgData name="Guest User" userId="S::urn:spo:anon#c664c0649f78577aa462a1feb445f06ebc2addc7cf99316cd3bf5612fbb7fffa::" providerId="AD" clId="Web-{0953F9DB-D5FF-6FC4-FBFC-638E0BFD34CF}" dt="2022-08-26T03:53:23.196" v="127" actId="20577"/>
        <pc:sldMkLst>
          <pc:docMk/>
          <pc:sldMk cId="3494798333" sldId="562"/>
        </pc:sldMkLst>
        <pc:spChg chg="mod">
          <ac:chgData name="Guest User" userId="S::urn:spo:anon#c664c0649f78577aa462a1feb445f06ebc2addc7cf99316cd3bf5612fbb7fffa::" providerId="AD" clId="Web-{0953F9DB-D5FF-6FC4-FBFC-638E0BFD34CF}" dt="2022-08-26T03:53:23.196" v="127" actId="20577"/>
          <ac:spMkLst>
            <pc:docMk/>
            <pc:sldMk cId="3494798333" sldId="562"/>
            <ac:spMk id="3" creationId="{841D01C7-E516-45A3-B92F-6871D47C4E54}"/>
          </ac:spMkLst>
        </pc:spChg>
      </pc:sldChg>
    </pc:docChg>
  </pc:docChgLst>
  <pc:docChgLst>
    <pc:chgData name="Guest User" userId="S::urn:spo:anon#c664c0649f78577aa462a1feb445f06ebc2addc7cf99316cd3bf5612fbb7fffa::" providerId="AD" clId="Web-{B8DBFE47-57EC-14E2-C7B7-21D24EFD9F72}"/>
    <pc:docChg chg="modSld">
      <pc:chgData name="Guest User" userId="S::urn:spo:anon#c664c0649f78577aa462a1feb445f06ebc2addc7cf99316cd3bf5612fbb7fffa::" providerId="AD" clId="Web-{B8DBFE47-57EC-14E2-C7B7-21D24EFD9F72}" dt="2022-08-26T06:55:23.186" v="9" actId="20577"/>
      <pc:docMkLst>
        <pc:docMk/>
      </pc:docMkLst>
      <pc:sldChg chg="modSp">
        <pc:chgData name="Guest User" userId="S::urn:spo:anon#c664c0649f78577aa462a1feb445f06ebc2addc7cf99316cd3bf5612fbb7fffa::" providerId="AD" clId="Web-{B8DBFE47-57EC-14E2-C7B7-21D24EFD9F72}" dt="2022-08-26T06:55:23.186" v="9" actId="20577"/>
        <pc:sldMkLst>
          <pc:docMk/>
          <pc:sldMk cId="1165938768" sldId="810"/>
        </pc:sldMkLst>
        <pc:spChg chg="mod">
          <ac:chgData name="Guest User" userId="S::urn:spo:anon#c664c0649f78577aa462a1feb445f06ebc2addc7cf99316cd3bf5612fbb7fffa::" providerId="AD" clId="Web-{B8DBFE47-57EC-14E2-C7B7-21D24EFD9F72}" dt="2022-08-26T06:55:23.186" v="9" actId="20577"/>
          <ac:spMkLst>
            <pc:docMk/>
            <pc:sldMk cId="1165938768" sldId="810"/>
            <ac:spMk id="3" creationId="{590BBD94-9ADF-7B9F-7A87-978DB95D6E9F}"/>
          </ac:spMkLst>
        </pc:spChg>
      </pc:sldChg>
    </pc:docChg>
  </pc:docChgLst>
  <pc:docChgLst>
    <pc:chgData name="APOORV GUPTA" userId="4ab31db0-6db0-4b34-8a2a-008dee54baa9" providerId="ADAL" clId="{A4AFC043-2DAB-49E6-B93D-EAD71653DA4A}"/>
    <pc:docChg chg="undo redo custSel addSld delSld modSld sldOrd modSection">
      <pc:chgData name="APOORV GUPTA" userId="4ab31db0-6db0-4b34-8a2a-008dee54baa9" providerId="ADAL" clId="{A4AFC043-2DAB-49E6-B93D-EAD71653DA4A}" dt="2022-08-27T06:16:22.662" v="2912" actId="1076"/>
      <pc:docMkLst>
        <pc:docMk/>
      </pc:docMkLst>
      <pc:sldChg chg="modSp mod">
        <pc:chgData name="APOORV GUPTA" userId="4ab31db0-6db0-4b34-8a2a-008dee54baa9" providerId="ADAL" clId="{A4AFC043-2DAB-49E6-B93D-EAD71653DA4A}" dt="2022-08-26T20:30:57.575" v="1" actId="14734"/>
        <pc:sldMkLst>
          <pc:docMk/>
          <pc:sldMk cId="2066438709" sldId="814"/>
        </pc:sldMkLst>
        <pc:graphicFrameChg chg="modGraphic">
          <ac:chgData name="APOORV GUPTA" userId="4ab31db0-6db0-4b34-8a2a-008dee54baa9" providerId="ADAL" clId="{A4AFC043-2DAB-49E6-B93D-EAD71653DA4A}" dt="2022-08-26T20:30:57.575" v="1" actId="14734"/>
          <ac:graphicFrameMkLst>
            <pc:docMk/>
            <pc:sldMk cId="2066438709" sldId="814"/>
            <ac:graphicFrameMk id="19" creationId="{7A3E7B42-5177-A5BD-D16F-0E4F72356785}"/>
          </ac:graphicFrameMkLst>
        </pc:graphicFrameChg>
      </pc:sldChg>
      <pc:sldChg chg="addSp modSp mod">
        <pc:chgData name="APOORV GUPTA" userId="4ab31db0-6db0-4b34-8a2a-008dee54baa9" providerId="ADAL" clId="{A4AFC043-2DAB-49E6-B93D-EAD71653DA4A}" dt="2022-08-27T05:24:40.997" v="2902" actId="14100"/>
        <pc:sldMkLst>
          <pc:docMk/>
          <pc:sldMk cId="1271161211" sldId="819"/>
        </pc:sldMkLst>
        <pc:spChg chg="mod">
          <ac:chgData name="APOORV GUPTA" userId="4ab31db0-6db0-4b34-8a2a-008dee54baa9" providerId="ADAL" clId="{A4AFC043-2DAB-49E6-B93D-EAD71653DA4A}" dt="2022-08-27T05:15:48.628" v="2618"/>
          <ac:spMkLst>
            <pc:docMk/>
            <pc:sldMk cId="1271161211" sldId="819"/>
            <ac:spMk id="3" creationId="{841D01C7-E516-45A3-B92F-6871D47C4E54}"/>
          </ac:spMkLst>
        </pc:spChg>
        <pc:spChg chg="add mod">
          <ac:chgData name="APOORV GUPTA" userId="4ab31db0-6db0-4b34-8a2a-008dee54baa9" providerId="ADAL" clId="{A4AFC043-2DAB-49E6-B93D-EAD71653DA4A}" dt="2022-08-27T05:24:40.997" v="2902" actId="14100"/>
          <ac:spMkLst>
            <pc:docMk/>
            <pc:sldMk cId="1271161211" sldId="819"/>
            <ac:spMk id="4" creationId="{89366DAB-AC7B-D92F-01DD-81371D4DBDCC}"/>
          </ac:spMkLst>
        </pc:spChg>
        <pc:spChg chg="add mod">
          <ac:chgData name="APOORV GUPTA" userId="4ab31db0-6db0-4b34-8a2a-008dee54baa9" providerId="ADAL" clId="{A4AFC043-2DAB-49E6-B93D-EAD71653DA4A}" dt="2022-08-27T05:24:27.872" v="2885" actId="20577"/>
          <ac:spMkLst>
            <pc:docMk/>
            <pc:sldMk cId="1271161211" sldId="819"/>
            <ac:spMk id="5" creationId="{FDE5FAD2-9F5A-16A7-CFC7-AFF857D93955}"/>
          </ac:spMkLst>
        </pc:spChg>
      </pc:sldChg>
      <pc:sldChg chg="addSp modSp mod">
        <pc:chgData name="APOORV GUPTA" userId="4ab31db0-6db0-4b34-8a2a-008dee54baa9" providerId="ADAL" clId="{A4AFC043-2DAB-49E6-B93D-EAD71653DA4A}" dt="2022-08-27T05:14:50.572" v="2616" actId="1076"/>
        <pc:sldMkLst>
          <pc:docMk/>
          <pc:sldMk cId="1330001044" sldId="824"/>
        </pc:sldMkLst>
        <pc:spChg chg="mod">
          <ac:chgData name="APOORV GUPTA" userId="4ab31db0-6db0-4b34-8a2a-008dee54baa9" providerId="ADAL" clId="{A4AFC043-2DAB-49E6-B93D-EAD71653DA4A}" dt="2022-08-27T05:14:50.572" v="2616" actId="1076"/>
          <ac:spMkLst>
            <pc:docMk/>
            <pc:sldMk cId="1330001044" sldId="824"/>
            <ac:spMk id="4" creationId="{9ABEE33D-3209-6AE8-9648-4B7C92BE5365}"/>
          </ac:spMkLst>
        </pc:spChg>
        <pc:spChg chg="add mod">
          <ac:chgData name="APOORV GUPTA" userId="4ab31db0-6db0-4b34-8a2a-008dee54baa9" providerId="ADAL" clId="{A4AFC043-2DAB-49E6-B93D-EAD71653DA4A}" dt="2022-08-27T05:14:41.148" v="2615" actId="1076"/>
          <ac:spMkLst>
            <pc:docMk/>
            <pc:sldMk cId="1330001044" sldId="824"/>
            <ac:spMk id="7" creationId="{E49EBDB2-234C-DA83-AE4E-661E22AF39C0}"/>
          </ac:spMkLst>
        </pc:spChg>
        <pc:spChg chg="mod">
          <ac:chgData name="APOORV GUPTA" userId="4ab31db0-6db0-4b34-8a2a-008dee54baa9" providerId="ADAL" clId="{A4AFC043-2DAB-49E6-B93D-EAD71653DA4A}" dt="2022-08-27T05:13:53.547" v="2609" actId="1076"/>
          <ac:spMkLst>
            <pc:docMk/>
            <pc:sldMk cId="1330001044" sldId="824"/>
            <ac:spMk id="8" creationId="{5C51D102-61BE-FAB5-ECA1-74677A869104}"/>
          </ac:spMkLst>
        </pc:spChg>
      </pc:sldChg>
      <pc:sldChg chg="addSp modSp del mod">
        <pc:chgData name="APOORV GUPTA" userId="4ab31db0-6db0-4b34-8a2a-008dee54baa9" providerId="ADAL" clId="{A4AFC043-2DAB-49E6-B93D-EAD71653DA4A}" dt="2022-08-26T23:08:12.053" v="1687" actId="47"/>
        <pc:sldMkLst>
          <pc:docMk/>
          <pc:sldMk cId="1154762556" sldId="825"/>
        </pc:sldMkLst>
        <pc:spChg chg="add mod">
          <ac:chgData name="APOORV GUPTA" userId="4ab31db0-6db0-4b34-8a2a-008dee54baa9" providerId="ADAL" clId="{A4AFC043-2DAB-49E6-B93D-EAD71653DA4A}" dt="2022-08-26T23:08:05.075" v="1686" actId="1076"/>
          <ac:spMkLst>
            <pc:docMk/>
            <pc:sldMk cId="1154762556" sldId="825"/>
            <ac:spMk id="5" creationId="{9DA7EDB0-99F7-A195-45F0-F0D2F8F9F1CE}"/>
          </ac:spMkLst>
        </pc:spChg>
        <pc:spChg chg="mod">
          <ac:chgData name="APOORV GUPTA" userId="4ab31db0-6db0-4b34-8a2a-008dee54baa9" providerId="ADAL" clId="{A4AFC043-2DAB-49E6-B93D-EAD71653DA4A}" dt="2022-08-26T23:07:50.859" v="1684" actId="1076"/>
          <ac:spMkLst>
            <pc:docMk/>
            <pc:sldMk cId="1154762556" sldId="825"/>
            <ac:spMk id="1039" creationId="{4F48DB33-86CB-04C1-A306-70C00DCC8F44}"/>
          </ac:spMkLst>
        </pc:spChg>
      </pc:sldChg>
      <pc:sldChg chg="addSp delSp modSp add mod ord">
        <pc:chgData name="APOORV GUPTA" userId="4ab31db0-6db0-4b34-8a2a-008dee54baa9" providerId="ADAL" clId="{A4AFC043-2DAB-49E6-B93D-EAD71653DA4A}" dt="2022-08-26T22:00:58.074" v="1683" actId="20577"/>
        <pc:sldMkLst>
          <pc:docMk/>
          <pc:sldMk cId="2283317107" sldId="826"/>
        </pc:sldMkLst>
        <pc:spChg chg="del">
          <ac:chgData name="APOORV GUPTA" userId="4ab31db0-6db0-4b34-8a2a-008dee54baa9" providerId="ADAL" clId="{A4AFC043-2DAB-49E6-B93D-EAD71653DA4A}" dt="2022-08-26T20:33:31.475" v="7" actId="478"/>
          <ac:spMkLst>
            <pc:docMk/>
            <pc:sldMk cId="2283317107" sldId="826"/>
            <ac:spMk id="5" creationId="{03F6D87E-3373-B658-8D0C-7642C73277EC}"/>
          </ac:spMkLst>
        </pc:spChg>
        <pc:graphicFrameChg chg="add del mod modGraphic">
          <ac:chgData name="APOORV GUPTA" userId="4ab31db0-6db0-4b34-8a2a-008dee54baa9" providerId="ADAL" clId="{A4AFC043-2DAB-49E6-B93D-EAD71653DA4A}" dt="2022-08-26T22:00:58.074" v="1683" actId="20577"/>
          <ac:graphicFrameMkLst>
            <pc:docMk/>
            <pc:sldMk cId="2283317107" sldId="826"/>
            <ac:graphicFrameMk id="2" creationId="{FAAE7974-F787-6DEB-EBDC-91563FCA6D27}"/>
          </ac:graphicFrameMkLst>
        </pc:graphicFrameChg>
      </pc:sldChg>
      <pc:sldChg chg="new del">
        <pc:chgData name="APOORV GUPTA" userId="4ab31db0-6db0-4b34-8a2a-008dee54baa9" providerId="ADAL" clId="{A4AFC043-2DAB-49E6-B93D-EAD71653DA4A}" dt="2022-08-26T20:33:22.576" v="3" actId="47"/>
        <pc:sldMkLst>
          <pc:docMk/>
          <pc:sldMk cId="2421551653" sldId="826"/>
        </pc:sldMkLst>
      </pc:sldChg>
      <pc:sldChg chg="addSp modSp mod">
        <pc:chgData name="APOORV GUPTA" userId="4ab31db0-6db0-4b34-8a2a-008dee54baa9" providerId="ADAL" clId="{A4AFC043-2DAB-49E6-B93D-EAD71653DA4A}" dt="2022-08-27T04:58:58.343" v="2600" actId="1076"/>
        <pc:sldMkLst>
          <pc:docMk/>
          <pc:sldMk cId="3628587557" sldId="828"/>
        </pc:sldMkLst>
        <pc:spChg chg="add mod">
          <ac:chgData name="APOORV GUPTA" userId="4ab31db0-6db0-4b34-8a2a-008dee54baa9" providerId="ADAL" clId="{A4AFC043-2DAB-49E6-B93D-EAD71653DA4A}" dt="2022-08-26T23:09:31.707" v="1700" actId="1076"/>
          <ac:spMkLst>
            <pc:docMk/>
            <pc:sldMk cId="3628587557" sldId="828"/>
            <ac:spMk id="10" creationId="{78AB2A6D-4B19-019C-7137-84FDF6FBE764}"/>
          </ac:spMkLst>
        </pc:spChg>
        <pc:spChg chg="mod">
          <ac:chgData name="APOORV GUPTA" userId="4ab31db0-6db0-4b34-8a2a-008dee54baa9" providerId="ADAL" clId="{A4AFC043-2DAB-49E6-B93D-EAD71653DA4A}" dt="2022-08-27T04:58:44.021" v="2597" actId="1076"/>
          <ac:spMkLst>
            <pc:docMk/>
            <pc:sldMk cId="3628587557" sldId="828"/>
            <ac:spMk id="55" creationId="{E8EB1893-0E9B-DC4B-AD02-CF9F45925634}"/>
          </ac:spMkLst>
        </pc:spChg>
        <pc:spChg chg="mod">
          <ac:chgData name="APOORV GUPTA" userId="4ab31db0-6db0-4b34-8a2a-008dee54baa9" providerId="ADAL" clId="{A4AFC043-2DAB-49E6-B93D-EAD71653DA4A}" dt="2022-08-27T04:57:41.831" v="2589" actId="1076"/>
          <ac:spMkLst>
            <pc:docMk/>
            <pc:sldMk cId="3628587557" sldId="828"/>
            <ac:spMk id="58" creationId="{8628CF22-71DB-F662-B372-6A5AA3FA0A24}"/>
          </ac:spMkLst>
        </pc:spChg>
        <pc:spChg chg="mod">
          <ac:chgData name="APOORV GUPTA" userId="4ab31db0-6db0-4b34-8a2a-008dee54baa9" providerId="ADAL" clId="{A4AFC043-2DAB-49E6-B93D-EAD71653DA4A}" dt="2022-08-27T04:58:23.313" v="2594" actId="14100"/>
          <ac:spMkLst>
            <pc:docMk/>
            <pc:sldMk cId="3628587557" sldId="828"/>
            <ac:spMk id="59" creationId="{BA528473-1642-808D-07EE-EA33E8FA5A9D}"/>
          </ac:spMkLst>
        </pc:spChg>
        <pc:spChg chg="mod">
          <ac:chgData name="APOORV GUPTA" userId="4ab31db0-6db0-4b34-8a2a-008dee54baa9" providerId="ADAL" clId="{A4AFC043-2DAB-49E6-B93D-EAD71653DA4A}" dt="2022-08-27T04:58:53.994" v="2599" actId="1076"/>
          <ac:spMkLst>
            <pc:docMk/>
            <pc:sldMk cId="3628587557" sldId="828"/>
            <ac:spMk id="60" creationId="{A2AB9391-96A7-E0AF-62B3-C5E8E1AB5DB8}"/>
          </ac:spMkLst>
        </pc:spChg>
        <pc:spChg chg="mod">
          <ac:chgData name="APOORV GUPTA" userId="4ab31db0-6db0-4b34-8a2a-008dee54baa9" providerId="ADAL" clId="{A4AFC043-2DAB-49E6-B93D-EAD71653DA4A}" dt="2022-08-26T23:09:06.121" v="1696" actId="14100"/>
          <ac:spMkLst>
            <pc:docMk/>
            <pc:sldMk cId="3628587557" sldId="828"/>
            <ac:spMk id="61" creationId="{675FE82B-0A35-5014-699D-1489F0C477DF}"/>
          </ac:spMkLst>
        </pc:spChg>
        <pc:spChg chg="mod">
          <ac:chgData name="APOORV GUPTA" userId="4ab31db0-6db0-4b34-8a2a-008dee54baa9" providerId="ADAL" clId="{A4AFC043-2DAB-49E6-B93D-EAD71653DA4A}" dt="2022-08-26T23:09:58.750" v="1702" actId="1076"/>
          <ac:spMkLst>
            <pc:docMk/>
            <pc:sldMk cId="3628587557" sldId="828"/>
            <ac:spMk id="62" creationId="{BFAC40AE-2231-E97D-C451-EF12656394A8}"/>
          </ac:spMkLst>
        </pc:spChg>
        <pc:spChg chg="mod">
          <ac:chgData name="APOORV GUPTA" userId="4ab31db0-6db0-4b34-8a2a-008dee54baa9" providerId="ADAL" clId="{A4AFC043-2DAB-49E6-B93D-EAD71653DA4A}" dt="2022-08-26T23:09:37.411" v="1701" actId="1076"/>
          <ac:spMkLst>
            <pc:docMk/>
            <pc:sldMk cId="3628587557" sldId="828"/>
            <ac:spMk id="63" creationId="{160F4E6D-A55B-A054-3C0E-843462DE7D57}"/>
          </ac:spMkLst>
        </pc:spChg>
        <pc:spChg chg="mod">
          <ac:chgData name="APOORV GUPTA" userId="4ab31db0-6db0-4b34-8a2a-008dee54baa9" providerId="ADAL" clId="{A4AFC043-2DAB-49E6-B93D-EAD71653DA4A}" dt="2022-08-27T04:57:50.825" v="2590" actId="1076"/>
          <ac:spMkLst>
            <pc:docMk/>
            <pc:sldMk cId="3628587557" sldId="828"/>
            <ac:spMk id="73" creationId="{019AB670-FDA0-A670-2CB8-555A8B7FA741}"/>
          </ac:spMkLst>
        </pc:spChg>
        <pc:spChg chg="mod">
          <ac:chgData name="APOORV GUPTA" userId="4ab31db0-6db0-4b34-8a2a-008dee54baa9" providerId="ADAL" clId="{A4AFC043-2DAB-49E6-B93D-EAD71653DA4A}" dt="2022-08-27T04:58:58.343" v="2600" actId="1076"/>
          <ac:spMkLst>
            <pc:docMk/>
            <pc:sldMk cId="3628587557" sldId="828"/>
            <ac:spMk id="74" creationId="{45E64846-CC1E-AFC5-0C13-3C6BE039B011}"/>
          </ac:spMkLst>
        </pc:spChg>
        <pc:spChg chg="mod">
          <ac:chgData name="APOORV GUPTA" userId="4ab31db0-6db0-4b34-8a2a-008dee54baa9" providerId="ADAL" clId="{A4AFC043-2DAB-49E6-B93D-EAD71653DA4A}" dt="2022-08-27T04:57:33.035" v="2588" actId="1076"/>
          <ac:spMkLst>
            <pc:docMk/>
            <pc:sldMk cId="3628587557" sldId="828"/>
            <ac:spMk id="75" creationId="{6EE90E4E-3111-8E6C-CFDC-247D9B239022}"/>
          </ac:spMkLst>
        </pc:spChg>
      </pc:sldChg>
      <pc:sldChg chg="modSp mod">
        <pc:chgData name="APOORV GUPTA" userId="4ab31db0-6db0-4b34-8a2a-008dee54baa9" providerId="ADAL" clId="{A4AFC043-2DAB-49E6-B93D-EAD71653DA4A}" dt="2022-08-27T05:41:49.251" v="2909" actId="6549"/>
        <pc:sldMkLst>
          <pc:docMk/>
          <pc:sldMk cId="2784367968" sldId="829"/>
        </pc:sldMkLst>
        <pc:spChg chg="mod">
          <ac:chgData name="APOORV GUPTA" userId="4ab31db0-6db0-4b34-8a2a-008dee54baa9" providerId="ADAL" clId="{A4AFC043-2DAB-49E6-B93D-EAD71653DA4A}" dt="2022-08-27T05:41:49.251" v="2909" actId="6549"/>
          <ac:spMkLst>
            <pc:docMk/>
            <pc:sldMk cId="2784367968" sldId="829"/>
            <ac:spMk id="21" creationId="{0C55816B-94BE-BB4D-8E3D-592C13FD6C3C}"/>
          </ac:spMkLst>
        </pc:spChg>
        <pc:picChg chg="mod">
          <ac:chgData name="APOORV GUPTA" userId="4ab31db0-6db0-4b34-8a2a-008dee54baa9" providerId="ADAL" clId="{A4AFC043-2DAB-49E6-B93D-EAD71653DA4A}" dt="2022-08-27T03:58:47.372" v="2352" actId="1076"/>
          <ac:picMkLst>
            <pc:docMk/>
            <pc:sldMk cId="2784367968" sldId="829"/>
            <ac:picMk id="4" creationId="{C79888E5-0FF7-2F4E-7174-CD71ADE6FBBE}"/>
          </ac:picMkLst>
        </pc:picChg>
        <pc:picChg chg="mod">
          <ac:chgData name="APOORV GUPTA" userId="4ab31db0-6db0-4b34-8a2a-008dee54baa9" providerId="ADAL" clId="{A4AFC043-2DAB-49E6-B93D-EAD71653DA4A}" dt="2022-08-27T03:56:10.806" v="2345" actId="1076"/>
          <ac:picMkLst>
            <pc:docMk/>
            <pc:sldMk cId="2784367968" sldId="829"/>
            <ac:picMk id="6" creationId="{9F9C70EB-FC15-6DC0-AF2D-EFEAF7110B47}"/>
          </ac:picMkLst>
        </pc:picChg>
      </pc:sldChg>
      <pc:sldChg chg="addSp delSp modSp mod">
        <pc:chgData name="APOORV GUPTA" userId="4ab31db0-6db0-4b34-8a2a-008dee54baa9" providerId="ADAL" clId="{A4AFC043-2DAB-49E6-B93D-EAD71653DA4A}" dt="2022-08-27T04:55:21.554" v="2579" actId="1076"/>
        <pc:sldMkLst>
          <pc:docMk/>
          <pc:sldMk cId="4263949840" sldId="830"/>
        </pc:sldMkLst>
        <pc:spChg chg="mod">
          <ac:chgData name="APOORV GUPTA" userId="4ab31db0-6db0-4b34-8a2a-008dee54baa9" providerId="ADAL" clId="{A4AFC043-2DAB-49E6-B93D-EAD71653DA4A}" dt="2022-08-27T03:05:37.116" v="1713" actId="1076"/>
          <ac:spMkLst>
            <pc:docMk/>
            <pc:sldMk cId="4263949840" sldId="830"/>
            <ac:spMk id="6" creationId="{B37D1F93-5E9F-F931-456C-41B864266ED4}"/>
          </ac:spMkLst>
        </pc:spChg>
        <pc:spChg chg="add mod">
          <ac:chgData name="APOORV GUPTA" userId="4ab31db0-6db0-4b34-8a2a-008dee54baa9" providerId="ADAL" clId="{A4AFC043-2DAB-49E6-B93D-EAD71653DA4A}" dt="2022-08-27T04:26:30.051" v="2486" actId="1076"/>
          <ac:spMkLst>
            <pc:docMk/>
            <pc:sldMk cId="4263949840" sldId="830"/>
            <ac:spMk id="6" creationId="{B4C6D310-869F-D70C-9B1D-EE11B694FCF4}"/>
          </ac:spMkLst>
        </pc:spChg>
        <pc:spChg chg="mod">
          <ac:chgData name="APOORV GUPTA" userId="4ab31db0-6db0-4b34-8a2a-008dee54baa9" providerId="ADAL" clId="{A4AFC043-2DAB-49E6-B93D-EAD71653DA4A}" dt="2022-08-27T04:26:55.639" v="2487" actId="14100"/>
          <ac:spMkLst>
            <pc:docMk/>
            <pc:sldMk cId="4263949840" sldId="830"/>
            <ac:spMk id="8" creationId="{5C51D102-61BE-FAB5-ECA1-74677A869104}"/>
          </ac:spMkLst>
        </pc:spChg>
        <pc:spChg chg="mod">
          <ac:chgData name="APOORV GUPTA" userId="4ab31db0-6db0-4b34-8a2a-008dee54baa9" providerId="ADAL" clId="{A4AFC043-2DAB-49E6-B93D-EAD71653DA4A}" dt="2022-08-27T03:56:55.423" v="2349" actId="1076"/>
          <ac:spMkLst>
            <pc:docMk/>
            <pc:sldMk cId="4263949840" sldId="830"/>
            <ac:spMk id="11" creationId="{8730A044-72E4-A3BD-16FF-8A39889DEE04}"/>
          </ac:spMkLst>
        </pc:spChg>
        <pc:spChg chg="add del">
          <ac:chgData name="APOORV GUPTA" userId="4ab31db0-6db0-4b34-8a2a-008dee54baa9" providerId="ADAL" clId="{A4AFC043-2DAB-49E6-B93D-EAD71653DA4A}" dt="2022-08-27T03:12:10.727" v="1985" actId="22"/>
          <ac:spMkLst>
            <pc:docMk/>
            <pc:sldMk cId="4263949840" sldId="830"/>
            <ac:spMk id="13" creationId="{3B5E21D3-74EC-C741-2312-1B80CFCFCADB}"/>
          </ac:spMkLst>
        </pc:spChg>
        <pc:spChg chg="mod">
          <ac:chgData name="APOORV GUPTA" userId="4ab31db0-6db0-4b34-8a2a-008dee54baa9" providerId="ADAL" clId="{A4AFC043-2DAB-49E6-B93D-EAD71653DA4A}" dt="2022-08-27T04:26:14.704" v="2483" actId="1076"/>
          <ac:spMkLst>
            <pc:docMk/>
            <pc:sldMk cId="4263949840" sldId="830"/>
            <ac:spMk id="46" creationId="{F5F10D9A-4D76-82E7-B3B6-FBBB1B7617CD}"/>
          </ac:spMkLst>
        </pc:spChg>
        <pc:spChg chg="mod">
          <ac:chgData name="APOORV GUPTA" userId="4ab31db0-6db0-4b34-8a2a-008dee54baa9" providerId="ADAL" clId="{A4AFC043-2DAB-49E6-B93D-EAD71653DA4A}" dt="2022-08-27T04:53:43.105" v="2569" actId="1076"/>
          <ac:spMkLst>
            <pc:docMk/>
            <pc:sldMk cId="4263949840" sldId="830"/>
            <ac:spMk id="48" creationId="{9B8B8DF9-69DD-CCC7-C9A6-28CF008466A9}"/>
          </ac:spMkLst>
        </pc:spChg>
        <pc:graphicFrameChg chg="mod modGraphic">
          <ac:chgData name="APOORV GUPTA" userId="4ab31db0-6db0-4b34-8a2a-008dee54baa9" providerId="ADAL" clId="{A4AFC043-2DAB-49E6-B93D-EAD71653DA4A}" dt="2022-08-27T03:56:47.621" v="2348" actId="1076"/>
          <ac:graphicFrameMkLst>
            <pc:docMk/>
            <pc:sldMk cId="4263949840" sldId="830"/>
            <ac:graphicFrameMk id="2" creationId="{5901973A-7873-7DB5-948A-352BFEF93BC3}"/>
          </ac:graphicFrameMkLst>
        </pc:graphicFrameChg>
        <pc:picChg chg="add mod">
          <ac:chgData name="APOORV GUPTA" userId="4ab31db0-6db0-4b34-8a2a-008dee54baa9" providerId="ADAL" clId="{A4AFC043-2DAB-49E6-B93D-EAD71653DA4A}" dt="2022-08-27T04:55:21.554" v="2579" actId="1076"/>
          <ac:picMkLst>
            <pc:docMk/>
            <pc:sldMk cId="4263949840" sldId="830"/>
            <ac:picMk id="9" creationId="{DE6D5B00-677A-611B-FB30-D1E395496EF8}"/>
          </ac:picMkLst>
        </pc:picChg>
        <pc:picChg chg="mod">
          <ac:chgData name="APOORV GUPTA" userId="4ab31db0-6db0-4b34-8a2a-008dee54baa9" providerId="ADAL" clId="{A4AFC043-2DAB-49E6-B93D-EAD71653DA4A}" dt="2022-08-27T03:57:03.125" v="2350" actId="1076"/>
          <ac:picMkLst>
            <pc:docMk/>
            <pc:sldMk cId="4263949840" sldId="830"/>
            <ac:picMk id="23" creationId="{5E1AC4CA-9AFC-E0AD-BD91-F52E2BF691AB}"/>
          </ac:picMkLst>
        </pc:picChg>
        <pc:picChg chg="add del mod">
          <ac:chgData name="APOORV GUPTA" userId="4ab31db0-6db0-4b34-8a2a-008dee54baa9" providerId="ADAL" clId="{A4AFC043-2DAB-49E6-B93D-EAD71653DA4A}" dt="2022-08-27T03:05:51.472" v="1717" actId="21"/>
          <ac:picMkLst>
            <pc:docMk/>
            <pc:sldMk cId="4263949840" sldId="830"/>
            <ac:picMk id="1026" creationId="{D4290806-DF6F-28C1-6AFB-156849D4D45B}"/>
          </ac:picMkLst>
        </pc:picChg>
        <pc:picChg chg="add del mod">
          <ac:chgData name="APOORV GUPTA" userId="4ab31db0-6db0-4b34-8a2a-008dee54baa9" providerId="ADAL" clId="{A4AFC043-2DAB-49E6-B93D-EAD71653DA4A}" dt="2022-08-27T04:55:04.492" v="2574" actId="478"/>
          <ac:picMkLst>
            <pc:docMk/>
            <pc:sldMk cId="4263949840" sldId="830"/>
            <ac:picMk id="1028" creationId="{3EC5C65E-F685-5F14-7CB1-4A77CDB27C21}"/>
          </ac:picMkLst>
        </pc:picChg>
      </pc:sldChg>
      <pc:sldChg chg="addSp delSp modSp mod">
        <pc:chgData name="APOORV GUPTA" userId="4ab31db0-6db0-4b34-8a2a-008dee54baa9" providerId="ADAL" clId="{A4AFC043-2DAB-49E6-B93D-EAD71653DA4A}" dt="2022-08-27T06:16:22.662" v="2912" actId="1076"/>
        <pc:sldMkLst>
          <pc:docMk/>
          <pc:sldMk cId="1544260170" sldId="831"/>
        </pc:sldMkLst>
        <pc:spChg chg="mod">
          <ac:chgData name="APOORV GUPTA" userId="4ab31db0-6db0-4b34-8a2a-008dee54baa9" providerId="ADAL" clId="{A4AFC043-2DAB-49E6-B93D-EAD71653DA4A}" dt="2022-08-27T03:36:11.437" v="2338" actId="14100"/>
          <ac:spMkLst>
            <pc:docMk/>
            <pc:sldMk cId="1544260170" sldId="831"/>
            <ac:spMk id="8" creationId="{5C51D102-61BE-FAB5-ECA1-74677A869104}"/>
          </ac:spMkLst>
        </pc:spChg>
        <pc:spChg chg="mod">
          <ac:chgData name="APOORV GUPTA" userId="4ab31db0-6db0-4b34-8a2a-008dee54baa9" providerId="ADAL" clId="{A4AFC043-2DAB-49E6-B93D-EAD71653DA4A}" dt="2022-08-27T03:13:13.672" v="2033" actId="20577"/>
          <ac:spMkLst>
            <pc:docMk/>
            <pc:sldMk cId="1544260170" sldId="831"/>
            <ac:spMk id="21" creationId="{CD83188C-1FBF-0DDC-99C6-F0EDCF0CFDE3}"/>
          </ac:spMkLst>
        </pc:spChg>
        <pc:spChg chg="mod">
          <ac:chgData name="APOORV GUPTA" userId="4ab31db0-6db0-4b34-8a2a-008dee54baa9" providerId="ADAL" clId="{A4AFC043-2DAB-49E6-B93D-EAD71653DA4A}" dt="2022-08-27T03:22:24.498" v="2256" actId="20577"/>
          <ac:spMkLst>
            <pc:docMk/>
            <pc:sldMk cId="1544260170" sldId="831"/>
            <ac:spMk id="23" creationId="{8BFAC5B9-426A-021D-B6E8-A9C4AABFE7B3}"/>
          </ac:spMkLst>
        </pc:spChg>
        <pc:spChg chg="mod">
          <ac:chgData name="APOORV GUPTA" userId="4ab31db0-6db0-4b34-8a2a-008dee54baa9" providerId="ADAL" clId="{A4AFC043-2DAB-49E6-B93D-EAD71653DA4A}" dt="2022-08-27T03:20:42.893" v="2134" actId="20577"/>
          <ac:spMkLst>
            <pc:docMk/>
            <pc:sldMk cId="1544260170" sldId="831"/>
            <ac:spMk id="24" creationId="{315305C4-D2A1-55A6-03AD-BDECA9CFD4B7}"/>
          </ac:spMkLst>
        </pc:spChg>
        <pc:spChg chg="mod">
          <ac:chgData name="APOORV GUPTA" userId="4ab31db0-6db0-4b34-8a2a-008dee54baa9" providerId="ADAL" clId="{A4AFC043-2DAB-49E6-B93D-EAD71653DA4A}" dt="2022-08-27T03:13:30.163" v="2035" actId="1076"/>
          <ac:spMkLst>
            <pc:docMk/>
            <pc:sldMk cId="1544260170" sldId="831"/>
            <ac:spMk id="35" creationId="{94436B5A-79F3-D767-CB69-AD00125B8096}"/>
          </ac:spMkLst>
        </pc:spChg>
        <pc:picChg chg="add del mod">
          <ac:chgData name="APOORV GUPTA" userId="4ab31db0-6db0-4b34-8a2a-008dee54baa9" providerId="ADAL" clId="{A4AFC043-2DAB-49E6-B93D-EAD71653DA4A}" dt="2022-08-27T04:19:19.267" v="2380" actId="478"/>
          <ac:picMkLst>
            <pc:docMk/>
            <pc:sldMk cId="1544260170" sldId="831"/>
            <ac:picMk id="2" creationId="{3AB79CB3-B210-E512-FCA2-18E33358FFD4}"/>
          </ac:picMkLst>
        </pc:picChg>
        <pc:picChg chg="add del mod">
          <ac:chgData name="APOORV GUPTA" userId="4ab31db0-6db0-4b34-8a2a-008dee54baa9" providerId="ADAL" clId="{A4AFC043-2DAB-49E6-B93D-EAD71653DA4A}" dt="2022-08-27T03:14:55.759" v="2039" actId="478"/>
          <ac:picMkLst>
            <pc:docMk/>
            <pc:sldMk cId="1544260170" sldId="831"/>
            <ac:picMk id="2" creationId="{97E444F2-87AA-052F-D962-4A485EDA3500}"/>
          </ac:picMkLst>
        </pc:picChg>
        <pc:picChg chg="add del mod modCrop">
          <ac:chgData name="APOORV GUPTA" userId="4ab31db0-6db0-4b34-8a2a-008dee54baa9" providerId="ADAL" clId="{A4AFC043-2DAB-49E6-B93D-EAD71653DA4A}" dt="2022-08-27T03:19:30.889" v="2078" actId="478"/>
          <ac:picMkLst>
            <pc:docMk/>
            <pc:sldMk cId="1544260170" sldId="831"/>
            <ac:picMk id="7" creationId="{59DB4C09-855C-5842-298F-ABBE2254FBAA}"/>
          </ac:picMkLst>
        </pc:picChg>
        <pc:picChg chg="add mod">
          <ac:chgData name="APOORV GUPTA" userId="4ab31db0-6db0-4b34-8a2a-008dee54baa9" providerId="ADAL" clId="{A4AFC043-2DAB-49E6-B93D-EAD71653DA4A}" dt="2022-08-27T04:38:56.841" v="2543" actId="1076"/>
          <ac:picMkLst>
            <pc:docMk/>
            <pc:sldMk cId="1544260170" sldId="831"/>
            <ac:picMk id="7" creationId="{A743FF71-4E15-1823-2694-F0A0E69C9237}"/>
          </ac:picMkLst>
        </pc:picChg>
        <pc:picChg chg="add del mod modCrop">
          <ac:chgData name="APOORV GUPTA" userId="4ab31db0-6db0-4b34-8a2a-008dee54baa9" providerId="ADAL" clId="{A4AFC043-2DAB-49E6-B93D-EAD71653DA4A}" dt="2022-08-27T04:29:56.670" v="2497" actId="478"/>
          <ac:picMkLst>
            <pc:docMk/>
            <pc:sldMk cId="1544260170" sldId="831"/>
            <ac:picMk id="9" creationId="{9B5296C7-80D2-DB98-FB48-98CF5BC1AB87}"/>
          </ac:picMkLst>
        </pc:picChg>
        <pc:picChg chg="del">
          <ac:chgData name="APOORV GUPTA" userId="4ab31db0-6db0-4b34-8a2a-008dee54baa9" providerId="ADAL" clId="{A4AFC043-2DAB-49E6-B93D-EAD71653DA4A}" dt="2022-08-27T03:06:22.572" v="1722" actId="478"/>
          <ac:picMkLst>
            <pc:docMk/>
            <pc:sldMk cId="1544260170" sldId="831"/>
            <ac:picMk id="27" creationId="{01898D8E-81BD-F95E-9DE5-AD48EB2DC295}"/>
          </ac:picMkLst>
        </pc:picChg>
        <pc:picChg chg="add del mod">
          <ac:chgData name="APOORV GUPTA" userId="4ab31db0-6db0-4b34-8a2a-008dee54baa9" providerId="ADAL" clId="{A4AFC043-2DAB-49E6-B93D-EAD71653DA4A}" dt="2022-08-27T04:30:33.866" v="2500" actId="478"/>
          <ac:picMkLst>
            <pc:docMk/>
            <pc:sldMk cId="1544260170" sldId="831"/>
            <ac:picMk id="27" creationId="{45DE95BC-B42F-CB3C-7966-F7D481896D6A}"/>
          </ac:picMkLst>
        </pc:picChg>
        <pc:picChg chg="add del">
          <ac:chgData name="APOORV GUPTA" userId="4ab31db0-6db0-4b34-8a2a-008dee54baa9" providerId="ADAL" clId="{A4AFC043-2DAB-49E6-B93D-EAD71653DA4A}" dt="2022-08-27T03:18:18.852" v="2076" actId="478"/>
          <ac:picMkLst>
            <pc:docMk/>
            <pc:sldMk cId="1544260170" sldId="831"/>
            <ac:picMk id="28" creationId="{845C2D81-C83F-08E6-8935-89B7735E09A9}"/>
          </ac:picMkLst>
        </pc:picChg>
        <pc:picChg chg="add mod">
          <ac:chgData name="APOORV GUPTA" userId="4ab31db0-6db0-4b34-8a2a-008dee54baa9" providerId="ADAL" clId="{A4AFC043-2DAB-49E6-B93D-EAD71653DA4A}" dt="2022-08-27T06:16:22.662" v="2912" actId="1076"/>
          <ac:picMkLst>
            <pc:docMk/>
            <pc:sldMk cId="1544260170" sldId="831"/>
            <ac:picMk id="30" creationId="{7B2A31E6-08A6-7B44-9194-C04530A21E91}"/>
          </ac:picMkLst>
        </pc:picChg>
        <pc:picChg chg="add del mod">
          <ac:chgData name="APOORV GUPTA" userId="4ab31db0-6db0-4b34-8a2a-008dee54baa9" providerId="ADAL" clId="{A4AFC043-2DAB-49E6-B93D-EAD71653DA4A}" dt="2022-08-27T03:27:41.778" v="2276" actId="478"/>
          <ac:picMkLst>
            <pc:docMk/>
            <pc:sldMk cId="1544260170" sldId="831"/>
            <ac:picMk id="31" creationId="{E08B6301-44E2-6543-0282-22D9C00315CD}"/>
          </ac:picMkLst>
        </pc:picChg>
        <pc:picChg chg="add mod">
          <ac:chgData name="APOORV GUPTA" userId="4ab31db0-6db0-4b34-8a2a-008dee54baa9" providerId="ADAL" clId="{A4AFC043-2DAB-49E6-B93D-EAD71653DA4A}" dt="2022-08-27T04:44:11.684" v="2554" actId="1076"/>
          <ac:picMkLst>
            <pc:docMk/>
            <pc:sldMk cId="1544260170" sldId="831"/>
            <ac:picMk id="32" creationId="{19D7D2B1-DA63-20F5-E6AC-63308ED675CC}"/>
          </ac:picMkLst>
        </pc:picChg>
        <pc:picChg chg="add del mod">
          <ac:chgData name="APOORV GUPTA" userId="4ab31db0-6db0-4b34-8a2a-008dee54baa9" providerId="ADAL" clId="{A4AFC043-2DAB-49E6-B93D-EAD71653DA4A}" dt="2022-08-27T03:27:41.778" v="2276" actId="478"/>
          <ac:picMkLst>
            <pc:docMk/>
            <pc:sldMk cId="1544260170" sldId="831"/>
            <ac:picMk id="33" creationId="{AE20F558-EF64-D3E4-676D-43F2983BA0A2}"/>
          </ac:picMkLst>
        </pc:picChg>
        <pc:picChg chg="add mod">
          <ac:chgData name="APOORV GUPTA" userId="4ab31db0-6db0-4b34-8a2a-008dee54baa9" providerId="ADAL" clId="{A4AFC043-2DAB-49E6-B93D-EAD71653DA4A}" dt="2022-08-27T04:39:52.479" v="2549" actId="1076"/>
          <ac:picMkLst>
            <pc:docMk/>
            <pc:sldMk cId="1544260170" sldId="831"/>
            <ac:picMk id="33" creationId="{D541C087-29BF-7BAA-8796-895BCEDA8BE2}"/>
          </ac:picMkLst>
        </pc:picChg>
        <pc:picChg chg="add mod">
          <ac:chgData name="APOORV GUPTA" userId="4ab31db0-6db0-4b34-8a2a-008dee54baa9" providerId="ADAL" clId="{A4AFC043-2DAB-49E6-B93D-EAD71653DA4A}" dt="2022-08-27T04:45:12.593" v="2562" actId="1076"/>
          <ac:picMkLst>
            <pc:docMk/>
            <pc:sldMk cId="1544260170" sldId="831"/>
            <ac:picMk id="34" creationId="{1C62DA0B-F830-9CAF-CE51-4622EE58BF42}"/>
          </ac:picMkLst>
        </pc:picChg>
        <pc:picChg chg="add del mod">
          <ac:chgData name="APOORV GUPTA" userId="4ab31db0-6db0-4b34-8a2a-008dee54baa9" providerId="ADAL" clId="{A4AFC043-2DAB-49E6-B93D-EAD71653DA4A}" dt="2022-08-27T04:27:11.261" v="2489" actId="478"/>
          <ac:picMkLst>
            <pc:docMk/>
            <pc:sldMk cId="1544260170" sldId="831"/>
            <ac:picMk id="36" creationId="{A16509D5-808E-22C7-31F0-528537AA65F4}"/>
          </ac:picMkLst>
        </pc:picChg>
        <pc:picChg chg="add mod">
          <ac:chgData name="APOORV GUPTA" userId="4ab31db0-6db0-4b34-8a2a-008dee54baa9" providerId="ADAL" clId="{A4AFC043-2DAB-49E6-B93D-EAD71653DA4A}" dt="2022-08-27T06:16:20.913" v="2911" actId="14100"/>
          <ac:picMkLst>
            <pc:docMk/>
            <pc:sldMk cId="1544260170" sldId="831"/>
            <ac:picMk id="40" creationId="{47373580-9FF1-B20B-D1A6-25F4C6AB6725}"/>
          </ac:picMkLst>
        </pc:picChg>
        <pc:picChg chg="add del mod">
          <ac:chgData name="APOORV GUPTA" userId="4ab31db0-6db0-4b34-8a2a-008dee54baa9" providerId="ADAL" clId="{A4AFC043-2DAB-49E6-B93D-EAD71653DA4A}" dt="2022-08-27T03:28:08.638" v="2288" actId="478"/>
          <ac:picMkLst>
            <pc:docMk/>
            <pc:sldMk cId="1544260170" sldId="831"/>
            <ac:picMk id="40" creationId="{932238D7-D251-8B0D-C1E6-5D70512AC1FA}"/>
          </ac:picMkLst>
        </pc:picChg>
        <pc:picChg chg="add del mod">
          <ac:chgData name="APOORV GUPTA" userId="4ab31db0-6db0-4b34-8a2a-008dee54baa9" providerId="ADAL" clId="{A4AFC043-2DAB-49E6-B93D-EAD71653DA4A}" dt="2022-08-27T04:32:28.803" v="2506" actId="478"/>
          <ac:picMkLst>
            <pc:docMk/>
            <pc:sldMk cId="1544260170" sldId="831"/>
            <ac:picMk id="42" creationId="{348DB695-8A38-409E-6598-CF88ED749B24}"/>
          </ac:picMkLst>
        </pc:picChg>
        <pc:picChg chg="add mod">
          <ac:chgData name="APOORV GUPTA" userId="4ab31db0-6db0-4b34-8a2a-008dee54baa9" providerId="ADAL" clId="{A4AFC043-2DAB-49E6-B93D-EAD71653DA4A}" dt="2022-08-27T04:45:16.699" v="2563" actId="1076"/>
          <ac:picMkLst>
            <pc:docMk/>
            <pc:sldMk cId="1544260170" sldId="831"/>
            <ac:picMk id="43" creationId="{0EA660EA-8F38-D50F-8B7F-B42691392829}"/>
          </ac:picMkLst>
        </pc:picChg>
        <pc:picChg chg="add mod">
          <ac:chgData name="APOORV GUPTA" userId="4ab31db0-6db0-4b34-8a2a-008dee54baa9" providerId="ADAL" clId="{A4AFC043-2DAB-49E6-B93D-EAD71653DA4A}" dt="2022-08-27T04:33:53.375" v="2527" actId="1076"/>
          <ac:picMkLst>
            <pc:docMk/>
            <pc:sldMk cId="1544260170" sldId="831"/>
            <ac:picMk id="47" creationId="{9E5932F6-94EF-681D-6B6E-2BFBEF7E0000}"/>
          </ac:picMkLst>
        </pc:picChg>
        <pc:picChg chg="add del mod">
          <ac:chgData name="APOORV GUPTA" userId="4ab31db0-6db0-4b34-8a2a-008dee54baa9" providerId="ADAL" clId="{A4AFC043-2DAB-49E6-B93D-EAD71653DA4A}" dt="2022-08-27T03:32:21.845" v="2306" actId="478"/>
          <ac:picMkLst>
            <pc:docMk/>
            <pc:sldMk cId="1544260170" sldId="831"/>
            <ac:picMk id="49" creationId="{391EFEC7-41DE-21A2-4CE6-95BC12A1FCC9}"/>
          </ac:picMkLst>
        </pc:picChg>
        <pc:picChg chg="add del mod">
          <ac:chgData name="APOORV GUPTA" userId="4ab31db0-6db0-4b34-8a2a-008dee54baa9" providerId="ADAL" clId="{A4AFC043-2DAB-49E6-B93D-EAD71653DA4A}" dt="2022-08-27T03:33:50.437" v="2315" actId="478"/>
          <ac:picMkLst>
            <pc:docMk/>
            <pc:sldMk cId="1544260170" sldId="831"/>
            <ac:picMk id="50" creationId="{9FE6C4B2-4FEE-69F5-B935-5307F0EC0130}"/>
          </ac:picMkLst>
        </pc:picChg>
        <pc:picChg chg="add mod">
          <ac:chgData name="APOORV GUPTA" userId="4ab31db0-6db0-4b34-8a2a-008dee54baa9" providerId="ADAL" clId="{A4AFC043-2DAB-49E6-B93D-EAD71653DA4A}" dt="2022-08-27T04:39:33.027" v="2547" actId="1076"/>
          <ac:picMkLst>
            <pc:docMk/>
            <pc:sldMk cId="1544260170" sldId="831"/>
            <ac:picMk id="52" creationId="{CAE3B3CC-8900-0621-35A1-539BCAB2776F}"/>
          </ac:picMkLst>
        </pc:picChg>
        <pc:picChg chg="add mod">
          <ac:chgData name="APOORV GUPTA" userId="4ab31db0-6db0-4b34-8a2a-008dee54baa9" providerId="ADAL" clId="{A4AFC043-2DAB-49E6-B93D-EAD71653DA4A}" dt="2022-08-27T04:38:36.216" v="2539" actId="1076"/>
          <ac:picMkLst>
            <pc:docMk/>
            <pc:sldMk cId="1544260170" sldId="831"/>
            <ac:picMk id="53" creationId="{3CE868F6-165E-B13D-E0CE-0E3B88B22CD7}"/>
          </ac:picMkLst>
        </pc:picChg>
        <pc:picChg chg="add del mod">
          <ac:chgData name="APOORV GUPTA" userId="4ab31db0-6db0-4b34-8a2a-008dee54baa9" providerId="ADAL" clId="{A4AFC043-2DAB-49E6-B93D-EAD71653DA4A}" dt="2022-08-27T03:27:51.691" v="2280" actId="478"/>
          <ac:picMkLst>
            <pc:docMk/>
            <pc:sldMk cId="1544260170" sldId="831"/>
            <ac:picMk id="2050" creationId="{3F34384E-F142-A174-8431-DF0F5E8D43F4}"/>
          </ac:picMkLst>
        </pc:picChg>
        <pc:picChg chg="add del mod">
          <ac:chgData name="APOORV GUPTA" userId="4ab31db0-6db0-4b34-8a2a-008dee54baa9" providerId="ADAL" clId="{A4AFC043-2DAB-49E6-B93D-EAD71653DA4A}" dt="2022-08-27T03:25:40.442" v="2262"/>
          <ac:picMkLst>
            <pc:docMk/>
            <pc:sldMk cId="1544260170" sldId="831"/>
            <ac:picMk id="2052" creationId="{DE64FD66-02C8-2AE4-79AF-368111A895EC}"/>
          </ac:picMkLst>
        </pc:picChg>
        <pc:picChg chg="add del mod">
          <ac:chgData name="APOORV GUPTA" userId="4ab31db0-6db0-4b34-8a2a-008dee54baa9" providerId="ADAL" clId="{A4AFC043-2DAB-49E6-B93D-EAD71653DA4A}" dt="2022-08-27T03:27:59.307" v="2284" actId="478"/>
          <ac:picMkLst>
            <pc:docMk/>
            <pc:sldMk cId="1544260170" sldId="831"/>
            <ac:picMk id="2054" creationId="{0E777DF1-FEF8-2D61-6C59-EC4950C0D104}"/>
          </ac:picMkLst>
        </pc:picChg>
        <pc:picChg chg="add del mod">
          <ac:chgData name="APOORV GUPTA" userId="4ab31db0-6db0-4b34-8a2a-008dee54baa9" providerId="ADAL" clId="{A4AFC043-2DAB-49E6-B93D-EAD71653DA4A}" dt="2022-08-27T03:33:03.576" v="2310"/>
          <ac:picMkLst>
            <pc:docMk/>
            <pc:sldMk cId="1544260170" sldId="831"/>
            <ac:picMk id="2056" creationId="{AE8509E2-B638-406D-7A16-BE1D61309F75}"/>
          </ac:picMkLst>
        </pc:picChg>
      </pc:sldChg>
      <pc:sldChg chg="addSp modSp mod">
        <pc:chgData name="APOORV GUPTA" userId="4ab31db0-6db0-4b34-8a2a-008dee54baa9" providerId="ADAL" clId="{A4AFC043-2DAB-49E6-B93D-EAD71653DA4A}" dt="2022-08-27T05:15:54.892" v="2619" actId="571"/>
        <pc:sldMkLst>
          <pc:docMk/>
          <pc:sldMk cId="1780084305" sldId="832"/>
        </pc:sldMkLst>
        <pc:spChg chg="add mod">
          <ac:chgData name="APOORV GUPTA" userId="4ab31db0-6db0-4b34-8a2a-008dee54baa9" providerId="ADAL" clId="{A4AFC043-2DAB-49E6-B93D-EAD71653DA4A}" dt="2022-08-27T05:15:54.892" v="2619" actId="571"/>
          <ac:spMkLst>
            <pc:docMk/>
            <pc:sldMk cId="1780084305" sldId="832"/>
            <ac:spMk id="9" creationId="{1B5E9F46-8999-345B-D896-93702CAF21CF}"/>
          </ac:spMkLst>
        </pc:spChg>
        <pc:spChg chg="mod">
          <ac:chgData name="APOORV GUPTA" userId="4ab31db0-6db0-4b34-8a2a-008dee54baa9" providerId="ADAL" clId="{A4AFC043-2DAB-49E6-B93D-EAD71653DA4A}" dt="2022-08-27T04:01:28.436" v="2372" actId="255"/>
          <ac:spMkLst>
            <pc:docMk/>
            <pc:sldMk cId="1780084305" sldId="832"/>
            <ac:spMk id="10" creationId="{9679E51E-986A-DDBA-A7BB-0A00DF41AE9A}"/>
          </ac:spMkLst>
        </pc:spChg>
        <pc:spChg chg="mod">
          <ac:chgData name="APOORV GUPTA" userId="4ab31db0-6db0-4b34-8a2a-008dee54baa9" providerId="ADAL" clId="{A4AFC043-2DAB-49E6-B93D-EAD71653DA4A}" dt="2022-08-27T04:01:59.092" v="2376" actId="14100"/>
          <ac:spMkLst>
            <pc:docMk/>
            <pc:sldMk cId="1780084305" sldId="832"/>
            <ac:spMk id="11" creationId="{6AD900BF-D041-D019-3E3B-AA90D0C50D5F}"/>
          </ac:spMkLst>
        </pc:spChg>
        <pc:spChg chg="mod">
          <ac:chgData name="APOORV GUPTA" userId="4ab31db0-6db0-4b34-8a2a-008dee54baa9" providerId="ADAL" clId="{A4AFC043-2DAB-49E6-B93D-EAD71653DA4A}" dt="2022-08-27T04:01:50.946" v="2374" actId="1076"/>
          <ac:spMkLst>
            <pc:docMk/>
            <pc:sldMk cId="1780084305" sldId="832"/>
            <ac:spMk id="13" creationId="{5172857F-2F18-AAFE-5997-40E3F3ADCA68}"/>
          </ac:spMkLst>
        </pc:spChg>
      </pc:sldChg>
    </pc:docChg>
  </pc:docChgLst>
  <pc:docChgLst>
    <pc:chgData name="SHREYAM BANSAL" userId="988f0af8-51a6-420a-8fe2-25246b0fdf32" providerId="ADAL" clId="{81BFF0D3-4F8E-4A27-9D16-16CEBE74C653}"/>
    <pc:docChg chg="undo custSel addSld modSld modSection">
      <pc:chgData name="SHREYAM BANSAL" userId="988f0af8-51a6-420a-8fe2-25246b0fdf32" providerId="ADAL" clId="{81BFF0D3-4F8E-4A27-9D16-16CEBE74C653}" dt="2022-08-27T03:35:42.273" v="5169" actId="1076"/>
      <pc:docMkLst>
        <pc:docMk/>
      </pc:docMkLst>
      <pc:sldChg chg="modSp mod">
        <pc:chgData name="SHREYAM BANSAL" userId="988f0af8-51a6-420a-8fe2-25246b0fdf32" providerId="ADAL" clId="{81BFF0D3-4F8E-4A27-9D16-16CEBE74C653}" dt="2022-08-26T08:29:25.112" v="60" actId="20577"/>
        <pc:sldMkLst>
          <pc:docMk/>
          <pc:sldMk cId="3494798333" sldId="562"/>
        </pc:sldMkLst>
        <pc:spChg chg="mod">
          <ac:chgData name="SHREYAM BANSAL" userId="988f0af8-51a6-420a-8fe2-25246b0fdf32" providerId="ADAL" clId="{81BFF0D3-4F8E-4A27-9D16-16CEBE74C653}" dt="2022-08-26T08:29:25.112" v="60" actId="20577"/>
          <ac:spMkLst>
            <pc:docMk/>
            <pc:sldMk cId="3494798333" sldId="562"/>
            <ac:spMk id="3" creationId="{841D01C7-E516-45A3-B92F-6871D47C4E54}"/>
          </ac:spMkLst>
        </pc:spChg>
      </pc:sldChg>
      <pc:sldChg chg="modSp mod">
        <pc:chgData name="SHREYAM BANSAL" userId="988f0af8-51a6-420a-8fe2-25246b0fdf32" providerId="ADAL" clId="{81BFF0D3-4F8E-4A27-9D16-16CEBE74C653}" dt="2022-08-26T08:10:08.377" v="4" actId="1076"/>
        <pc:sldMkLst>
          <pc:docMk/>
          <pc:sldMk cId="2652377489" sldId="805"/>
        </pc:sldMkLst>
        <pc:picChg chg="mod">
          <ac:chgData name="SHREYAM BANSAL" userId="988f0af8-51a6-420a-8fe2-25246b0fdf32" providerId="ADAL" clId="{81BFF0D3-4F8E-4A27-9D16-16CEBE74C653}" dt="2022-08-26T08:10:08.377" v="4" actId="1076"/>
          <ac:picMkLst>
            <pc:docMk/>
            <pc:sldMk cId="2652377489" sldId="805"/>
            <ac:picMk id="9" creationId="{99394B1F-F4CA-9CFA-3AA0-D201FF4FE89E}"/>
          </ac:picMkLst>
        </pc:picChg>
      </pc:sldChg>
      <pc:sldChg chg="addSp delSp modSp mod">
        <pc:chgData name="SHREYAM BANSAL" userId="988f0af8-51a6-420a-8fe2-25246b0fdf32" providerId="ADAL" clId="{81BFF0D3-4F8E-4A27-9D16-16CEBE74C653}" dt="2022-08-27T03:20:31.128" v="4929" actId="20577"/>
        <pc:sldMkLst>
          <pc:docMk/>
          <pc:sldMk cId="125300700" sldId="813"/>
        </pc:sldMkLst>
        <pc:spChg chg="mod">
          <ac:chgData name="SHREYAM BANSAL" userId="988f0af8-51a6-420a-8fe2-25246b0fdf32" providerId="ADAL" clId="{81BFF0D3-4F8E-4A27-9D16-16CEBE74C653}" dt="2022-08-27T03:19:45.808" v="4908" actId="207"/>
          <ac:spMkLst>
            <pc:docMk/>
            <pc:sldMk cId="125300700" sldId="813"/>
            <ac:spMk id="4" creationId="{38E3D623-C9F2-5F9E-F1A8-BD534DC7DB1B}"/>
          </ac:spMkLst>
        </pc:spChg>
        <pc:spChg chg="mod">
          <ac:chgData name="SHREYAM BANSAL" userId="988f0af8-51a6-420a-8fe2-25246b0fdf32" providerId="ADAL" clId="{81BFF0D3-4F8E-4A27-9D16-16CEBE74C653}" dt="2022-08-26T16:31:23.348" v="375" actId="14100"/>
          <ac:spMkLst>
            <pc:docMk/>
            <pc:sldMk cId="125300700" sldId="813"/>
            <ac:spMk id="5" creationId="{7EF5A972-58A9-29F6-E0A2-ED6328ACD0B9}"/>
          </ac:spMkLst>
        </pc:spChg>
        <pc:spChg chg="mod">
          <ac:chgData name="SHREYAM BANSAL" userId="988f0af8-51a6-420a-8fe2-25246b0fdf32" providerId="ADAL" clId="{81BFF0D3-4F8E-4A27-9D16-16CEBE74C653}" dt="2022-08-27T03:20:00.087" v="4910" actId="207"/>
          <ac:spMkLst>
            <pc:docMk/>
            <pc:sldMk cId="125300700" sldId="813"/>
            <ac:spMk id="72" creationId="{52844B10-EDA5-A6CC-AFE0-8AA0FA6B3840}"/>
          </ac:spMkLst>
        </pc:spChg>
        <pc:spChg chg="mod">
          <ac:chgData name="SHREYAM BANSAL" userId="988f0af8-51a6-420a-8fe2-25246b0fdf32" providerId="ADAL" clId="{81BFF0D3-4F8E-4A27-9D16-16CEBE74C653}" dt="2022-08-27T03:20:31.128" v="4929" actId="20577"/>
          <ac:spMkLst>
            <pc:docMk/>
            <pc:sldMk cId="125300700" sldId="813"/>
            <ac:spMk id="106" creationId="{78ECD84F-02A4-3BD2-3942-D9C7821A39C8}"/>
          </ac:spMkLst>
        </pc:spChg>
        <pc:grpChg chg="mod">
          <ac:chgData name="SHREYAM BANSAL" userId="988f0af8-51a6-420a-8fe2-25246b0fdf32" providerId="ADAL" clId="{81BFF0D3-4F8E-4A27-9D16-16CEBE74C653}" dt="2022-08-27T03:03:39.529" v="3896" actId="1076"/>
          <ac:grpSpMkLst>
            <pc:docMk/>
            <pc:sldMk cId="125300700" sldId="813"/>
            <ac:grpSpMk id="32" creationId="{6C61EB90-2322-D6F1-43DE-FFCD98762798}"/>
          </ac:grpSpMkLst>
        </pc:grpChg>
        <pc:graphicFrameChg chg="mod">
          <ac:chgData name="SHREYAM BANSAL" userId="988f0af8-51a6-420a-8fe2-25246b0fdf32" providerId="ADAL" clId="{81BFF0D3-4F8E-4A27-9D16-16CEBE74C653}" dt="2022-08-27T03:04:04.844" v="3909" actId="20577"/>
          <ac:graphicFrameMkLst>
            <pc:docMk/>
            <pc:sldMk cId="125300700" sldId="813"/>
            <ac:graphicFrameMk id="16" creationId="{5EBE79BA-FBAD-4892-52DA-848C0D8507F8}"/>
          </ac:graphicFrameMkLst>
        </pc:graphicFrameChg>
        <pc:picChg chg="del">
          <ac:chgData name="SHREYAM BANSAL" userId="988f0af8-51a6-420a-8fe2-25246b0fdf32" providerId="ADAL" clId="{81BFF0D3-4F8E-4A27-9D16-16CEBE74C653}" dt="2022-08-26T20:05:20.220" v="935" actId="478"/>
          <ac:picMkLst>
            <pc:docMk/>
            <pc:sldMk cId="125300700" sldId="813"/>
            <ac:picMk id="8" creationId="{78B0208E-FB1F-440D-C87D-30D025011FD3}"/>
          </ac:picMkLst>
        </pc:picChg>
        <pc:picChg chg="mod">
          <ac:chgData name="SHREYAM BANSAL" userId="988f0af8-51a6-420a-8fe2-25246b0fdf32" providerId="ADAL" clId="{81BFF0D3-4F8E-4A27-9D16-16CEBE74C653}" dt="2022-08-26T16:32:33.112" v="376" actId="1076"/>
          <ac:picMkLst>
            <pc:docMk/>
            <pc:sldMk cId="125300700" sldId="813"/>
            <ac:picMk id="9" creationId="{6E5E65F7-221E-60F6-A21D-9D649DBAC99C}"/>
          </ac:picMkLst>
        </pc:picChg>
        <pc:picChg chg="add del mod">
          <ac:chgData name="SHREYAM BANSAL" userId="988f0af8-51a6-420a-8fe2-25246b0fdf32" providerId="ADAL" clId="{81BFF0D3-4F8E-4A27-9D16-16CEBE74C653}" dt="2022-08-26T20:06:31.140" v="952" actId="478"/>
          <ac:picMkLst>
            <pc:docMk/>
            <pc:sldMk cId="125300700" sldId="813"/>
            <ac:picMk id="37" creationId="{F8D2BD88-1B97-BC12-D685-9E3C8DD63745}"/>
          </ac:picMkLst>
        </pc:picChg>
        <pc:picChg chg="add mod">
          <ac:chgData name="SHREYAM BANSAL" userId="988f0af8-51a6-420a-8fe2-25246b0fdf32" providerId="ADAL" clId="{81BFF0D3-4F8E-4A27-9D16-16CEBE74C653}" dt="2022-08-26T20:16:12.109" v="966" actId="1076"/>
          <ac:picMkLst>
            <pc:docMk/>
            <pc:sldMk cId="125300700" sldId="813"/>
            <ac:picMk id="40" creationId="{C9B6D819-37B3-B236-64E6-C92086C0DDCB}"/>
          </ac:picMkLst>
        </pc:picChg>
      </pc:sldChg>
      <pc:sldChg chg="addSp delSp modSp mod modTransition">
        <pc:chgData name="SHREYAM BANSAL" userId="988f0af8-51a6-420a-8fe2-25246b0fdf32" providerId="ADAL" clId="{81BFF0D3-4F8E-4A27-9D16-16CEBE74C653}" dt="2022-08-27T03:25:23.087" v="5038"/>
        <pc:sldMkLst>
          <pc:docMk/>
          <pc:sldMk cId="2066438709" sldId="814"/>
        </pc:sldMkLst>
        <pc:spChg chg="del mod">
          <ac:chgData name="SHREYAM BANSAL" userId="988f0af8-51a6-420a-8fe2-25246b0fdf32" providerId="ADAL" clId="{81BFF0D3-4F8E-4A27-9D16-16CEBE74C653}" dt="2022-08-26T20:05:04.926" v="934" actId="478"/>
          <ac:spMkLst>
            <pc:docMk/>
            <pc:sldMk cId="2066438709" sldId="814"/>
            <ac:spMk id="5" creationId="{8F9D5858-F1E6-FBFC-89EB-8CC3DFD15AC1}"/>
          </ac:spMkLst>
        </pc:spChg>
        <pc:spChg chg="add mod">
          <ac:chgData name="SHREYAM BANSAL" userId="988f0af8-51a6-420a-8fe2-25246b0fdf32" providerId="ADAL" clId="{81BFF0D3-4F8E-4A27-9D16-16CEBE74C653}" dt="2022-08-27T03:20:53.032" v="4930" actId="20577"/>
          <ac:spMkLst>
            <pc:docMk/>
            <pc:sldMk cId="2066438709" sldId="814"/>
            <ac:spMk id="7" creationId="{24987E82-BE64-DF63-109C-B3938D917160}"/>
          </ac:spMkLst>
        </pc:spChg>
        <pc:spChg chg="add mod">
          <ac:chgData name="SHREYAM BANSAL" userId="988f0af8-51a6-420a-8fe2-25246b0fdf32" providerId="ADAL" clId="{81BFF0D3-4F8E-4A27-9D16-16CEBE74C653}" dt="2022-08-27T03:20:58.554" v="4932" actId="14100"/>
          <ac:spMkLst>
            <pc:docMk/>
            <pc:sldMk cId="2066438709" sldId="814"/>
            <ac:spMk id="11" creationId="{D9BCCD78-A275-24F4-2DBF-68EE60C60264}"/>
          </ac:spMkLst>
        </pc:spChg>
        <pc:graphicFrameChg chg="add del mod">
          <ac:chgData name="SHREYAM BANSAL" userId="988f0af8-51a6-420a-8fe2-25246b0fdf32" providerId="ADAL" clId="{81BFF0D3-4F8E-4A27-9D16-16CEBE74C653}" dt="2022-08-26T19:13:47.343" v="540" actId="478"/>
          <ac:graphicFrameMkLst>
            <pc:docMk/>
            <pc:sldMk cId="2066438709" sldId="814"/>
            <ac:graphicFrameMk id="2" creationId="{BD428966-FA00-C2A1-3DD4-AAB42E45607E}"/>
          </ac:graphicFrameMkLst>
        </pc:graphicFrameChg>
        <pc:graphicFrameChg chg="mod modGraphic">
          <ac:chgData name="SHREYAM BANSAL" userId="988f0af8-51a6-420a-8fe2-25246b0fdf32" providerId="ADAL" clId="{81BFF0D3-4F8E-4A27-9D16-16CEBE74C653}" dt="2022-08-26T19:37:34.749" v="926" actId="207"/>
          <ac:graphicFrameMkLst>
            <pc:docMk/>
            <pc:sldMk cId="2066438709" sldId="814"/>
            <ac:graphicFrameMk id="10" creationId="{F172C119-56FE-6C90-C5BE-7170FD1D634F}"/>
          </ac:graphicFrameMkLst>
        </pc:graphicFrameChg>
        <pc:graphicFrameChg chg="mod modGraphic">
          <ac:chgData name="SHREYAM BANSAL" userId="988f0af8-51a6-420a-8fe2-25246b0fdf32" providerId="ADAL" clId="{81BFF0D3-4F8E-4A27-9D16-16CEBE74C653}" dt="2022-08-26T19:24:03.253" v="777" actId="20577"/>
          <ac:graphicFrameMkLst>
            <pc:docMk/>
            <pc:sldMk cId="2066438709" sldId="814"/>
            <ac:graphicFrameMk id="19" creationId="{7A3E7B42-5177-A5BD-D16F-0E4F72356785}"/>
          </ac:graphicFrameMkLst>
        </pc:graphicFrameChg>
        <pc:picChg chg="mod">
          <ac:chgData name="SHREYAM BANSAL" userId="988f0af8-51a6-420a-8fe2-25246b0fdf32" providerId="ADAL" clId="{81BFF0D3-4F8E-4A27-9D16-16CEBE74C653}" dt="2022-08-26T19:29:13.103" v="860" actId="1076"/>
          <ac:picMkLst>
            <pc:docMk/>
            <pc:sldMk cId="2066438709" sldId="814"/>
            <ac:picMk id="7" creationId="{E3CAC02F-1F0A-DBFE-13A5-1908E487694D}"/>
          </ac:picMkLst>
        </pc:picChg>
      </pc:sldChg>
      <pc:sldChg chg="modSp add mod">
        <pc:chgData name="SHREYAM BANSAL" userId="988f0af8-51a6-420a-8fe2-25246b0fdf32" providerId="ADAL" clId="{81BFF0D3-4F8E-4A27-9D16-16CEBE74C653}" dt="2022-08-26T16:39:03.606" v="380" actId="20577"/>
        <pc:sldMkLst>
          <pc:docMk/>
          <pc:sldMk cId="1271161211" sldId="819"/>
        </pc:sldMkLst>
        <pc:spChg chg="mod">
          <ac:chgData name="SHREYAM BANSAL" userId="988f0af8-51a6-420a-8fe2-25246b0fdf32" providerId="ADAL" clId="{81BFF0D3-4F8E-4A27-9D16-16CEBE74C653}" dt="2022-08-26T11:36:39.365" v="64" actId="20577"/>
          <ac:spMkLst>
            <pc:docMk/>
            <pc:sldMk cId="1271161211" sldId="819"/>
            <ac:spMk id="2" creationId="{4EAD0A7E-C3BB-4DD0-9B32-C77FDDFF8D24}"/>
          </ac:spMkLst>
        </pc:spChg>
        <pc:spChg chg="mod">
          <ac:chgData name="SHREYAM BANSAL" userId="988f0af8-51a6-420a-8fe2-25246b0fdf32" providerId="ADAL" clId="{81BFF0D3-4F8E-4A27-9D16-16CEBE74C653}" dt="2022-08-26T16:39:03.606" v="380" actId="20577"/>
          <ac:spMkLst>
            <pc:docMk/>
            <pc:sldMk cId="1271161211" sldId="819"/>
            <ac:spMk id="3" creationId="{841D01C7-E516-45A3-B92F-6871D47C4E54}"/>
          </ac:spMkLst>
        </pc:spChg>
      </pc:sldChg>
      <pc:sldChg chg="modSp mod">
        <pc:chgData name="SHREYAM BANSAL" userId="988f0af8-51a6-420a-8fe2-25246b0fdf32" providerId="ADAL" clId="{81BFF0D3-4F8E-4A27-9D16-16CEBE74C653}" dt="2022-08-27T03:28:03.946" v="5087" actId="14100"/>
        <pc:sldMkLst>
          <pc:docMk/>
          <pc:sldMk cId="3581179997" sldId="820"/>
        </pc:sldMkLst>
        <pc:picChg chg="mod">
          <ac:chgData name="SHREYAM BANSAL" userId="988f0af8-51a6-420a-8fe2-25246b0fdf32" providerId="ADAL" clId="{81BFF0D3-4F8E-4A27-9D16-16CEBE74C653}" dt="2022-08-27T03:28:03.946" v="5087" actId="14100"/>
          <ac:picMkLst>
            <pc:docMk/>
            <pc:sldMk cId="3581179997" sldId="820"/>
            <ac:picMk id="19" creationId="{8B41E8E8-A13F-9644-8B34-C9DBFDB9D1F6}"/>
          </ac:picMkLst>
        </pc:picChg>
      </pc:sldChg>
      <pc:sldChg chg="modTransition">
        <pc:chgData name="SHREYAM BANSAL" userId="988f0af8-51a6-420a-8fe2-25246b0fdf32" providerId="ADAL" clId="{81BFF0D3-4F8E-4A27-9D16-16CEBE74C653}" dt="2022-08-27T03:25:31.596" v="5040"/>
        <pc:sldMkLst>
          <pc:docMk/>
          <pc:sldMk cId="1330001044" sldId="824"/>
        </pc:sldMkLst>
      </pc:sldChg>
      <pc:sldChg chg="addSp delSp modSp add mod">
        <pc:chgData name="SHREYAM BANSAL" userId="988f0af8-51a6-420a-8fe2-25246b0fdf32" providerId="ADAL" clId="{81BFF0D3-4F8E-4A27-9D16-16CEBE74C653}" dt="2022-08-26T22:10:30.332" v="2666" actId="1036"/>
        <pc:sldMkLst>
          <pc:docMk/>
          <pc:sldMk cId="1154762556" sldId="825"/>
        </pc:sldMkLst>
        <pc:spChg chg="mod">
          <ac:chgData name="SHREYAM BANSAL" userId="988f0af8-51a6-420a-8fe2-25246b0fdf32" providerId="ADAL" clId="{81BFF0D3-4F8E-4A27-9D16-16CEBE74C653}" dt="2022-08-26T20:18:57.069" v="1029" actId="20577"/>
          <ac:spMkLst>
            <pc:docMk/>
            <pc:sldMk cId="1154762556" sldId="825"/>
            <ac:spMk id="3" creationId="{71006755-B991-AE5C-25A4-DC7F5DD65EA7}"/>
          </ac:spMkLst>
        </pc:spChg>
        <pc:spChg chg="del">
          <ac:chgData name="SHREYAM BANSAL" userId="988f0af8-51a6-420a-8fe2-25246b0fdf32" providerId="ADAL" clId="{81BFF0D3-4F8E-4A27-9D16-16CEBE74C653}" dt="2022-08-26T20:18:07.742" v="968" actId="478"/>
          <ac:spMkLst>
            <pc:docMk/>
            <pc:sldMk cId="1154762556" sldId="825"/>
            <ac:spMk id="4" creationId="{BB2C2CFB-CAEF-3006-0227-5C8C1DC26D28}"/>
          </ac:spMkLst>
        </pc:spChg>
        <pc:spChg chg="mod">
          <ac:chgData name="SHREYAM BANSAL" userId="988f0af8-51a6-420a-8fe2-25246b0fdf32" providerId="ADAL" clId="{81BFF0D3-4F8E-4A27-9D16-16CEBE74C653}" dt="2022-08-26T21:11:00.866" v="1560" actId="1036"/>
          <ac:spMkLst>
            <pc:docMk/>
            <pc:sldMk cId="1154762556" sldId="825"/>
            <ac:spMk id="8" creationId="{5C51D102-61BE-FAB5-ECA1-74677A869104}"/>
          </ac:spMkLst>
        </pc:spChg>
        <pc:spChg chg="mod">
          <ac:chgData name="SHREYAM BANSAL" userId="988f0af8-51a6-420a-8fe2-25246b0fdf32" providerId="ADAL" clId="{81BFF0D3-4F8E-4A27-9D16-16CEBE74C653}" dt="2022-08-26T22:03:43.171" v="2261" actId="14100"/>
          <ac:spMkLst>
            <pc:docMk/>
            <pc:sldMk cId="1154762556" sldId="825"/>
            <ac:spMk id="12" creationId="{FDEF6C26-2D98-483D-7F3B-57B7AD2B4D67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55" creationId="{AB75370E-56BD-185B-B1E1-10FC07558841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56" creationId="{B8467FF4-3FF2-41E0-B854-07A3731075C1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57" creationId="{6D1ED689-4F44-3BB0-25A4-E750EE408DE4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58" creationId="{199214EE-F464-8415-9D5C-06B0764893D6}"/>
          </ac:spMkLst>
        </pc:spChg>
        <pc:spChg chg="add del mod">
          <ac:chgData name="SHREYAM BANSAL" userId="988f0af8-51a6-420a-8fe2-25246b0fdf32" providerId="ADAL" clId="{81BFF0D3-4F8E-4A27-9D16-16CEBE74C653}" dt="2022-08-26T21:17:37.556" v="1602" actId="478"/>
          <ac:spMkLst>
            <pc:docMk/>
            <pc:sldMk cId="1154762556" sldId="825"/>
            <ac:spMk id="59" creationId="{D7CC6CFD-24F8-4B0D-A148-AEDB3EBD05CC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60" creationId="{2D897E0B-7AD7-DC25-857C-3BF078FB67ED}"/>
          </ac:spMkLst>
        </pc:spChg>
        <pc:spChg chg="add del mod">
          <ac:chgData name="SHREYAM BANSAL" userId="988f0af8-51a6-420a-8fe2-25246b0fdf32" providerId="ADAL" clId="{81BFF0D3-4F8E-4A27-9D16-16CEBE74C653}" dt="2022-08-26T22:03:21.513" v="2259" actId="478"/>
          <ac:spMkLst>
            <pc:docMk/>
            <pc:sldMk cId="1154762556" sldId="825"/>
            <ac:spMk id="61" creationId="{2D69AD8E-5182-A1A1-CF0D-6D79D4409D9F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62" creationId="{51C7519E-1D70-796B-B40A-3322C9494F33}"/>
          </ac:spMkLst>
        </pc:spChg>
        <pc:spChg chg="add del mod">
          <ac:chgData name="SHREYAM BANSAL" userId="988f0af8-51a6-420a-8fe2-25246b0fdf32" providerId="ADAL" clId="{81BFF0D3-4F8E-4A27-9D16-16CEBE74C653}" dt="2022-08-26T22:03:09.295" v="2258" actId="478"/>
          <ac:spMkLst>
            <pc:docMk/>
            <pc:sldMk cId="1154762556" sldId="825"/>
            <ac:spMk id="63" creationId="{76BE47DA-3E7E-929A-7F25-ED611096AB27}"/>
          </ac:spMkLst>
        </pc:spChg>
        <pc:spChg chg="add del mod ord">
          <ac:chgData name="SHREYAM BANSAL" userId="988f0af8-51a6-420a-8fe2-25246b0fdf32" providerId="ADAL" clId="{81BFF0D3-4F8E-4A27-9D16-16CEBE74C653}" dt="2022-08-26T21:35:59.997" v="2167" actId="478"/>
          <ac:spMkLst>
            <pc:docMk/>
            <pc:sldMk cId="1154762556" sldId="825"/>
            <ac:spMk id="1024" creationId="{9A38A3A7-DF88-2018-0899-191E71C09740}"/>
          </ac:spMkLst>
        </pc:spChg>
        <pc:spChg chg="add mod">
          <ac:chgData name="SHREYAM BANSAL" userId="988f0af8-51a6-420a-8fe2-25246b0fdf32" providerId="ADAL" clId="{81BFF0D3-4F8E-4A27-9D16-16CEBE74C653}" dt="2022-08-26T22:04:12.989" v="2369" actId="1038"/>
          <ac:spMkLst>
            <pc:docMk/>
            <pc:sldMk cId="1154762556" sldId="825"/>
            <ac:spMk id="1025" creationId="{294B67FE-5150-185E-2F84-F15017D37569}"/>
          </ac:spMkLst>
        </pc:spChg>
        <pc:spChg chg="add mod">
          <ac:chgData name="SHREYAM BANSAL" userId="988f0af8-51a6-420a-8fe2-25246b0fdf32" providerId="ADAL" clId="{81BFF0D3-4F8E-4A27-9D16-16CEBE74C653}" dt="2022-08-26T22:04:12.989" v="2369" actId="1038"/>
          <ac:spMkLst>
            <pc:docMk/>
            <pc:sldMk cId="1154762556" sldId="825"/>
            <ac:spMk id="1027" creationId="{7981E8D6-9B6C-9C99-A364-B583416CF11D}"/>
          </ac:spMkLst>
        </pc:spChg>
        <pc:spChg chg="add mod">
          <ac:chgData name="SHREYAM BANSAL" userId="988f0af8-51a6-420a-8fe2-25246b0fdf32" providerId="ADAL" clId="{81BFF0D3-4F8E-4A27-9D16-16CEBE74C653}" dt="2022-08-26T22:04:41.891" v="2583" actId="1035"/>
          <ac:spMkLst>
            <pc:docMk/>
            <pc:sldMk cId="1154762556" sldId="825"/>
            <ac:spMk id="1029" creationId="{286D342E-52A7-5C01-7B23-8F157EB9D71E}"/>
          </ac:spMkLst>
        </pc:spChg>
        <pc:spChg chg="add mod">
          <ac:chgData name="SHREYAM BANSAL" userId="988f0af8-51a6-420a-8fe2-25246b0fdf32" providerId="ADAL" clId="{81BFF0D3-4F8E-4A27-9D16-16CEBE74C653}" dt="2022-08-26T22:04:12.989" v="2369" actId="1038"/>
          <ac:spMkLst>
            <pc:docMk/>
            <pc:sldMk cId="1154762556" sldId="825"/>
            <ac:spMk id="1031" creationId="{7C659414-5109-CB8A-C0DA-AB4C6D1135D1}"/>
          </ac:spMkLst>
        </pc:spChg>
        <pc:spChg chg="add mod">
          <ac:chgData name="SHREYAM BANSAL" userId="988f0af8-51a6-420a-8fe2-25246b0fdf32" providerId="ADAL" clId="{81BFF0D3-4F8E-4A27-9D16-16CEBE74C653}" dt="2022-08-26T22:04:12.989" v="2369" actId="1038"/>
          <ac:spMkLst>
            <pc:docMk/>
            <pc:sldMk cId="1154762556" sldId="825"/>
            <ac:spMk id="1033" creationId="{B31C6778-C048-086B-C4E3-EDCB1099F801}"/>
          </ac:spMkLst>
        </pc:spChg>
        <pc:spChg chg="add del mod">
          <ac:chgData name="SHREYAM BANSAL" userId="988f0af8-51a6-420a-8fe2-25246b0fdf32" providerId="ADAL" clId="{81BFF0D3-4F8E-4A27-9D16-16CEBE74C653}" dt="2022-08-26T22:04:12.989" v="2369" actId="1038"/>
          <ac:spMkLst>
            <pc:docMk/>
            <pc:sldMk cId="1154762556" sldId="825"/>
            <ac:spMk id="1034" creationId="{20C542F5-4607-A3A9-17C9-7EF39A493D60}"/>
          </ac:spMkLst>
        </pc:spChg>
        <pc:spChg chg="add mod">
          <ac:chgData name="SHREYAM BANSAL" userId="988f0af8-51a6-420a-8fe2-25246b0fdf32" providerId="ADAL" clId="{81BFF0D3-4F8E-4A27-9D16-16CEBE74C653}" dt="2022-08-26T22:07:08.359" v="2587" actId="1037"/>
          <ac:spMkLst>
            <pc:docMk/>
            <pc:sldMk cId="1154762556" sldId="825"/>
            <ac:spMk id="1036" creationId="{A2FC33B1-BD96-51D1-0808-A9237594E856}"/>
          </ac:spMkLst>
        </pc:spChg>
        <pc:spChg chg="add mod">
          <ac:chgData name="SHREYAM BANSAL" userId="988f0af8-51a6-420a-8fe2-25246b0fdf32" providerId="ADAL" clId="{81BFF0D3-4F8E-4A27-9D16-16CEBE74C653}" dt="2022-08-26T22:07:11.950" v="2589" actId="1038"/>
          <ac:spMkLst>
            <pc:docMk/>
            <pc:sldMk cId="1154762556" sldId="825"/>
            <ac:spMk id="1037" creationId="{B46D1F13-6085-11E7-0B15-7A745469D860}"/>
          </ac:spMkLst>
        </pc:spChg>
        <pc:spChg chg="add del mod">
          <ac:chgData name="SHREYAM BANSAL" userId="988f0af8-51a6-420a-8fe2-25246b0fdf32" providerId="ADAL" clId="{81BFF0D3-4F8E-4A27-9D16-16CEBE74C653}" dt="2022-08-26T21:37:57.988" v="2211" actId="478"/>
          <ac:spMkLst>
            <pc:docMk/>
            <pc:sldMk cId="1154762556" sldId="825"/>
            <ac:spMk id="1038" creationId="{010805A8-1EBD-D670-2039-7BC695193AC3}"/>
          </ac:spMkLst>
        </pc:spChg>
        <pc:spChg chg="add mod">
          <ac:chgData name="SHREYAM BANSAL" userId="988f0af8-51a6-420a-8fe2-25246b0fdf32" providerId="ADAL" clId="{81BFF0D3-4F8E-4A27-9D16-16CEBE74C653}" dt="2022-08-26T22:07:02.589" v="2585" actId="1038"/>
          <ac:spMkLst>
            <pc:docMk/>
            <pc:sldMk cId="1154762556" sldId="825"/>
            <ac:spMk id="1039" creationId="{4F48DB33-86CB-04C1-A306-70C00DCC8F44}"/>
          </ac:spMkLst>
        </pc:spChg>
        <pc:spChg chg="add mod">
          <ac:chgData name="SHREYAM BANSAL" userId="988f0af8-51a6-420a-8fe2-25246b0fdf32" providerId="ADAL" clId="{81BFF0D3-4F8E-4A27-9D16-16CEBE74C653}" dt="2022-08-26T22:10:30.332" v="2666" actId="1036"/>
          <ac:spMkLst>
            <pc:docMk/>
            <pc:sldMk cId="1154762556" sldId="825"/>
            <ac:spMk id="1040" creationId="{6D5BED7F-A137-3353-0BA0-B6E1E520ACE0}"/>
          </ac:spMkLst>
        </pc:spChg>
        <pc:graphicFrameChg chg="add del mod modGraphic">
          <ac:chgData name="SHREYAM BANSAL" userId="988f0af8-51a6-420a-8fe2-25246b0fdf32" providerId="ADAL" clId="{81BFF0D3-4F8E-4A27-9D16-16CEBE74C653}" dt="2022-08-26T20:35:15.407" v="1407" actId="478"/>
          <ac:graphicFrameMkLst>
            <pc:docMk/>
            <pc:sldMk cId="1154762556" sldId="825"/>
            <ac:graphicFrameMk id="2" creationId="{348EAEDD-5AF2-DFB9-5FB8-B184E1835EFB}"/>
          </ac:graphicFrameMkLst>
        </pc:graphicFrameChg>
        <pc:graphicFrameChg chg="add del mod modGraphic">
          <ac:chgData name="SHREYAM BANSAL" userId="988f0af8-51a6-420a-8fe2-25246b0fdf32" providerId="ADAL" clId="{81BFF0D3-4F8E-4A27-9D16-16CEBE74C653}" dt="2022-08-26T20:23:22.933" v="1040" actId="478"/>
          <ac:graphicFrameMkLst>
            <pc:docMk/>
            <pc:sldMk cId="1154762556" sldId="825"/>
            <ac:graphicFrameMk id="5" creationId="{6191EE02-C371-82AC-D0A8-5F7DFC8CA66A}"/>
          </ac:graphicFrameMkLst>
        </pc:graphicFrameChg>
        <pc:graphicFrameChg chg="add del mod modGraphic">
          <ac:chgData name="SHREYAM BANSAL" userId="988f0af8-51a6-420a-8fe2-25246b0fdf32" providerId="ADAL" clId="{81BFF0D3-4F8E-4A27-9D16-16CEBE74C653}" dt="2022-08-26T20:24:33.597" v="1052" actId="478"/>
          <ac:graphicFrameMkLst>
            <pc:docMk/>
            <pc:sldMk cId="1154762556" sldId="825"/>
            <ac:graphicFrameMk id="6" creationId="{EA1A4CDB-4BA2-397E-0E2D-005AEF5EB553}"/>
          </ac:graphicFrameMkLst>
        </pc:graphicFrameChg>
        <pc:graphicFrameChg chg="add del mod">
          <ac:chgData name="SHREYAM BANSAL" userId="988f0af8-51a6-420a-8fe2-25246b0fdf32" providerId="ADAL" clId="{81BFF0D3-4F8E-4A27-9D16-16CEBE74C653}" dt="2022-08-26T20:25:33.342" v="1060" actId="478"/>
          <ac:graphicFrameMkLst>
            <pc:docMk/>
            <pc:sldMk cId="1154762556" sldId="825"/>
            <ac:graphicFrameMk id="7" creationId="{2EBAF8FA-7316-9371-E73A-879BCEE0D2F2}"/>
          </ac:graphicFrameMkLst>
        </pc:graphicFrameChg>
        <pc:graphicFrameChg chg="add del mod">
          <ac:chgData name="SHREYAM BANSAL" userId="988f0af8-51a6-420a-8fe2-25246b0fdf32" providerId="ADAL" clId="{81BFF0D3-4F8E-4A27-9D16-16CEBE74C653}" dt="2022-08-26T20:48:25.945" v="1472" actId="478"/>
          <ac:graphicFrameMkLst>
            <pc:docMk/>
            <pc:sldMk cId="1154762556" sldId="825"/>
            <ac:graphicFrameMk id="9" creationId="{B6E9D005-9554-5F7C-7BBB-B722F6A75F90}"/>
          </ac:graphicFrameMkLst>
        </pc:graphicFrameChg>
        <pc:graphicFrameChg chg="add del mod">
          <ac:chgData name="SHREYAM BANSAL" userId="988f0af8-51a6-420a-8fe2-25246b0fdf32" providerId="ADAL" clId="{81BFF0D3-4F8E-4A27-9D16-16CEBE74C653}" dt="2022-08-26T20:59:25.825" v="1495" actId="478"/>
          <ac:graphicFrameMkLst>
            <pc:docMk/>
            <pc:sldMk cId="1154762556" sldId="825"/>
            <ac:graphicFrameMk id="10" creationId="{FCFF3118-6E2F-D4B5-3202-2C38C1C811F5}"/>
          </ac:graphicFrameMkLst>
        </pc:graphicFrameChg>
        <pc:graphicFrameChg chg="add del mod">
          <ac:chgData name="SHREYAM BANSAL" userId="988f0af8-51a6-420a-8fe2-25246b0fdf32" providerId="ADAL" clId="{81BFF0D3-4F8E-4A27-9D16-16CEBE74C653}" dt="2022-08-26T20:34:23.458" v="1304" actId="478"/>
          <ac:graphicFrameMkLst>
            <pc:docMk/>
            <pc:sldMk cId="1154762556" sldId="825"/>
            <ac:graphicFrameMk id="11" creationId="{42DAB0F7-81A5-AAB2-C325-BAB59661F4F7}"/>
          </ac:graphicFrameMkLst>
        </pc:graphicFrameChg>
        <pc:graphicFrameChg chg="add del mod modGraphic">
          <ac:chgData name="SHREYAM BANSAL" userId="988f0af8-51a6-420a-8fe2-25246b0fdf32" providerId="ADAL" clId="{81BFF0D3-4F8E-4A27-9D16-16CEBE74C653}" dt="2022-08-26T21:00:11.688" v="1502" actId="478"/>
          <ac:graphicFrameMkLst>
            <pc:docMk/>
            <pc:sldMk cId="1154762556" sldId="825"/>
            <ac:graphicFrameMk id="44" creationId="{30D235E4-BFB1-A7EC-C364-46629B66CD52}"/>
          </ac:graphicFrameMkLst>
        </pc:graphicFrameChg>
        <pc:graphicFrameChg chg="add del mod modGraphic">
          <ac:chgData name="SHREYAM BANSAL" userId="988f0af8-51a6-420a-8fe2-25246b0fdf32" providerId="ADAL" clId="{81BFF0D3-4F8E-4A27-9D16-16CEBE74C653}" dt="2022-08-26T21:01:42.286" v="1528" actId="478"/>
          <ac:graphicFrameMkLst>
            <pc:docMk/>
            <pc:sldMk cId="1154762556" sldId="825"/>
            <ac:graphicFrameMk id="45" creationId="{12D0E0AF-14C3-126E-B458-F911E979A0AC}"/>
          </ac:graphicFrameMkLst>
        </pc:graphicFrameChg>
        <pc:graphicFrameChg chg="add del mod modGraphic">
          <ac:chgData name="SHREYAM BANSAL" userId="988f0af8-51a6-420a-8fe2-25246b0fdf32" providerId="ADAL" clId="{81BFF0D3-4F8E-4A27-9D16-16CEBE74C653}" dt="2022-08-26T21:02:51.155" v="1544" actId="478"/>
          <ac:graphicFrameMkLst>
            <pc:docMk/>
            <pc:sldMk cId="1154762556" sldId="825"/>
            <ac:graphicFrameMk id="46" creationId="{6116E08C-97EF-6E22-E85F-3C03E74312BC}"/>
          </ac:graphicFrameMkLst>
        </pc:graphicFrameChg>
        <pc:graphicFrameChg chg="add del modGraphic">
          <ac:chgData name="SHREYAM BANSAL" userId="988f0af8-51a6-420a-8fe2-25246b0fdf32" providerId="ADAL" clId="{81BFF0D3-4F8E-4A27-9D16-16CEBE74C653}" dt="2022-08-26T21:05:28.089" v="1546" actId="478"/>
          <ac:graphicFrameMkLst>
            <pc:docMk/>
            <pc:sldMk cId="1154762556" sldId="825"/>
            <ac:graphicFrameMk id="47" creationId="{042D7D50-40D2-237E-F3EE-67BA0E2933DF}"/>
          </ac:graphicFrameMkLst>
        </pc:graphicFrameChg>
        <pc:picChg chg="mod">
          <ac:chgData name="SHREYAM BANSAL" userId="988f0af8-51a6-420a-8fe2-25246b0fdf32" providerId="ADAL" clId="{81BFF0D3-4F8E-4A27-9D16-16CEBE74C653}" dt="2022-08-26T22:03:43.171" v="2261" actId="14100"/>
          <ac:picMkLst>
            <pc:docMk/>
            <pc:sldMk cId="1154762556" sldId="825"/>
            <ac:picMk id="22" creationId="{6E67C7FE-19BF-9B05-FF2E-30B009F35446}"/>
          </ac:picMkLst>
        </pc:picChg>
        <pc:picChg chg="add mod ord">
          <ac:chgData name="SHREYAM BANSAL" userId="988f0af8-51a6-420a-8fe2-25246b0fdf32" providerId="ADAL" clId="{81BFF0D3-4F8E-4A27-9D16-16CEBE74C653}" dt="2022-08-26T22:10:30.332" v="2666" actId="1036"/>
          <ac:picMkLst>
            <pc:docMk/>
            <pc:sldMk cId="1154762556" sldId="825"/>
            <ac:picMk id="33" creationId="{B31C970A-BDD9-8403-6E69-619DE4A1D975}"/>
          </ac:picMkLst>
        </pc:picChg>
        <pc:picChg chg="add del">
          <ac:chgData name="SHREYAM BANSAL" userId="988f0af8-51a6-420a-8fe2-25246b0fdf32" providerId="ADAL" clId="{81BFF0D3-4F8E-4A27-9D16-16CEBE74C653}" dt="2022-08-26T20:51:25.465" v="1493" actId="478"/>
          <ac:picMkLst>
            <pc:docMk/>
            <pc:sldMk cId="1154762556" sldId="825"/>
            <ac:picMk id="43" creationId="{8FC23073-DB44-96F3-2C44-1732F4FBC5E6}"/>
          </ac:picMkLst>
        </pc:picChg>
        <pc:picChg chg="add del mod">
          <ac:chgData name="SHREYAM BANSAL" userId="988f0af8-51a6-420a-8fe2-25246b0fdf32" providerId="ADAL" clId="{81BFF0D3-4F8E-4A27-9D16-16CEBE74C653}" dt="2022-08-26T21:33:46.432" v="2042" actId="478"/>
          <ac:picMkLst>
            <pc:docMk/>
            <pc:sldMk cId="1154762556" sldId="825"/>
            <ac:picMk id="48" creationId="{7E5BFA3E-EE46-AA7B-DC95-DB4AE2CE01F9}"/>
          </ac:picMkLst>
        </pc:picChg>
        <pc:picChg chg="add del mod">
          <ac:chgData name="SHREYAM BANSAL" userId="988f0af8-51a6-420a-8fe2-25246b0fdf32" providerId="ADAL" clId="{81BFF0D3-4F8E-4A27-9D16-16CEBE74C653}" dt="2022-08-26T21:11:58.040" v="1564" actId="478"/>
          <ac:picMkLst>
            <pc:docMk/>
            <pc:sldMk cId="1154762556" sldId="825"/>
            <ac:picMk id="50" creationId="{4A8171EB-7B32-911E-F8A9-B83689841AB2}"/>
          </ac:picMkLst>
        </pc:picChg>
        <pc:picChg chg="add del mod ord">
          <ac:chgData name="SHREYAM BANSAL" userId="988f0af8-51a6-420a-8fe2-25246b0fdf32" providerId="ADAL" clId="{81BFF0D3-4F8E-4A27-9D16-16CEBE74C653}" dt="2022-08-26T21:33:46.432" v="2042" actId="478"/>
          <ac:picMkLst>
            <pc:docMk/>
            <pc:sldMk cId="1154762556" sldId="825"/>
            <ac:picMk id="52" creationId="{25C8040F-E7CA-1EC9-1063-30F2BBCACA7B}"/>
          </ac:picMkLst>
        </pc:picChg>
        <pc:picChg chg="add del mod">
          <ac:chgData name="SHREYAM BANSAL" userId="988f0af8-51a6-420a-8fe2-25246b0fdf32" providerId="ADAL" clId="{81BFF0D3-4F8E-4A27-9D16-16CEBE74C653}" dt="2022-08-26T21:33:46.432" v="2042" actId="478"/>
          <ac:picMkLst>
            <pc:docMk/>
            <pc:sldMk cId="1154762556" sldId="825"/>
            <ac:picMk id="54" creationId="{20249BC0-BC9F-B2A1-FEA0-2C86FADF3DBA}"/>
          </ac:picMkLst>
        </pc:picChg>
        <pc:picChg chg="del">
          <ac:chgData name="SHREYAM BANSAL" userId="988f0af8-51a6-420a-8fe2-25246b0fdf32" providerId="ADAL" clId="{81BFF0D3-4F8E-4A27-9D16-16CEBE74C653}" dt="2022-08-26T20:18:07.742" v="968" actId="478"/>
          <ac:picMkLst>
            <pc:docMk/>
            <pc:sldMk cId="1154762556" sldId="825"/>
            <ac:picMk id="1026" creationId="{29164043-3ECD-3607-A50C-F32EBEFCAB47}"/>
          </ac:picMkLst>
        </pc:picChg>
        <pc:picChg chg="add del mod">
          <ac:chgData name="SHREYAM BANSAL" userId="988f0af8-51a6-420a-8fe2-25246b0fdf32" providerId="ADAL" clId="{81BFF0D3-4F8E-4A27-9D16-16CEBE74C653}" dt="2022-08-26T21:10:55.173" v="1555" actId="478"/>
          <ac:picMkLst>
            <pc:docMk/>
            <pc:sldMk cId="1154762556" sldId="825"/>
            <ac:picMk id="1028" creationId="{B447FCF8-2951-B1E7-FE15-2749F4DB8601}"/>
          </ac:picMkLst>
        </pc:picChg>
        <pc:picChg chg="add del">
          <ac:chgData name="SHREYAM BANSAL" userId="988f0af8-51a6-420a-8fe2-25246b0fdf32" providerId="ADAL" clId="{81BFF0D3-4F8E-4A27-9D16-16CEBE74C653}" dt="2022-08-26T21:11:23.169" v="1562"/>
          <ac:picMkLst>
            <pc:docMk/>
            <pc:sldMk cId="1154762556" sldId="825"/>
            <ac:picMk id="1030" creationId="{950C96F2-063A-5847-A5BA-838D42D48AF8}"/>
          </ac:picMkLst>
        </pc:picChg>
        <pc:picChg chg="add del">
          <ac:chgData name="SHREYAM BANSAL" userId="988f0af8-51a6-420a-8fe2-25246b0fdf32" providerId="ADAL" clId="{81BFF0D3-4F8E-4A27-9D16-16CEBE74C653}" dt="2022-08-26T21:14:31.178" v="1572" actId="478"/>
          <ac:picMkLst>
            <pc:docMk/>
            <pc:sldMk cId="1154762556" sldId="825"/>
            <ac:picMk id="1032" creationId="{35394B6B-794C-7BD8-DB35-2ABE7055A4A4}"/>
          </ac:picMkLst>
        </pc:picChg>
        <pc:picChg chg="add del">
          <ac:chgData name="SHREYAM BANSAL" userId="988f0af8-51a6-420a-8fe2-25246b0fdf32" providerId="ADAL" clId="{81BFF0D3-4F8E-4A27-9D16-16CEBE74C653}" dt="2022-08-26T21:37:11.644" v="2187" actId="478"/>
          <ac:picMkLst>
            <pc:docMk/>
            <pc:sldMk cId="1154762556" sldId="825"/>
            <ac:picMk id="1035" creationId="{6E80EF75-9409-48DB-A929-190160B2AD5A}"/>
          </ac:picMkLst>
        </pc:picChg>
        <pc:cxnChg chg="add del">
          <ac:chgData name="SHREYAM BANSAL" userId="988f0af8-51a6-420a-8fe2-25246b0fdf32" providerId="ADAL" clId="{81BFF0D3-4F8E-4A27-9D16-16CEBE74C653}" dt="2022-08-26T20:36:27.276" v="1425" actId="478"/>
          <ac:cxnSpMkLst>
            <pc:docMk/>
            <pc:sldMk cId="1154762556" sldId="825"/>
            <ac:cxnSpMk id="18" creationId="{9CC68843-27A7-2B34-3C00-0D983C8FF645}"/>
          </ac:cxnSpMkLst>
        </pc:cxnChg>
        <pc:cxnChg chg="add del">
          <ac:chgData name="SHREYAM BANSAL" userId="988f0af8-51a6-420a-8fe2-25246b0fdf32" providerId="ADAL" clId="{81BFF0D3-4F8E-4A27-9D16-16CEBE74C653}" dt="2022-08-26T20:36:39.440" v="1427" actId="478"/>
          <ac:cxnSpMkLst>
            <pc:docMk/>
            <pc:sldMk cId="1154762556" sldId="825"/>
            <ac:cxnSpMk id="20" creationId="{B207DC85-E70E-B197-1EBB-6986C1893730}"/>
          </ac:cxnSpMkLst>
        </pc:cxnChg>
        <pc:cxnChg chg="add del mod">
          <ac:chgData name="SHREYAM BANSAL" userId="988f0af8-51a6-420a-8fe2-25246b0fdf32" providerId="ADAL" clId="{81BFF0D3-4F8E-4A27-9D16-16CEBE74C653}" dt="2022-08-26T20:37:16.980" v="1433" actId="478"/>
          <ac:cxnSpMkLst>
            <pc:docMk/>
            <pc:sldMk cId="1154762556" sldId="825"/>
            <ac:cxnSpMk id="23" creationId="{221BCF18-1B5A-878D-82A7-E000DE7ED22A}"/>
          </ac:cxnSpMkLst>
        </pc:cxnChg>
        <pc:cxnChg chg="add del mod">
          <ac:chgData name="SHREYAM BANSAL" userId="988f0af8-51a6-420a-8fe2-25246b0fdf32" providerId="ADAL" clId="{81BFF0D3-4F8E-4A27-9D16-16CEBE74C653}" dt="2022-08-26T20:48:35.066" v="1473" actId="478"/>
          <ac:cxnSpMkLst>
            <pc:docMk/>
            <pc:sldMk cId="1154762556" sldId="825"/>
            <ac:cxnSpMk id="28" creationId="{9F59692F-B884-CFCD-E98A-159BD0B829CF}"/>
          </ac:cxnSpMkLst>
        </pc:cxnChg>
        <pc:cxnChg chg="add del mod">
          <ac:chgData name="SHREYAM BANSAL" userId="988f0af8-51a6-420a-8fe2-25246b0fdf32" providerId="ADAL" clId="{81BFF0D3-4F8E-4A27-9D16-16CEBE74C653}" dt="2022-08-26T20:48:36.856" v="1474" actId="478"/>
          <ac:cxnSpMkLst>
            <pc:docMk/>
            <pc:sldMk cId="1154762556" sldId="825"/>
            <ac:cxnSpMk id="29" creationId="{FFBEB278-1DD9-F5D4-F48F-9789D0E78724}"/>
          </ac:cxnSpMkLst>
        </pc:cxnChg>
      </pc:sldChg>
      <pc:sldChg chg="addSp delSp modSp mod">
        <pc:chgData name="SHREYAM BANSAL" userId="988f0af8-51a6-420a-8fe2-25246b0fdf32" providerId="ADAL" clId="{81BFF0D3-4F8E-4A27-9D16-16CEBE74C653}" dt="2022-08-27T03:22:51.963" v="4974" actId="1076"/>
        <pc:sldMkLst>
          <pc:docMk/>
          <pc:sldMk cId="3628587557" sldId="828"/>
        </pc:sldMkLst>
        <pc:spChg chg="add del mod">
          <ac:chgData name="SHREYAM BANSAL" userId="988f0af8-51a6-420a-8fe2-25246b0fdf32" providerId="ADAL" clId="{81BFF0D3-4F8E-4A27-9D16-16CEBE74C653}" dt="2022-08-26T22:35:45.617" v="3320" actId="478"/>
          <ac:spMkLst>
            <pc:docMk/>
            <pc:sldMk cId="3628587557" sldId="828"/>
            <ac:spMk id="4" creationId="{A3E79640-D8DE-1D89-8958-60E34A3C241D}"/>
          </ac:spMkLst>
        </pc:spChg>
        <pc:spChg chg="mod">
          <ac:chgData name="SHREYAM BANSAL" userId="988f0af8-51a6-420a-8fe2-25246b0fdf32" providerId="ADAL" clId="{81BFF0D3-4F8E-4A27-9D16-16CEBE74C653}" dt="2022-08-27T03:22:51.963" v="4974" actId="1076"/>
          <ac:spMkLst>
            <pc:docMk/>
            <pc:sldMk cId="3628587557" sldId="828"/>
            <ac:spMk id="25" creationId="{F63F3056-C45A-5CAF-1509-F036ECBCB398}"/>
          </ac:spMkLst>
        </pc:spChg>
        <pc:graphicFrameChg chg="add mod modGraphic">
          <ac:chgData name="SHREYAM BANSAL" userId="988f0af8-51a6-420a-8fe2-25246b0fdf32" providerId="ADAL" clId="{81BFF0D3-4F8E-4A27-9D16-16CEBE74C653}" dt="2022-08-26T22:37:54.189" v="3441" actId="1035"/>
          <ac:graphicFrameMkLst>
            <pc:docMk/>
            <pc:sldMk cId="3628587557" sldId="828"/>
            <ac:graphicFrameMk id="5" creationId="{3500E187-403F-12A5-AD25-E88717C06541}"/>
          </ac:graphicFrameMkLst>
        </pc:graphicFrameChg>
        <pc:graphicFrameChg chg="add mod modGraphic">
          <ac:chgData name="SHREYAM BANSAL" userId="988f0af8-51a6-420a-8fe2-25246b0fdf32" providerId="ADAL" clId="{81BFF0D3-4F8E-4A27-9D16-16CEBE74C653}" dt="2022-08-26T22:49:14.655" v="3545" actId="2165"/>
          <ac:graphicFrameMkLst>
            <pc:docMk/>
            <pc:sldMk cId="3628587557" sldId="828"/>
            <ac:graphicFrameMk id="7" creationId="{6DAE8B98-7F13-667D-1343-2E35009E3642}"/>
          </ac:graphicFrameMkLst>
        </pc:graphicFrameChg>
        <pc:picChg chg="add del mod">
          <ac:chgData name="SHREYAM BANSAL" userId="988f0af8-51a6-420a-8fe2-25246b0fdf32" providerId="ADAL" clId="{81BFF0D3-4F8E-4A27-9D16-16CEBE74C653}" dt="2022-08-26T22:30:47.636" v="3014" actId="478"/>
          <ac:picMkLst>
            <pc:docMk/>
            <pc:sldMk cId="3628587557" sldId="828"/>
            <ac:picMk id="30" creationId="{946B3194-F845-1778-7315-B515E33284C0}"/>
          </ac:picMkLst>
        </pc:picChg>
        <pc:cxnChg chg="mod">
          <ac:chgData name="SHREYAM BANSAL" userId="988f0af8-51a6-420a-8fe2-25246b0fdf32" providerId="ADAL" clId="{81BFF0D3-4F8E-4A27-9D16-16CEBE74C653}" dt="2022-08-27T03:22:51.963" v="4974" actId="1076"/>
          <ac:cxnSpMkLst>
            <pc:docMk/>
            <pc:sldMk cId="3628587557" sldId="828"/>
            <ac:cxnSpMk id="32" creationId="{FAAC4261-0E71-0142-A958-1B09C31CA388}"/>
          </ac:cxnSpMkLst>
        </pc:cxnChg>
      </pc:sldChg>
      <pc:sldChg chg="modSp mod">
        <pc:chgData name="SHREYAM BANSAL" userId="988f0af8-51a6-420a-8fe2-25246b0fdf32" providerId="ADAL" clId="{81BFF0D3-4F8E-4A27-9D16-16CEBE74C653}" dt="2022-08-27T03:26:05.598" v="5049" actId="20577"/>
        <pc:sldMkLst>
          <pc:docMk/>
          <pc:sldMk cId="2784367968" sldId="829"/>
        </pc:sldMkLst>
        <pc:spChg chg="mod">
          <ac:chgData name="SHREYAM BANSAL" userId="988f0af8-51a6-420a-8fe2-25246b0fdf32" providerId="ADAL" clId="{81BFF0D3-4F8E-4A27-9D16-16CEBE74C653}" dt="2022-08-27T03:21:28.341" v="4934" actId="1076"/>
          <ac:spMkLst>
            <pc:docMk/>
            <pc:sldMk cId="2784367968" sldId="829"/>
            <ac:spMk id="7" creationId="{9EC07383-4492-162D-00F3-5D8D010DC8EE}"/>
          </ac:spMkLst>
        </pc:spChg>
        <pc:spChg chg="mod">
          <ac:chgData name="SHREYAM BANSAL" userId="988f0af8-51a6-420a-8fe2-25246b0fdf32" providerId="ADAL" clId="{81BFF0D3-4F8E-4A27-9D16-16CEBE74C653}" dt="2022-08-27T03:26:05.598" v="5049" actId="20577"/>
          <ac:spMkLst>
            <pc:docMk/>
            <pc:sldMk cId="2784367968" sldId="829"/>
            <ac:spMk id="14" creationId="{D2521EE9-6F16-428E-9D06-BA4D59978FC1}"/>
          </ac:spMkLst>
        </pc:spChg>
        <pc:spChg chg="mod">
          <ac:chgData name="SHREYAM BANSAL" userId="988f0af8-51a6-420a-8fe2-25246b0fdf32" providerId="ADAL" clId="{81BFF0D3-4F8E-4A27-9D16-16CEBE74C653}" dt="2022-08-27T03:21:26.521" v="4933" actId="1076"/>
          <ac:spMkLst>
            <pc:docMk/>
            <pc:sldMk cId="2784367968" sldId="829"/>
            <ac:spMk id="21" creationId="{0C55816B-94BE-BB4D-8E3D-592C13FD6C3C}"/>
          </ac:spMkLst>
        </pc:spChg>
        <pc:spChg chg="mod">
          <ac:chgData name="SHREYAM BANSAL" userId="988f0af8-51a6-420a-8fe2-25246b0fdf32" providerId="ADAL" clId="{81BFF0D3-4F8E-4A27-9D16-16CEBE74C653}" dt="2022-08-27T03:23:31.483" v="5016" actId="207"/>
          <ac:spMkLst>
            <pc:docMk/>
            <pc:sldMk cId="2784367968" sldId="829"/>
            <ac:spMk id="46" creationId="{F5F10D9A-4D76-82E7-B3B6-FBBB1B7617CD}"/>
          </ac:spMkLst>
        </pc:spChg>
        <pc:spChg chg="mod">
          <ac:chgData name="SHREYAM BANSAL" userId="988f0af8-51a6-420a-8fe2-25246b0fdf32" providerId="ADAL" clId="{81BFF0D3-4F8E-4A27-9D16-16CEBE74C653}" dt="2022-08-27T02:48:37.693" v="3552" actId="1076"/>
          <ac:spMkLst>
            <pc:docMk/>
            <pc:sldMk cId="2784367968" sldId="829"/>
            <ac:spMk id="48" creationId="{9B8B8DF9-69DD-CCC7-C9A6-28CF008466A9}"/>
          </ac:spMkLst>
        </pc:spChg>
        <pc:spChg chg="mod">
          <ac:chgData name="SHREYAM BANSAL" userId="988f0af8-51a6-420a-8fe2-25246b0fdf32" providerId="ADAL" clId="{81BFF0D3-4F8E-4A27-9D16-16CEBE74C653}" dt="2022-08-27T02:49:35.374" v="3569" actId="1035"/>
          <ac:spMkLst>
            <pc:docMk/>
            <pc:sldMk cId="2784367968" sldId="829"/>
            <ac:spMk id="50" creationId="{A3CA463C-918E-244B-699C-FD949575C355}"/>
          </ac:spMkLst>
        </pc:spChg>
        <pc:spChg chg="mod">
          <ac:chgData name="SHREYAM BANSAL" userId="988f0af8-51a6-420a-8fe2-25246b0fdf32" providerId="ADAL" clId="{81BFF0D3-4F8E-4A27-9D16-16CEBE74C653}" dt="2022-08-27T02:49:35.374" v="3569" actId="1035"/>
          <ac:spMkLst>
            <pc:docMk/>
            <pc:sldMk cId="2784367968" sldId="829"/>
            <ac:spMk id="51" creationId="{6F514CD7-5386-9652-D776-CF1375826408}"/>
          </ac:spMkLst>
        </pc:spChg>
        <pc:picChg chg="mod">
          <ac:chgData name="SHREYAM BANSAL" userId="988f0af8-51a6-420a-8fe2-25246b0fdf32" providerId="ADAL" clId="{81BFF0D3-4F8E-4A27-9D16-16CEBE74C653}" dt="2022-08-27T02:52:12.251" v="3576" actId="14100"/>
          <ac:picMkLst>
            <pc:docMk/>
            <pc:sldMk cId="2784367968" sldId="829"/>
            <ac:picMk id="4" creationId="{C79888E5-0FF7-2F4E-7174-CD71ADE6FBBE}"/>
          </ac:picMkLst>
        </pc:picChg>
        <pc:picChg chg="mod">
          <ac:chgData name="SHREYAM BANSAL" userId="988f0af8-51a6-420a-8fe2-25246b0fdf32" providerId="ADAL" clId="{81BFF0D3-4F8E-4A27-9D16-16CEBE74C653}" dt="2022-08-27T02:52:04.703" v="3574" actId="14100"/>
          <ac:picMkLst>
            <pc:docMk/>
            <pc:sldMk cId="2784367968" sldId="829"/>
            <ac:picMk id="6" creationId="{9F9C70EB-FC15-6DC0-AF2D-EFEAF7110B47}"/>
          </ac:picMkLst>
        </pc:picChg>
        <pc:picChg chg="mod">
          <ac:chgData name="SHREYAM BANSAL" userId="988f0af8-51a6-420a-8fe2-25246b0fdf32" providerId="ADAL" clId="{81BFF0D3-4F8E-4A27-9D16-16CEBE74C653}" dt="2022-08-27T02:49:35.374" v="3569" actId="1035"/>
          <ac:picMkLst>
            <pc:docMk/>
            <pc:sldMk cId="2784367968" sldId="829"/>
            <ac:picMk id="52" creationId="{AED99DD9-A8DD-3240-0665-D5269E027835}"/>
          </ac:picMkLst>
        </pc:picChg>
      </pc:sldChg>
      <pc:sldChg chg="addSp delSp modSp mod">
        <pc:chgData name="SHREYAM BANSAL" userId="988f0af8-51a6-420a-8fe2-25246b0fdf32" providerId="ADAL" clId="{81BFF0D3-4F8E-4A27-9D16-16CEBE74C653}" dt="2022-08-27T03:27:00.878" v="5086" actId="1037"/>
        <pc:sldMkLst>
          <pc:docMk/>
          <pc:sldMk cId="4263949840" sldId="830"/>
        </pc:sldMkLst>
        <pc:spChg chg="mod">
          <ac:chgData name="SHREYAM BANSAL" userId="988f0af8-51a6-420a-8fe2-25246b0fdf32" providerId="ADAL" clId="{81BFF0D3-4F8E-4A27-9D16-16CEBE74C653}" dt="2022-08-27T03:21:46.643" v="4952" actId="1037"/>
          <ac:spMkLst>
            <pc:docMk/>
            <pc:sldMk cId="4263949840" sldId="830"/>
            <ac:spMk id="4" creationId="{268C4BAF-6E46-C8FD-9075-48D17ED03C9D}"/>
          </ac:spMkLst>
        </pc:spChg>
        <pc:spChg chg="mod">
          <ac:chgData name="SHREYAM BANSAL" userId="988f0af8-51a6-420a-8fe2-25246b0fdf32" providerId="ADAL" clId="{81BFF0D3-4F8E-4A27-9D16-16CEBE74C653}" dt="2022-08-27T03:21:46.643" v="4952" actId="1037"/>
          <ac:spMkLst>
            <pc:docMk/>
            <pc:sldMk cId="4263949840" sldId="830"/>
            <ac:spMk id="5" creationId="{BD46F173-FF0D-00A4-8FD6-D59662BBF647}"/>
          </ac:spMkLst>
        </pc:spChg>
        <pc:spChg chg="add del mod">
          <ac:chgData name="SHREYAM BANSAL" userId="988f0af8-51a6-420a-8fe2-25246b0fdf32" providerId="ADAL" clId="{81BFF0D3-4F8E-4A27-9D16-16CEBE74C653}" dt="2022-08-27T03:16:50.666" v="4846" actId="478"/>
          <ac:spMkLst>
            <pc:docMk/>
            <pc:sldMk cId="4263949840" sldId="830"/>
            <ac:spMk id="6" creationId="{B37D1F93-5E9F-F931-456C-41B864266ED4}"/>
          </ac:spMkLst>
        </pc:spChg>
        <pc:spChg chg="add del mod">
          <ac:chgData name="SHREYAM BANSAL" userId="988f0af8-51a6-420a-8fe2-25246b0fdf32" providerId="ADAL" clId="{81BFF0D3-4F8E-4A27-9D16-16CEBE74C653}" dt="2022-08-27T03:16:52.381" v="4847" actId="478"/>
          <ac:spMkLst>
            <pc:docMk/>
            <pc:sldMk cId="4263949840" sldId="830"/>
            <ac:spMk id="7" creationId="{9AE550AA-F865-F008-611B-4D40FA6B1944}"/>
          </ac:spMkLst>
        </pc:spChg>
        <pc:spChg chg="mod">
          <ac:chgData name="SHREYAM BANSAL" userId="988f0af8-51a6-420a-8fe2-25246b0fdf32" providerId="ADAL" clId="{81BFF0D3-4F8E-4A27-9D16-16CEBE74C653}" dt="2022-08-27T03:16:39.359" v="4845" actId="14100"/>
          <ac:spMkLst>
            <pc:docMk/>
            <pc:sldMk cId="4263949840" sldId="830"/>
            <ac:spMk id="8" creationId="{5C51D102-61BE-FAB5-ECA1-74677A869104}"/>
          </ac:spMkLst>
        </pc:spChg>
        <pc:spChg chg="add mod">
          <ac:chgData name="SHREYAM BANSAL" userId="988f0af8-51a6-420a-8fe2-25246b0fdf32" providerId="ADAL" clId="{81BFF0D3-4F8E-4A27-9D16-16CEBE74C653}" dt="2022-08-27T03:22:41.817" v="4973" actId="1036"/>
          <ac:spMkLst>
            <pc:docMk/>
            <pc:sldMk cId="4263949840" sldId="830"/>
            <ac:spMk id="11" creationId="{8730A044-72E4-A3BD-16FF-8A39889DEE04}"/>
          </ac:spMkLst>
        </pc:spChg>
        <pc:spChg chg="mod">
          <ac:chgData name="SHREYAM BANSAL" userId="988f0af8-51a6-420a-8fe2-25246b0fdf32" providerId="ADAL" clId="{81BFF0D3-4F8E-4A27-9D16-16CEBE74C653}" dt="2022-08-27T03:26:12.247" v="5058" actId="20577"/>
          <ac:spMkLst>
            <pc:docMk/>
            <pc:sldMk cId="4263949840" sldId="830"/>
            <ac:spMk id="14" creationId="{D2521EE9-6F16-428E-9D06-BA4D59978FC1}"/>
          </ac:spMkLst>
        </pc:spChg>
        <pc:spChg chg="add mod">
          <ac:chgData name="SHREYAM BANSAL" userId="988f0af8-51a6-420a-8fe2-25246b0fdf32" providerId="ADAL" clId="{81BFF0D3-4F8E-4A27-9D16-16CEBE74C653}" dt="2022-08-27T03:22:41.817" v="4973" actId="1036"/>
          <ac:spMkLst>
            <pc:docMk/>
            <pc:sldMk cId="4263949840" sldId="830"/>
            <ac:spMk id="19" creationId="{79DE1475-111D-6BD2-7A89-CEA4B432DF77}"/>
          </ac:spMkLst>
        </pc:spChg>
        <pc:spChg chg="mod">
          <ac:chgData name="SHREYAM BANSAL" userId="988f0af8-51a6-420a-8fe2-25246b0fdf32" providerId="ADAL" clId="{81BFF0D3-4F8E-4A27-9D16-16CEBE74C653}" dt="2022-08-27T03:21:39.079" v="4935" actId="1076"/>
          <ac:spMkLst>
            <pc:docMk/>
            <pc:sldMk cId="4263949840" sldId="830"/>
            <ac:spMk id="21" creationId="{0C55816B-94BE-BB4D-8E3D-592C13FD6C3C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35" creationId="{94436B5A-79F3-D767-CB69-AD00125B8096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37" creationId="{F62CD2A5-DAA6-2C64-4F55-4D00F2ADEACF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38" creationId="{A5C6F733-ED44-9466-B120-D22E173D22F4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39" creationId="{0DA06C7D-C693-B71E-873F-CC98FF7FD041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40" creationId="{78EF45C4-2709-9E49-0CF8-11B9180F3303}"/>
          </ac:spMkLst>
        </pc:spChg>
        <pc:spChg chg="mod">
          <ac:chgData name="SHREYAM BANSAL" userId="988f0af8-51a6-420a-8fe2-25246b0fdf32" providerId="ADAL" clId="{81BFF0D3-4F8E-4A27-9D16-16CEBE74C653}" dt="2022-08-27T03:27:00.878" v="5086" actId="1037"/>
          <ac:spMkLst>
            <pc:docMk/>
            <pc:sldMk cId="4263949840" sldId="830"/>
            <ac:spMk id="41" creationId="{E9EDC708-0307-5BB7-8B42-8C03171D4959}"/>
          </ac:spMkLst>
        </pc:spChg>
        <pc:spChg chg="mod">
          <ac:chgData name="SHREYAM BANSAL" userId="988f0af8-51a6-420a-8fe2-25246b0fdf32" providerId="ADAL" clId="{81BFF0D3-4F8E-4A27-9D16-16CEBE74C653}" dt="2022-08-27T03:23:38.351" v="5018" actId="207"/>
          <ac:spMkLst>
            <pc:docMk/>
            <pc:sldMk cId="4263949840" sldId="830"/>
            <ac:spMk id="46" creationId="{F5F10D9A-4D76-82E7-B3B6-FBBB1B7617CD}"/>
          </ac:spMkLst>
        </pc:spChg>
        <pc:spChg chg="mod">
          <ac:chgData name="SHREYAM BANSAL" userId="988f0af8-51a6-420a-8fe2-25246b0fdf32" providerId="ADAL" clId="{81BFF0D3-4F8E-4A27-9D16-16CEBE74C653}" dt="2022-08-27T03:22:32.289" v="4963" actId="1076"/>
          <ac:spMkLst>
            <pc:docMk/>
            <pc:sldMk cId="4263949840" sldId="830"/>
            <ac:spMk id="48" creationId="{9B8B8DF9-69DD-CCC7-C9A6-28CF008466A9}"/>
          </ac:spMkLst>
        </pc:spChg>
        <pc:graphicFrameChg chg="mod modGraphic">
          <ac:chgData name="SHREYAM BANSAL" userId="988f0af8-51a6-420a-8fe2-25246b0fdf32" providerId="ADAL" clId="{81BFF0D3-4F8E-4A27-9D16-16CEBE74C653}" dt="2022-08-27T02:54:13.327" v="3619" actId="1076"/>
          <ac:graphicFrameMkLst>
            <pc:docMk/>
            <pc:sldMk cId="4263949840" sldId="830"/>
            <ac:graphicFrameMk id="2" creationId="{5901973A-7873-7DB5-948A-352BFEF93BC3}"/>
          </ac:graphicFrameMkLst>
        </pc:graphicFrameChg>
        <pc:picChg chg="add del mod">
          <ac:chgData name="SHREYAM BANSAL" userId="988f0af8-51a6-420a-8fe2-25246b0fdf32" providerId="ADAL" clId="{81BFF0D3-4F8E-4A27-9D16-16CEBE74C653}" dt="2022-08-27T03:16:50.666" v="4846" actId="478"/>
          <ac:picMkLst>
            <pc:docMk/>
            <pc:sldMk cId="4263949840" sldId="830"/>
            <ac:picMk id="9" creationId="{91B4782A-4672-178B-9A45-FBE8E886E3B9}"/>
          </ac:picMkLst>
        </pc:picChg>
        <pc:picChg chg="add mod">
          <ac:chgData name="SHREYAM BANSAL" userId="988f0af8-51a6-420a-8fe2-25246b0fdf32" providerId="ADAL" clId="{81BFF0D3-4F8E-4A27-9D16-16CEBE74C653}" dt="2022-08-27T03:22:41.817" v="4973" actId="1036"/>
          <ac:picMkLst>
            <pc:docMk/>
            <pc:sldMk cId="4263949840" sldId="830"/>
            <ac:picMk id="23" creationId="{5E1AC4CA-9AFC-E0AD-BD91-F52E2BF691AB}"/>
          </ac:picMkLst>
        </pc:picChg>
        <pc:picChg chg="mod">
          <ac:chgData name="SHREYAM BANSAL" userId="988f0af8-51a6-420a-8fe2-25246b0fdf32" providerId="ADAL" clId="{81BFF0D3-4F8E-4A27-9D16-16CEBE74C653}" dt="2022-08-27T03:22:26.358" v="4962" actId="1076"/>
          <ac:picMkLst>
            <pc:docMk/>
            <pc:sldMk cId="4263949840" sldId="830"/>
            <ac:picMk id="1028" creationId="{3EC5C65E-F685-5F14-7CB1-4A77CDB27C21}"/>
          </ac:picMkLst>
        </pc:picChg>
      </pc:sldChg>
      <pc:sldChg chg="addSp delSp modSp mod">
        <pc:chgData name="SHREYAM BANSAL" userId="988f0af8-51a6-420a-8fe2-25246b0fdf32" providerId="ADAL" clId="{81BFF0D3-4F8E-4A27-9D16-16CEBE74C653}" dt="2022-08-27T03:26:20.980" v="5069" actId="20577"/>
        <pc:sldMkLst>
          <pc:docMk/>
          <pc:sldMk cId="1544260170" sldId="831"/>
        </pc:sldMkLst>
        <pc:spChg chg="mod">
          <ac:chgData name="SHREYAM BANSAL" userId="988f0af8-51a6-420a-8fe2-25246b0fdf32" providerId="ADAL" clId="{81BFF0D3-4F8E-4A27-9D16-16CEBE74C653}" dt="2022-08-27T03:23:10.808" v="5012" actId="1035"/>
          <ac:spMkLst>
            <pc:docMk/>
            <pc:sldMk cId="1544260170" sldId="831"/>
            <ac:spMk id="5" creationId="{E84F7964-BEA6-D965-DA18-EABE1F25A817}"/>
          </ac:spMkLst>
        </pc:spChg>
        <pc:spChg chg="add mod">
          <ac:chgData name="SHREYAM BANSAL" userId="988f0af8-51a6-420a-8fe2-25246b0fdf32" providerId="ADAL" clId="{81BFF0D3-4F8E-4A27-9D16-16CEBE74C653}" dt="2022-08-27T02:55:40.150" v="3667" actId="20577"/>
          <ac:spMkLst>
            <pc:docMk/>
            <pc:sldMk cId="1544260170" sldId="831"/>
            <ac:spMk id="11" creationId="{A4EDBE3D-84A5-3A37-AC33-BB965DA11DE9}"/>
          </ac:spMkLst>
        </pc:spChg>
        <pc:spChg chg="add mod">
          <ac:chgData name="SHREYAM BANSAL" userId="988f0af8-51a6-420a-8fe2-25246b0fdf32" providerId="ADAL" clId="{81BFF0D3-4F8E-4A27-9D16-16CEBE74C653}" dt="2022-08-27T02:55:35.679" v="3658"/>
          <ac:spMkLst>
            <pc:docMk/>
            <pc:sldMk cId="1544260170" sldId="831"/>
            <ac:spMk id="13" creationId="{6DE1BFF3-9264-3750-C6C5-BB3A2708F4FA}"/>
          </ac:spMkLst>
        </pc:spChg>
        <pc:spChg chg="mod">
          <ac:chgData name="SHREYAM BANSAL" userId="988f0af8-51a6-420a-8fe2-25246b0fdf32" providerId="ADAL" clId="{81BFF0D3-4F8E-4A27-9D16-16CEBE74C653}" dt="2022-08-27T03:26:20.980" v="5069" actId="20577"/>
          <ac:spMkLst>
            <pc:docMk/>
            <pc:sldMk cId="1544260170" sldId="831"/>
            <ac:spMk id="14" creationId="{D2521EE9-6F16-428E-9D06-BA4D59978FC1}"/>
          </ac:spMkLst>
        </pc:spChg>
        <pc:spChg chg="add mod">
          <ac:chgData name="SHREYAM BANSAL" userId="988f0af8-51a6-420a-8fe2-25246b0fdf32" providerId="ADAL" clId="{81BFF0D3-4F8E-4A27-9D16-16CEBE74C653}" dt="2022-08-27T03:23:43.361" v="5020" actId="207"/>
          <ac:spMkLst>
            <pc:docMk/>
            <pc:sldMk cId="1544260170" sldId="831"/>
            <ac:spMk id="21" creationId="{CD83188C-1FBF-0DDC-99C6-F0EDCF0CFDE3}"/>
          </ac:spMkLst>
        </pc:spChg>
        <pc:spChg chg="add mod">
          <ac:chgData name="SHREYAM BANSAL" userId="988f0af8-51a6-420a-8fe2-25246b0fdf32" providerId="ADAL" clId="{81BFF0D3-4F8E-4A27-9D16-16CEBE74C653}" dt="2022-08-27T02:55:35.679" v="3658"/>
          <ac:spMkLst>
            <pc:docMk/>
            <pc:sldMk cId="1544260170" sldId="831"/>
            <ac:spMk id="23" creationId="{8BFAC5B9-426A-021D-B6E8-A9C4AABFE7B3}"/>
          </ac:spMkLst>
        </pc:spChg>
        <pc:spChg chg="add mod">
          <ac:chgData name="SHREYAM BANSAL" userId="988f0af8-51a6-420a-8fe2-25246b0fdf32" providerId="ADAL" clId="{81BFF0D3-4F8E-4A27-9D16-16CEBE74C653}" dt="2022-08-27T02:55:35.679" v="3658"/>
          <ac:spMkLst>
            <pc:docMk/>
            <pc:sldMk cId="1544260170" sldId="831"/>
            <ac:spMk id="24" creationId="{315305C4-D2A1-55A6-03AD-BDECA9CFD4B7}"/>
          </ac:spMkLst>
        </pc:spChg>
        <pc:spChg chg="add mod">
          <ac:chgData name="SHREYAM BANSAL" userId="988f0af8-51a6-420a-8fe2-25246b0fdf32" providerId="ADAL" clId="{81BFF0D3-4F8E-4A27-9D16-16CEBE74C653}" dt="2022-08-27T02:55:35.679" v="3658"/>
          <ac:spMkLst>
            <pc:docMk/>
            <pc:sldMk cId="1544260170" sldId="831"/>
            <ac:spMk id="25" creationId="{39829FC2-A162-2D6E-9DEE-6CD7C4D8A47D}"/>
          </ac:spMkLst>
        </pc:spChg>
        <pc:spChg chg="add mod">
          <ac:chgData name="SHREYAM BANSAL" userId="988f0af8-51a6-420a-8fe2-25246b0fdf32" providerId="ADAL" clId="{81BFF0D3-4F8E-4A27-9D16-16CEBE74C653}" dt="2022-08-27T03:23:01.339" v="4976" actId="1076"/>
          <ac:spMkLst>
            <pc:docMk/>
            <pc:sldMk cId="1544260170" sldId="831"/>
            <ac:spMk id="29" creationId="{0618FB6A-0DDC-19A6-DE8E-B55E24820DCC}"/>
          </ac:spMkLst>
        </pc:spChg>
        <pc:spChg chg="mod">
          <ac:chgData name="SHREYAM BANSAL" userId="988f0af8-51a6-420a-8fe2-25246b0fdf32" providerId="ADAL" clId="{81BFF0D3-4F8E-4A27-9D16-16CEBE74C653}" dt="2022-08-27T03:23:10.808" v="5012" actId="1035"/>
          <ac:spMkLst>
            <pc:docMk/>
            <pc:sldMk cId="1544260170" sldId="831"/>
            <ac:spMk id="35" creationId="{94436B5A-79F3-D767-CB69-AD00125B8096}"/>
          </ac:spMkLst>
        </pc:spChg>
        <pc:spChg chg="mod">
          <ac:chgData name="SHREYAM BANSAL" userId="988f0af8-51a6-420a-8fe2-25246b0fdf32" providerId="ADAL" clId="{81BFF0D3-4F8E-4A27-9D16-16CEBE74C653}" dt="2022-08-27T03:23:10.808" v="5012" actId="1035"/>
          <ac:spMkLst>
            <pc:docMk/>
            <pc:sldMk cId="1544260170" sldId="831"/>
            <ac:spMk id="37" creationId="{F62CD2A5-DAA6-2C64-4F55-4D00F2ADEACF}"/>
          </ac:spMkLst>
        </pc:spChg>
        <pc:spChg chg="mod">
          <ac:chgData name="SHREYAM BANSAL" userId="988f0af8-51a6-420a-8fe2-25246b0fdf32" providerId="ADAL" clId="{81BFF0D3-4F8E-4A27-9D16-16CEBE74C653}" dt="2022-08-27T03:23:10.808" v="5012" actId="1035"/>
          <ac:spMkLst>
            <pc:docMk/>
            <pc:sldMk cId="1544260170" sldId="831"/>
            <ac:spMk id="38" creationId="{A5C6F733-ED44-9466-B120-D22E173D22F4}"/>
          </ac:spMkLst>
        </pc:spChg>
        <pc:spChg chg="add del">
          <ac:chgData name="SHREYAM BANSAL" userId="988f0af8-51a6-420a-8fe2-25246b0fdf32" providerId="ADAL" clId="{81BFF0D3-4F8E-4A27-9D16-16CEBE74C653}" dt="2022-08-27T02:55:21.908" v="3655" actId="478"/>
          <ac:spMkLst>
            <pc:docMk/>
            <pc:sldMk cId="1544260170" sldId="831"/>
            <ac:spMk id="43" creationId="{D0E11B5C-E6E9-A35F-2B07-CA654C05F33E}"/>
          </ac:spMkLst>
        </pc:spChg>
        <pc:spChg chg="add del">
          <ac:chgData name="SHREYAM BANSAL" userId="988f0af8-51a6-420a-8fe2-25246b0fdf32" providerId="ADAL" clId="{81BFF0D3-4F8E-4A27-9D16-16CEBE74C653}" dt="2022-08-27T02:55:21.908" v="3655" actId="478"/>
          <ac:spMkLst>
            <pc:docMk/>
            <pc:sldMk cId="1544260170" sldId="831"/>
            <ac:spMk id="44" creationId="{564BD5B6-0637-F488-31CF-8B89DB26F7B8}"/>
          </ac:spMkLst>
        </pc:spChg>
        <pc:spChg chg="add del">
          <ac:chgData name="SHREYAM BANSAL" userId="988f0af8-51a6-420a-8fe2-25246b0fdf32" providerId="ADAL" clId="{81BFF0D3-4F8E-4A27-9D16-16CEBE74C653}" dt="2022-08-27T02:55:21.908" v="3655" actId="478"/>
          <ac:spMkLst>
            <pc:docMk/>
            <pc:sldMk cId="1544260170" sldId="831"/>
            <ac:spMk id="46" creationId="{F5F10D9A-4D76-82E7-B3B6-FBBB1B7617CD}"/>
          </ac:spMkLst>
        </pc:spChg>
        <pc:spChg chg="add del">
          <ac:chgData name="SHREYAM BANSAL" userId="988f0af8-51a6-420a-8fe2-25246b0fdf32" providerId="ADAL" clId="{81BFF0D3-4F8E-4A27-9D16-16CEBE74C653}" dt="2022-08-27T02:55:21.908" v="3655" actId="478"/>
          <ac:spMkLst>
            <pc:docMk/>
            <pc:sldMk cId="1544260170" sldId="831"/>
            <ac:spMk id="48" creationId="{9B8B8DF9-69DD-CCC7-C9A6-28CF008466A9}"/>
          </ac:spMkLst>
        </pc:spChg>
        <pc:picChg chg="add del mod">
          <ac:chgData name="SHREYAM BANSAL" userId="988f0af8-51a6-420a-8fe2-25246b0fdf32" providerId="ADAL" clId="{81BFF0D3-4F8E-4A27-9D16-16CEBE74C653}" dt="2022-08-27T02:55:19.446" v="3653" actId="22"/>
          <ac:picMkLst>
            <pc:docMk/>
            <pc:sldMk cId="1544260170" sldId="831"/>
            <ac:picMk id="6" creationId="{859818DF-7F5A-FC38-E6C8-04A056F9B414}"/>
          </ac:picMkLst>
        </pc:picChg>
        <pc:picChg chg="add del">
          <ac:chgData name="SHREYAM BANSAL" userId="988f0af8-51a6-420a-8fe2-25246b0fdf32" providerId="ADAL" clId="{81BFF0D3-4F8E-4A27-9D16-16CEBE74C653}" dt="2022-08-27T02:55:24.506" v="3657" actId="478"/>
          <ac:picMkLst>
            <pc:docMk/>
            <pc:sldMk cId="1544260170" sldId="831"/>
            <ac:picMk id="9" creationId="{DCC4C3A4-BA3E-0C0D-2103-2825211BC54C}"/>
          </ac:picMkLst>
        </pc:picChg>
        <pc:picChg chg="add mod">
          <ac:chgData name="SHREYAM BANSAL" userId="988f0af8-51a6-420a-8fe2-25246b0fdf32" providerId="ADAL" clId="{81BFF0D3-4F8E-4A27-9D16-16CEBE74C653}" dt="2022-08-27T02:55:35.679" v="3658"/>
          <ac:picMkLst>
            <pc:docMk/>
            <pc:sldMk cId="1544260170" sldId="831"/>
            <ac:picMk id="19" creationId="{CC8C4B2E-6134-EB4B-6786-6275B3A1A544}"/>
          </ac:picMkLst>
        </pc:picChg>
        <pc:picChg chg="add mod">
          <ac:chgData name="SHREYAM BANSAL" userId="988f0af8-51a6-420a-8fe2-25246b0fdf32" providerId="ADAL" clId="{81BFF0D3-4F8E-4A27-9D16-16CEBE74C653}" dt="2022-08-27T02:55:35.679" v="3658"/>
          <ac:picMkLst>
            <pc:docMk/>
            <pc:sldMk cId="1544260170" sldId="831"/>
            <ac:picMk id="26" creationId="{BAEA6729-EED0-CCC6-5C95-71F00CD494F1}"/>
          </ac:picMkLst>
        </pc:picChg>
        <pc:picChg chg="add mod">
          <ac:chgData name="SHREYAM BANSAL" userId="988f0af8-51a6-420a-8fe2-25246b0fdf32" providerId="ADAL" clId="{81BFF0D3-4F8E-4A27-9D16-16CEBE74C653}" dt="2022-08-27T02:55:35.679" v="3658"/>
          <ac:picMkLst>
            <pc:docMk/>
            <pc:sldMk cId="1544260170" sldId="831"/>
            <ac:picMk id="27" creationId="{01898D8E-81BD-F95E-9DE5-AD48EB2DC295}"/>
          </ac:picMkLst>
        </pc:picChg>
        <pc:picChg chg="add del">
          <ac:chgData name="SHREYAM BANSAL" userId="988f0af8-51a6-420a-8fe2-25246b0fdf32" providerId="ADAL" clId="{81BFF0D3-4F8E-4A27-9D16-16CEBE74C653}" dt="2022-08-27T02:55:21.908" v="3655" actId="478"/>
          <ac:picMkLst>
            <pc:docMk/>
            <pc:sldMk cId="1544260170" sldId="831"/>
            <ac:picMk id="45" creationId="{3DCC30FD-E32F-9C56-5F1B-943A1AEAD502}"/>
          </ac:picMkLst>
        </pc:picChg>
      </pc:sldChg>
      <pc:sldChg chg="addSp delSp modSp mod">
        <pc:chgData name="SHREYAM BANSAL" userId="988f0af8-51a6-420a-8fe2-25246b0fdf32" providerId="ADAL" clId="{81BFF0D3-4F8E-4A27-9D16-16CEBE74C653}" dt="2022-08-27T03:31:00.868" v="5150" actId="207"/>
        <pc:sldMkLst>
          <pc:docMk/>
          <pc:sldMk cId="1780084305" sldId="832"/>
        </pc:sldMkLst>
        <pc:spChg chg="mod">
          <ac:chgData name="SHREYAM BANSAL" userId="988f0af8-51a6-420a-8fe2-25246b0fdf32" providerId="ADAL" clId="{81BFF0D3-4F8E-4A27-9D16-16CEBE74C653}" dt="2022-08-27T03:24:13.966" v="5029" actId="207"/>
          <ac:spMkLst>
            <pc:docMk/>
            <pc:sldMk cId="1780084305" sldId="832"/>
            <ac:spMk id="2" creationId="{ABDB3132-7857-6FCD-8661-1FE86CAE008C}"/>
          </ac:spMkLst>
        </pc:spChg>
        <pc:spChg chg="mod">
          <ac:chgData name="SHREYAM BANSAL" userId="988f0af8-51a6-420a-8fe2-25246b0fdf32" providerId="ADAL" clId="{81BFF0D3-4F8E-4A27-9D16-16CEBE74C653}" dt="2022-08-27T03:31:00.868" v="5150" actId="207"/>
          <ac:spMkLst>
            <pc:docMk/>
            <pc:sldMk cId="1780084305" sldId="832"/>
            <ac:spMk id="3" creationId="{71006755-B991-AE5C-25A4-DC7F5DD65EA7}"/>
          </ac:spMkLst>
        </pc:spChg>
        <pc:spChg chg="mod">
          <ac:chgData name="SHREYAM BANSAL" userId="988f0af8-51a6-420a-8fe2-25246b0fdf32" providerId="ADAL" clId="{81BFF0D3-4F8E-4A27-9D16-16CEBE74C653}" dt="2022-08-27T03:24:02.026" v="5024" actId="20577"/>
          <ac:spMkLst>
            <pc:docMk/>
            <pc:sldMk cId="1780084305" sldId="832"/>
            <ac:spMk id="7" creationId="{9EC07383-4492-162D-00F3-5D8D010DC8EE}"/>
          </ac:spMkLst>
        </pc:spChg>
        <pc:spChg chg="mod">
          <ac:chgData name="SHREYAM BANSAL" userId="988f0af8-51a6-420a-8fe2-25246b0fdf32" providerId="ADAL" clId="{81BFF0D3-4F8E-4A27-9D16-16CEBE74C653}" dt="2022-08-27T02:59:11.394" v="3718" actId="1076"/>
          <ac:spMkLst>
            <pc:docMk/>
            <pc:sldMk cId="1780084305" sldId="832"/>
            <ac:spMk id="8" creationId="{5C51D102-61BE-FAB5-ECA1-74677A869104}"/>
          </ac:spMkLst>
        </pc:spChg>
        <pc:spChg chg="mod">
          <ac:chgData name="SHREYAM BANSAL" userId="988f0af8-51a6-420a-8fe2-25246b0fdf32" providerId="ADAL" clId="{81BFF0D3-4F8E-4A27-9D16-16CEBE74C653}" dt="2022-08-27T03:24:22.640" v="5031" actId="1076"/>
          <ac:spMkLst>
            <pc:docMk/>
            <pc:sldMk cId="1780084305" sldId="832"/>
            <ac:spMk id="9" creationId="{8C7E7F76-EC7D-6332-4436-CF5B685D2277}"/>
          </ac:spMkLst>
        </pc:spChg>
        <pc:spChg chg="add mod">
          <ac:chgData name="SHREYAM BANSAL" userId="988f0af8-51a6-420a-8fe2-25246b0fdf32" providerId="ADAL" clId="{81BFF0D3-4F8E-4A27-9D16-16CEBE74C653}" dt="2022-08-27T03:30:36.752" v="5147" actId="207"/>
          <ac:spMkLst>
            <pc:docMk/>
            <pc:sldMk cId="1780084305" sldId="832"/>
            <ac:spMk id="10" creationId="{9679E51E-986A-DDBA-A7BB-0A00DF41AE9A}"/>
          </ac:spMkLst>
        </pc:spChg>
        <pc:spChg chg="add mod">
          <ac:chgData name="SHREYAM BANSAL" userId="988f0af8-51a6-420a-8fe2-25246b0fdf32" providerId="ADAL" clId="{81BFF0D3-4F8E-4A27-9D16-16CEBE74C653}" dt="2022-08-27T03:30:44.937" v="5148" actId="207"/>
          <ac:spMkLst>
            <pc:docMk/>
            <pc:sldMk cId="1780084305" sldId="832"/>
            <ac:spMk id="11" creationId="{6AD900BF-D041-D019-3E3B-AA90D0C50D5F}"/>
          </ac:spMkLst>
        </pc:spChg>
        <pc:spChg chg="mod">
          <ac:chgData name="SHREYAM BANSAL" userId="988f0af8-51a6-420a-8fe2-25246b0fdf32" providerId="ADAL" clId="{81BFF0D3-4F8E-4A27-9D16-16CEBE74C653}" dt="2022-08-27T03:30:15.817" v="5146" actId="1035"/>
          <ac:spMkLst>
            <pc:docMk/>
            <pc:sldMk cId="1780084305" sldId="832"/>
            <ac:spMk id="12" creationId="{FDEF6C26-2D98-483D-7F3B-57B7AD2B4D67}"/>
          </ac:spMkLst>
        </pc:spChg>
        <pc:spChg chg="add mod">
          <ac:chgData name="SHREYAM BANSAL" userId="988f0af8-51a6-420a-8fe2-25246b0fdf32" providerId="ADAL" clId="{81BFF0D3-4F8E-4A27-9D16-16CEBE74C653}" dt="2022-08-27T03:30:49.521" v="5149" actId="207"/>
          <ac:spMkLst>
            <pc:docMk/>
            <pc:sldMk cId="1780084305" sldId="832"/>
            <ac:spMk id="13" creationId="{5172857F-2F18-AAFE-5997-40E3F3ADCA68}"/>
          </ac:spMkLst>
        </pc:spChg>
        <pc:spChg chg="mod">
          <ac:chgData name="SHREYAM BANSAL" userId="988f0af8-51a6-420a-8fe2-25246b0fdf32" providerId="ADAL" clId="{81BFF0D3-4F8E-4A27-9D16-16CEBE74C653}" dt="2022-08-27T03:26:25.638" v="5070" actId="20577"/>
          <ac:spMkLst>
            <pc:docMk/>
            <pc:sldMk cId="1780084305" sldId="832"/>
            <ac:spMk id="14" creationId="{D2521EE9-6F16-428E-9D06-BA4D59978FC1}"/>
          </ac:spMkLst>
        </pc:spChg>
        <pc:spChg chg="add mod">
          <ac:chgData name="SHREYAM BANSAL" userId="988f0af8-51a6-420a-8fe2-25246b0fdf32" providerId="ADAL" clId="{81BFF0D3-4F8E-4A27-9D16-16CEBE74C653}" dt="2022-08-27T03:18:23.369" v="4897" actId="207"/>
          <ac:spMkLst>
            <pc:docMk/>
            <pc:sldMk cId="1780084305" sldId="832"/>
            <ac:spMk id="18" creationId="{C92C05B9-9DCE-243F-9245-8F784BACC69B}"/>
          </ac:spMkLst>
        </pc:spChg>
        <pc:spChg chg="add mod">
          <ac:chgData name="SHREYAM BANSAL" userId="988f0af8-51a6-420a-8fe2-25246b0fdf32" providerId="ADAL" clId="{81BFF0D3-4F8E-4A27-9D16-16CEBE74C653}" dt="2022-08-27T03:18:03.717" v="4870" actId="1076"/>
          <ac:spMkLst>
            <pc:docMk/>
            <pc:sldMk cId="1780084305" sldId="832"/>
            <ac:spMk id="19" creationId="{312D6168-D571-0AFA-7E8F-C0E43EE84959}"/>
          </ac:spMkLst>
        </pc:spChg>
        <pc:spChg chg="mod">
          <ac:chgData name="SHREYAM BANSAL" userId="988f0af8-51a6-420a-8fe2-25246b0fdf32" providerId="ADAL" clId="{81BFF0D3-4F8E-4A27-9D16-16CEBE74C653}" dt="2022-08-27T03:24:09.102" v="5028" actId="20577"/>
          <ac:spMkLst>
            <pc:docMk/>
            <pc:sldMk cId="1780084305" sldId="832"/>
            <ac:spMk id="21" creationId="{0C55816B-94BE-BB4D-8E3D-592C13FD6C3C}"/>
          </ac:spMkLst>
        </pc:spChg>
        <pc:spChg chg="add mod">
          <ac:chgData name="SHREYAM BANSAL" userId="988f0af8-51a6-420a-8fe2-25246b0fdf32" providerId="ADAL" clId="{81BFF0D3-4F8E-4A27-9D16-16CEBE74C653}" dt="2022-08-27T03:28:56.277" v="5107" actId="5793"/>
          <ac:spMkLst>
            <pc:docMk/>
            <pc:sldMk cId="1780084305" sldId="832"/>
            <ac:spMk id="26" creationId="{D366D971-BAB2-26C6-FE40-91449863EC36}"/>
          </ac:spMkLst>
        </pc:spChg>
        <pc:spChg chg="add mod">
          <ac:chgData name="SHREYAM BANSAL" userId="988f0af8-51a6-420a-8fe2-25246b0fdf32" providerId="ADAL" clId="{81BFF0D3-4F8E-4A27-9D16-16CEBE74C653}" dt="2022-08-27T03:30:15.817" v="5146" actId="1035"/>
          <ac:spMkLst>
            <pc:docMk/>
            <pc:sldMk cId="1780084305" sldId="832"/>
            <ac:spMk id="27" creationId="{1F5273FC-DCF3-A15A-F4DE-2E4037A5D34D}"/>
          </ac:spMkLst>
        </pc:spChg>
        <pc:spChg chg="add mod">
          <ac:chgData name="SHREYAM BANSAL" userId="988f0af8-51a6-420a-8fe2-25246b0fdf32" providerId="ADAL" clId="{81BFF0D3-4F8E-4A27-9D16-16CEBE74C653}" dt="2022-08-27T03:30:15.817" v="5146" actId="1035"/>
          <ac:spMkLst>
            <pc:docMk/>
            <pc:sldMk cId="1780084305" sldId="832"/>
            <ac:spMk id="28" creationId="{89385051-7AF0-8523-C11B-4CC050090A17}"/>
          </ac:spMkLst>
        </pc:spChg>
        <pc:spChg chg="del">
          <ac:chgData name="SHREYAM BANSAL" userId="988f0af8-51a6-420a-8fe2-25246b0fdf32" providerId="ADAL" clId="{81BFF0D3-4F8E-4A27-9D16-16CEBE74C653}" dt="2022-08-27T02:57:43.245" v="3669" actId="478"/>
          <ac:spMkLst>
            <pc:docMk/>
            <pc:sldMk cId="1780084305" sldId="832"/>
            <ac:spMk id="43" creationId="{D0E11B5C-E6E9-A35F-2B07-CA654C05F33E}"/>
          </ac:spMkLst>
        </pc:spChg>
        <pc:spChg chg="del">
          <ac:chgData name="SHREYAM BANSAL" userId="988f0af8-51a6-420a-8fe2-25246b0fdf32" providerId="ADAL" clId="{81BFF0D3-4F8E-4A27-9D16-16CEBE74C653}" dt="2022-08-27T02:57:43.245" v="3669" actId="478"/>
          <ac:spMkLst>
            <pc:docMk/>
            <pc:sldMk cId="1780084305" sldId="832"/>
            <ac:spMk id="44" creationId="{564BD5B6-0637-F488-31CF-8B89DB26F7B8}"/>
          </ac:spMkLst>
        </pc:spChg>
        <pc:spChg chg="del">
          <ac:chgData name="SHREYAM BANSAL" userId="988f0af8-51a6-420a-8fe2-25246b0fdf32" providerId="ADAL" clId="{81BFF0D3-4F8E-4A27-9D16-16CEBE74C653}" dt="2022-08-27T02:57:47.421" v="3670" actId="478"/>
          <ac:spMkLst>
            <pc:docMk/>
            <pc:sldMk cId="1780084305" sldId="832"/>
            <ac:spMk id="46" creationId="{F5F10D9A-4D76-82E7-B3B6-FBBB1B7617CD}"/>
          </ac:spMkLst>
        </pc:spChg>
        <pc:spChg chg="del">
          <ac:chgData name="SHREYAM BANSAL" userId="988f0af8-51a6-420a-8fe2-25246b0fdf32" providerId="ADAL" clId="{81BFF0D3-4F8E-4A27-9D16-16CEBE74C653}" dt="2022-08-27T02:57:49.084" v="3671" actId="478"/>
          <ac:spMkLst>
            <pc:docMk/>
            <pc:sldMk cId="1780084305" sldId="832"/>
            <ac:spMk id="48" creationId="{9B8B8DF9-69DD-CCC7-C9A6-28CF008466A9}"/>
          </ac:spMkLst>
        </pc:spChg>
        <pc:picChg chg="mod">
          <ac:chgData name="SHREYAM BANSAL" userId="988f0af8-51a6-420a-8fe2-25246b0fdf32" providerId="ADAL" clId="{81BFF0D3-4F8E-4A27-9D16-16CEBE74C653}" dt="2022-08-27T03:30:15.817" v="5146" actId="1035"/>
          <ac:picMkLst>
            <pc:docMk/>
            <pc:sldMk cId="1780084305" sldId="832"/>
            <ac:picMk id="22" creationId="{6E67C7FE-19BF-9B05-FF2E-30B009F35446}"/>
          </ac:picMkLst>
        </pc:picChg>
        <pc:picChg chg="add mod">
          <ac:chgData name="SHREYAM BANSAL" userId="988f0af8-51a6-420a-8fe2-25246b0fdf32" providerId="ADAL" clId="{81BFF0D3-4F8E-4A27-9D16-16CEBE74C653}" dt="2022-08-27T03:18:03.717" v="4870" actId="1076"/>
          <ac:picMkLst>
            <pc:docMk/>
            <pc:sldMk cId="1780084305" sldId="832"/>
            <ac:picMk id="23" creationId="{02F4A0B3-2DDC-EB20-1A2C-30671D5C89AD}"/>
          </ac:picMkLst>
        </pc:picChg>
        <pc:picChg chg="add mod">
          <ac:chgData name="SHREYAM BANSAL" userId="988f0af8-51a6-420a-8fe2-25246b0fdf32" providerId="ADAL" clId="{81BFF0D3-4F8E-4A27-9D16-16CEBE74C653}" dt="2022-08-27T03:24:35.279" v="5034" actId="1076"/>
          <ac:picMkLst>
            <pc:docMk/>
            <pc:sldMk cId="1780084305" sldId="832"/>
            <ac:picMk id="24" creationId="{8A98A2D6-1A54-F9E1-9893-5C22E786FA24}"/>
          </ac:picMkLst>
        </pc:picChg>
        <pc:picChg chg="add del mod">
          <ac:chgData name="SHREYAM BANSAL" userId="988f0af8-51a6-420a-8fe2-25246b0fdf32" providerId="ADAL" clId="{81BFF0D3-4F8E-4A27-9D16-16CEBE74C653}" dt="2022-08-27T03:19:25.646" v="4905" actId="478"/>
          <ac:picMkLst>
            <pc:docMk/>
            <pc:sldMk cId="1780084305" sldId="832"/>
            <ac:picMk id="25" creationId="{1F6AE5CA-463E-4F27-2AF7-840827E633B9}"/>
          </ac:picMkLst>
        </pc:picChg>
        <pc:picChg chg="add mod">
          <ac:chgData name="SHREYAM BANSAL" userId="988f0af8-51a6-420a-8fe2-25246b0fdf32" providerId="ADAL" clId="{81BFF0D3-4F8E-4A27-9D16-16CEBE74C653}" dt="2022-08-27T03:30:15.817" v="5146" actId="1035"/>
          <ac:picMkLst>
            <pc:docMk/>
            <pc:sldMk cId="1780084305" sldId="832"/>
            <ac:picMk id="29" creationId="{21ECE87D-2A29-267B-C4E8-8B82787BA727}"/>
          </ac:picMkLst>
        </pc:picChg>
        <pc:picChg chg="del">
          <ac:chgData name="SHREYAM BANSAL" userId="988f0af8-51a6-420a-8fe2-25246b0fdf32" providerId="ADAL" clId="{81BFF0D3-4F8E-4A27-9D16-16CEBE74C653}" dt="2022-08-27T02:57:43.245" v="3669" actId="478"/>
          <ac:picMkLst>
            <pc:docMk/>
            <pc:sldMk cId="1780084305" sldId="832"/>
            <ac:picMk id="45" creationId="{3DCC30FD-E32F-9C56-5F1B-943A1AEAD502}"/>
          </ac:picMkLst>
        </pc:picChg>
      </pc:sldChg>
      <pc:sldChg chg="addSp delSp modSp mod">
        <pc:chgData name="SHREYAM BANSAL" userId="988f0af8-51a6-420a-8fe2-25246b0fdf32" providerId="ADAL" clId="{81BFF0D3-4F8E-4A27-9D16-16CEBE74C653}" dt="2022-08-27T03:35:42.273" v="5169" actId="1076"/>
        <pc:sldMkLst>
          <pc:docMk/>
          <pc:sldMk cId="1978056225" sldId="833"/>
        </pc:sldMkLst>
        <pc:spChg chg="del">
          <ac:chgData name="SHREYAM BANSAL" userId="988f0af8-51a6-420a-8fe2-25246b0fdf32" providerId="ADAL" clId="{81BFF0D3-4F8E-4A27-9D16-16CEBE74C653}" dt="2022-08-27T03:02:20.073" v="3821" actId="478"/>
          <ac:spMkLst>
            <pc:docMk/>
            <pc:sldMk cId="1978056225" sldId="833"/>
            <ac:spMk id="2" creationId="{C6B3D087-E294-89C5-3E97-C1800083CFEB}"/>
          </ac:spMkLst>
        </pc:spChg>
        <pc:spChg chg="del">
          <ac:chgData name="SHREYAM BANSAL" userId="988f0af8-51a6-420a-8fe2-25246b0fdf32" providerId="ADAL" clId="{81BFF0D3-4F8E-4A27-9D16-16CEBE74C653}" dt="2022-08-27T03:03:00.509" v="3884" actId="478"/>
          <ac:spMkLst>
            <pc:docMk/>
            <pc:sldMk cId="1978056225" sldId="833"/>
            <ac:spMk id="4" creationId="{805832C9-7954-CEAA-624F-A879D47DE873}"/>
          </ac:spMkLst>
        </pc:spChg>
        <pc:spChg chg="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5" creationId="{594FF0B1-6648-861E-F02A-0A2D0BD713DE}"/>
          </ac:spMkLst>
        </pc:spChg>
        <pc:spChg chg="del">
          <ac:chgData name="SHREYAM BANSAL" userId="988f0af8-51a6-420a-8fe2-25246b0fdf32" providerId="ADAL" clId="{81BFF0D3-4F8E-4A27-9D16-16CEBE74C653}" dt="2022-08-27T03:09:29.767" v="4182" actId="478"/>
          <ac:spMkLst>
            <pc:docMk/>
            <pc:sldMk cId="1978056225" sldId="833"/>
            <ac:spMk id="6" creationId="{0ABD24FB-EF1D-4480-B7A5-E1DE6BF67ECC}"/>
          </ac:spMkLst>
        </pc:spChg>
        <pc:spChg chg="add mod">
          <ac:chgData name="SHREYAM BANSAL" userId="988f0af8-51a6-420a-8fe2-25246b0fdf32" providerId="ADAL" clId="{81BFF0D3-4F8E-4A27-9D16-16CEBE74C653}" dt="2022-08-27T03:16:03.066" v="4839" actId="1076"/>
          <ac:spMkLst>
            <pc:docMk/>
            <pc:sldMk cId="1978056225" sldId="833"/>
            <ac:spMk id="7" creationId="{48032910-37F1-8FFF-2E1B-02F38A644D32}"/>
          </ac:spMkLst>
        </pc:spChg>
        <pc:spChg chg="mod">
          <ac:chgData name="SHREYAM BANSAL" userId="988f0af8-51a6-420a-8fe2-25246b0fdf32" providerId="ADAL" clId="{81BFF0D3-4F8E-4A27-9D16-16CEBE74C653}" dt="2022-08-27T03:13:59.046" v="4652" actId="1076"/>
          <ac:spMkLst>
            <pc:docMk/>
            <pc:sldMk cId="1978056225" sldId="833"/>
            <ac:spMk id="8" creationId="{5C51D102-61BE-FAB5-ECA1-74677A869104}"/>
          </ac:spMkLst>
        </pc:spChg>
        <pc:spChg chg="del">
          <ac:chgData name="SHREYAM BANSAL" userId="988f0af8-51a6-420a-8fe2-25246b0fdf32" providerId="ADAL" clId="{81BFF0D3-4F8E-4A27-9D16-16CEBE74C653}" dt="2022-08-27T03:11:01.345" v="4363" actId="478"/>
          <ac:spMkLst>
            <pc:docMk/>
            <pc:sldMk cId="1978056225" sldId="833"/>
            <ac:spMk id="9" creationId="{7F36DCE4-93CA-FC3D-5CD2-F1A7CAAC27D8}"/>
          </ac:spMkLst>
        </pc:spChg>
        <pc:spChg chg="add mod">
          <ac:chgData name="SHREYAM BANSAL" userId="988f0af8-51a6-420a-8fe2-25246b0fdf32" providerId="ADAL" clId="{81BFF0D3-4F8E-4A27-9D16-16CEBE74C653}" dt="2022-08-27T03:15:57.892" v="4838" actId="1076"/>
          <ac:spMkLst>
            <pc:docMk/>
            <pc:sldMk cId="1978056225" sldId="833"/>
            <ac:spMk id="10" creationId="{2040C507-9F44-9A5F-051F-317C37DD3141}"/>
          </ac:spMkLst>
        </pc:spChg>
        <pc:spChg chg="add mod">
          <ac:chgData name="SHREYAM BANSAL" userId="988f0af8-51a6-420a-8fe2-25246b0fdf32" providerId="ADAL" clId="{81BFF0D3-4F8E-4A27-9D16-16CEBE74C653}" dt="2022-08-27T03:15:57.892" v="4838" actId="1076"/>
          <ac:spMkLst>
            <pc:docMk/>
            <pc:sldMk cId="1978056225" sldId="833"/>
            <ac:spMk id="11" creationId="{724C2B60-438E-B374-DBF6-1AE5CA680E8D}"/>
          </ac:spMkLst>
        </pc:spChg>
        <pc:spChg chg="del">
          <ac:chgData name="SHREYAM BANSAL" userId="988f0af8-51a6-420a-8fe2-25246b0fdf32" providerId="ADAL" clId="{81BFF0D3-4F8E-4A27-9D16-16CEBE74C653}" dt="2022-08-27T03:11:25.128" v="4378" actId="478"/>
          <ac:spMkLst>
            <pc:docMk/>
            <pc:sldMk cId="1978056225" sldId="833"/>
            <ac:spMk id="13" creationId="{8B99F365-9F15-C816-750A-50B758138316}"/>
          </ac:spMkLst>
        </pc:spChg>
        <pc:spChg chg="mod">
          <ac:chgData name="SHREYAM BANSAL" userId="988f0af8-51a6-420a-8fe2-25246b0fdf32" providerId="ADAL" clId="{81BFF0D3-4F8E-4A27-9D16-16CEBE74C653}" dt="2022-08-27T03:26:29.890" v="5071" actId="20577"/>
          <ac:spMkLst>
            <pc:docMk/>
            <pc:sldMk cId="1978056225" sldId="833"/>
            <ac:spMk id="14" creationId="{D2521EE9-6F16-428E-9D06-BA4D59978FC1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18" creationId="{CB07551C-FD17-C6F1-830B-516FDAD73E27}"/>
          </ac:spMkLst>
        </pc:spChg>
        <pc:spChg chg="add mod">
          <ac:chgData name="SHREYAM BANSAL" userId="988f0af8-51a6-420a-8fe2-25246b0fdf32" providerId="ADAL" clId="{81BFF0D3-4F8E-4A27-9D16-16CEBE74C653}" dt="2022-08-27T03:15:50.750" v="4837" actId="1076"/>
          <ac:spMkLst>
            <pc:docMk/>
            <pc:sldMk cId="1978056225" sldId="833"/>
            <ac:spMk id="19" creationId="{2AEFE40F-F343-A00F-F161-C7C51FA23637}"/>
          </ac:spMkLst>
        </pc:spChg>
        <pc:spChg chg="mod">
          <ac:chgData name="SHREYAM BANSAL" userId="988f0af8-51a6-420a-8fe2-25246b0fdf32" providerId="ADAL" clId="{81BFF0D3-4F8E-4A27-9D16-16CEBE74C653}" dt="2022-08-27T03:16:03.066" v="4839" actId="1076"/>
          <ac:spMkLst>
            <pc:docMk/>
            <pc:sldMk cId="1978056225" sldId="833"/>
            <ac:spMk id="21" creationId="{0C55816B-94BE-BB4D-8E3D-592C13FD6C3C}"/>
          </ac:spMkLst>
        </pc:spChg>
        <pc:spChg chg="add mod">
          <ac:chgData name="SHREYAM BANSAL" userId="988f0af8-51a6-420a-8fe2-25246b0fdf32" providerId="ADAL" clId="{81BFF0D3-4F8E-4A27-9D16-16CEBE74C653}" dt="2022-08-27T03:12:12.343" v="4452" actId="1036"/>
          <ac:spMkLst>
            <pc:docMk/>
            <pc:sldMk cId="1978056225" sldId="833"/>
            <ac:spMk id="32" creationId="{C90044F4-2A33-8E22-522F-AABDF763374F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33" creationId="{E95EF362-9737-4FA6-2EB1-26591F1E2FF5}"/>
          </ac:spMkLst>
        </pc:spChg>
        <pc:spChg chg="add mod">
          <ac:chgData name="SHREYAM BANSAL" userId="988f0af8-51a6-420a-8fe2-25246b0fdf32" providerId="ADAL" clId="{81BFF0D3-4F8E-4A27-9D16-16CEBE74C653}" dt="2022-08-27T03:09:48.452" v="4196" actId="571"/>
          <ac:spMkLst>
            <pc:docMk/>
            <pc:sldMk cId="1978056225" sldId="833"/>
            <ac:spMk id="34" creationId="{EF07EF9A-B6BC-AEEC-78A4-68573E3C5949}"/>
          </ac:spMkLst>
        </pc:spChg>
        <pc:spChg chg="add mod">
          <ac:chgData name="SHREYAM BANSAL" userId="988f0af8-51a6-420a-8fe2-25246b0fdf32" providerId="ADAL" clId="{81BFF0D3-4F8E-4A27-9D16-16CEBE74C653}" dt="2022-08-27T03:12:07.060" v="4436" actId="1035"/>
          <ac:spMkLst>
            <pc:docMk/>
            <pc:sldMk cId="1978056225" sldId="833"/>
            <ac:spMk id="35" creationId="{2D4F4C48-08E8-B75B-A80B-AC414D6D8B7E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40" creationId="{A259C94D-7A15-72DD-74A7-A9664BCA5AD5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42" creationId="{2C97C29F-4718-801B-943D-44F095D3039F}"/>
          </ac:spMkLst>
        </pc:spChg>
        <pc:spChg chg="del">
          <ac:chgData name="SHREYAM BANSAL" userId="988f0af8-51a6-420a-8fe2-25246b0fdf32" providerId="ADAL" clId="{81BFF0D3-4F8E-4A27-9D16-16CEBE74C653}" dt="2022-08-27T03:05:19.092" v="4023" actId="478"/>
          <ac:spMkLst>
            <pc:docMk/>
            <pc:sldMk cId="1978056225" sldId="833"/>
            <ac:spMk id="43" creationId="{D0E11B5C-E6E9-A35F-2B07-CA654C05F33E}"/>
          </ac:spMkLst>
        </pc:spChg>
        <pc:spChg chg="del">
          <ac:chgData name="SHREYAM BANSAL" userId="988f0af8-51a6-420a-8fe2-25246b0fdf32" providerId="ADAL" clId="{81BFF0D3-4F8E-4A27-9D16-16CEBE74C653}" dt="2022-08-27T03:05:19.092" v="4023" actId="478"/>
          <ac:spMkLst>
            <pc:docMk/>
            <pc:sldMk cId="1978056225" sldId="833"/>
            <ac:spMk id="44" creationId="{564BD5B6-0637-F488-31CF-8B89DB26F7B8}"/>
          </ac:spMkLst>
        </pc:spChg>
        <pc:spChg chg="add mod">
          <ac:chgData name="SHREYAM BANSAL" userId="988f0af8-51a6-420a-8fe2-25246b0fdf32" providerId="ADAL" clId="{81BFF0D3-4F8E-4A27-9D16-16CEBE74C653}" dt="2022-08-27T03:12:17.748" v="4454" actId="571"/>
          <ac:spMkLst>
            <pc:docMk/>
            <pc:sldMk cId="1978056225" sldId="833"/>
            <ac:spMk id="46" creationId="{9C0E0740-35A3-2280-C75C-5287C7D4A020}"/>
          </ac:spMkLst>
        </pc:spChg>
        <pc:spChg chg="add mod">
          <ac:chgData name="SHREYAM BANSAL" userId="988f0af8-51a6-420a-8fe2-25246b0fdf32" providerId="ADAL" clId="{81BFF0D3-4F8E-4A27-9D16-16CEBE74C653}" dt="2022-08-27T03:13:42.667" v="4646" actId="1076"/>
          <ac:spMkLst>
            <pc:docMk/>
            <pc:sldMk cId="1978056225" sldId="833"/>
            <ac:spMk id="47" creationId="{5B1E7189-08A6-F822-8576-E78043A922BE}"/>
          </ac:spMkLst>
        </pc:spChg>
        <pc:spChg chg="add mod">
          <ac:chgData name="SHREYAM BANSAL" userId="988f0af8-51a6-420a-8fe2-25246b0fdf32" providerId="ADAL" clId="{81BFF0D3-4F8E-4A27-9D16-16CEBE74C653}" dt="2022-08-27T03:15:26.558" v="4836" actId="20577"/>
          <ac:spMkLst>
            <pc:docMk/>
            <pc:sldMk cId="1978056225" sldId="833"/>
            <ac:spMk id="48" creationId="{3E5EC510-1B75-B252-8C51-489E29CEB420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53" creationId="{B9019071-0027-909D-6EB1-7A14E9F742FC}"/>
          </ac:spMkLst>
        </pc:spChg>
        <pc:spChg chg="add mod">
          <ac:chgData name="SHREYAM BANSAL" userId="988f0af8-51a6-420a-8fe2-25246b0fdf32" providerId="ADAL" clId="{81BFF0D3-4F8E-4A27-9D16-16CEBE74C653}" dt="2022-08-27T03:24:50.181" v="5036" actId="207"/>
          <ac:spMkLst>
            <pc:docMk/>
            <pc:sldMk cId="1978056225" sldId="833"/>
            <ac:spMk id="54" creationId="{CFCE7913-78B7-F2A5-B82A-D22D31BD2B29}"/>
          </ac:spMkLst>
        </pc:spChg>
        <pc:picChg chg="del">
          <ac:chgData name="SHREYAM BANSAL" userId="988f0af8-51a6-420a-8fe2-25246b0fdf32" providerId="ADAL" clId="{81BFF0D3-4F8E-4A27-9D16-16CEBE74C653}" dt="2022-08-27T03:05:19.092" v="4023" actId="478"/>
          <ac:picMkLst>
            <pc:docMk/>
            <pc:sldMk cId="1978056225" sldId="833"/>
            <ac:picMk id="45" creationId="{3DCC30FD-E32F-9C56-5F1B-943A1AEAD502}"/>
          </ac:picMkLst>
        </pc:picChg>
        <pc:picChg chg="add mod">
          <ac:chgData name="SHREYAM BANSAL" userId="988f0af8-51a6-420a-8fe2-25246b0fdf32" providerId="ADAL" clId="{81BFF0D3-4F8E-4A27-9D16-16CEBE74C653}" dt="2022-08-27T03:34:17.357" v="5166" actId="1036"/>
          <ac:picMkLst>
            <pc:docMk/>
            <pc:sldMk cId="1978056225" sldId="833"/>
            <ac:picMk id="1026" creationId="{DE0CC257-9D1D-7994-DB6B-E75C239BEE4D}"/>
          </ac:picMkLst>
        </pc:picChg>
        <pc:picChg chg="add mod">
          <ac:chgData name="SHREYAM BANSAL" userId="988f0af8-51a6-420a-8fe2-25246b0fdf32" providerId="ADAL" clId="{81BFF0D3-4F8E-4A27-9D16-16CEBE74C653}" dt="2022-08-27T03:34:06.375" v="5162" actId="1076"/>
          <ac:picMkLst>
            <pc:docMk/>
            <pc:sldMk cId="1978056225" sldId="833"/>
            <ac:picMk id="1028" creationId="{92D8F5C5-4947-F996-B051-D1B413BE2F3C}"/>
          </ac:picMkLst>
        </pc:picChg>
        <pc:picChg chg="add mod">
          <ac:chgData name="SHREYAM BANSAL" userId="988f0af8-51a6-420a-8fe2-25246b0fdf32" providerId="ADAL" clId="{81BFF0D3-4F8E-4A27-9D16-16CEBE74C653}" dt="2022-08-27T03:35:42.273" v="5169" actId="1076"/>
          <ac:picMkLst>
            <pc:docMk/>
            <pc:sldMk cId="1978056225" sldId="833"/>
            <ac:picMk id="1030" creationId="{3BDDA8DE-9705-7550-A2A1-47CB6F595D3F}"/>
          </ac:picMkLst>
        </pc:picChg>
        <pc:cxnChg chg="add mod">
          <ac:chgData name="SHREYAM BANSAL" userId="988f0af8-51a6-420a-8fe2-25246b0fdf32" providerId="ADAL" clId="{81BFF0D3-4F8E-4A27-9D16-16CEBE74C653}" dt="2022-08-27T03:16:03.066" v="4839" actId="1076"/>
          <ac:cxnSpMkLst>
            <pc:docMk/>
            <pc:sldMk cId="1978056225" sldId="833"/>
            <ac:cxnSpMk id="23" creationId="{BE10D354-1084-45A1-AAF8-635DF01F1D1E}"/>
          </ac:cxnSpMkLst>
        </pc:cxnChg>
        <pc:cxnChg chg="add mod">
          <ac:chgData name="SHREYAM BANSAL" userId="988f0af8-51a6-420a-8fe2-25246b0fdf32" providerId="ADAL" clId="{81BFF0D3-4F8E-4A27-9D16-16CEBE74C653}" dt="2022-08-27T03:15:57.892" v="4838" actId="1076"/>
          <ac:cxnSpMkLst>
            <pc:docMk/>
            <pc:sldMk cId="1978056225" sldId="833"/>
            <ac:cxnSpMk id="24" creationId="{B401E8A5-B816-984A-F3D4-40E1A7838103}"/>
          </ac:cxnSpMkLst>
        </pc:cxnChg>
        <pc:cxnChg chg="add mod">
          <ac:chgData name="SHREYAM BANSAL" userId="988f0af8-51a6-420a-8fe2-25246b0fdf32" providerId="ADAL" clId="{81BFF0D3-4F8E-4A27-9D16-16CEBE74C653}" dt="2022-08-27T03:15:50.750" v="4837" actId="1076"/>
          <ac:cxnSpMkLst>
            <pc:docMk/>
            <pc:sldMk cId="1978056225" sldId="833"/>
            <ac:cxnSpMk id="25" creationId="{F651C03C-0869-6F49-BF15-BC17E12A8BF4}"/>
          </ac:cxnSpMkLst>
        </pc:cxnChg>
        <pc:cxnChg chg="add mod">
          <ac:chgData name="SHREYAM BANSAL" userId="988f0af8-51a6-420a-8fe2-25246b0fdf32" providerId="ADAL" clId="{81BFF0D3-4F8E-4A27-9D16-16CEBE74C653}" dt="2022-08-27T03:13:56.064" v="4650" actId="1076"/>
          <ac:cxnSpMkLst>
            <pc:docMk/>
            <pc:sldMk cId="1978056225" sldId="833"/>
            <ac:cxnSpMk id="36" creationId="{1F32C585-5411-0C47-D974-A1D9A12D74D1}"/>
          </ac:cxnSpMkLst>
        </pc:cxnChg>
        <pc:cxnChg chg="add mod">
          <ac:chgData name="SHREYAM BANSAL" userId="988f0af8-51a6-420a-8fe2-25246b0fdf32" providerId="ADAL" clId="{81BFF0D3-4F8E-4A27-9D16-16CEBE74C653}" dt="2022-08-27T03:12:07.060" v="4436" actId="1035"/>
          <ac:cxnSpMkLst>
            <pc:docMk/>
            <pc:sldMk cId="1978056225" sldId="833"/>
            <ac:cxnSpMk id="41" creationId="{5640C7C8-C502-1EFF-45F7-F54420EB9C47}"/>
          </ac:cxnSpMkLst>
        </pc:cxnChg>
        <pc:cxnChg chg="add mod">
          <ac:chgData name="SHREYAM BANSAL" userId="988f0af8-51a6-420a-8fe2-25246b0fdf32" providerId="ADAL" clId="{81BFF0D3-4F8E-4A27-9D16-16CEBE74C653}" dt="2022-08-27T03:14:12.451" v="4654" actId="571"/>
          <ac:cxnSpMkLst>
            <pc:docMk/>
            <pc:sldMk cId="1978056225" sldId="833"/>
            <ac:cxnSpMk id="50" creationId="{F8C92D01-3021-E41D-6BF0-C9393F8342A3}"/>
          </ac:cxnSpMkLst>
        </pc:cxnChg>
        <pc:cxnChg chg="add mod">
          <ac:chgData name="SHREYAM BANSAL" userId="988f0af8-51a6-420a-8fe2-25246b0fdf32" providerId="ADAL" clId="{81BFF0D3-4F8E-4A27-9D16-16CEBE74C653}" dt="2022-08-27T03:14:16.329" v="4655" actId="571"/>
          <ac:cxnSpMkLst>
            <pc:docMk/>
            <pc:sldMk cId="1978056225" sldId="833"/>
            <ac:cxnSpMk id="51" creationId="{0E64B0D6-B70D-79C1-70BA-86EA6A544238}"/>
          </ac:cxnSpMkLst>
        </pc:cxnChg>
      </pc:sldChg>
    </pc:docChg>
  </pc:docChgLst>
  <pc:docChgLst>
    <pc:chgData name="SHREY AGRAWAL" userId="803630d2-4236-4c67-9e01-7012243e3a12" providerId="ADAL" clId="{BCCD211D-D86D-4FDA-8122-9C2C84AF60C6}"/>
    <pc:docChg chg="undo custSel addSld delSld modSld sldOrd modSection">
      <pc:chgData name="SHREY AGRAWAL" userId="803630d2-4236-4c67-9e01-7012243e3a12" providerId="ADAL" clId="{BCCD211D-D86D-4FDA-8122-9C2C84AF60C6}" dt="2022-08-27T02:39:55.436" v="2014" actId="1076"/>
      <pc:docMkLst>
        <pc:docMk/>
      </pc:docMkLst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1226842737" sldId="593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3483676091" sldId="594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2495720746" sldId="605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2213643716" sldId="700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2763027818" sldId="703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2218105262" sldId="705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103453072" sldId="707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3061225420" sldId="708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2251005822" sldId="709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3890857336" sldId="710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3712408560" sldId="736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916442034" sldId="767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3462995513" sldId="772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1571979100" sldId="773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2865009999" sldId="776"/>
        </pc:sldMkLst>
      </pc:sldChg>
      <pc:sldChg chg="mod modShow">
        <pc:chgData name="SHREY AGRAWAL" userId="803630d2-4236-4c67-9e01-7012243e3a12" providerId="ADAL" clId="{BCCD211D-D86D-4FDA-8122-9C2C84AF60C6}" dt="2022-08-26T23:13:08.372" v="1155" actId="729"/>
        <pc:sldMkLst>
          <pc:docMk/>
          <pc:sldMk cId="766641779" sldId="784"/>
        </pc:sldMkLst>
      </pc:sldChg>
      <pc:sldChg chg="mod modShow">
        <pc:chgData name="SHREY AGRAWAL" userId="803630d2-4236-4c67-9e01-7012243e3a12" providerId="ADAL" clId="{BCCD211D-D86D-4FDA-8122-9C2C84AF60C6}" dt="2022-08-26T23:13:10.169" v="1156" actId="729"/>
        <pc:sldMkLst>
          <pc:docMk/>
          <pc:sldMk cId="246475253" sldId="785"/>
        </pc:sldMkLst>
      </pc:sldChg>
      <pc:sldChg chg="mod modShow">
        <pc:chgData name="SHREY AGRAWAL" userId="803630d2-4236-4c67-9e01-7012243e3a12" providerId="ADAL" clId="{BCCD211D-D86D-4FDA-8122-9C2C84AF60C6}" dt="2022-08-26T23:13:12.716" v="1157" actId="729"/>
        <pc:sldMkLst>
          <pc:docMk/>
          <pc:sldMk cId="1724350073" sldId="786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343145538" sldId="787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139582676" sldId="788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1798914005" sldId="793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1926422156" sldId="794"/>
        </pc:sldMkLst>
      </pc:sldChg>
      <pc:sldChg chg="mod modShow">
        <pc:chgData name="SHREY AGRAWAL" userId="803630d2-4236-4c67-9e01-7012243e3a12" providerId="ADAL" clId="{BCCD211D-D86D-4FDA-8122-9C2C84AF60C6}" dt="2022-08-26T23:13:30.183" v="1158" actId="729"/>
        <pc:sldMkLst>
          <pc:docMk/>
          <pc:sldMk cId="1748269639" sldId="795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2461023264" sldId="796"/>
        </pc:sldMkLst>
      </pc:sldChg>
      <pc:sldChg chg="mod modShow">
        <pc:chgData name="SHREY AGRAWAL" userId="803630d2-4236-4c67-9e01-7012243e3a12" providerId="ADAL" clId="{BCCD211D-D86D-4FDA-8122-9C2C84AF60C6}" dt="2022-08-26T23:13:39.542" v="1159" actId="729"/>
        <pc:sldMkLst>
          <pc:docMk/>
          <pc:sldMk cId="691542392" sldId="797"/>
        </pc:sldMkLst>
      </pc:sldChg>
      <pc:sldChg chg="mod modShow">
        <pc:chgData name="SHREY AGRAWAL" userId="803630d2-4236-4c67-9e01-7012243e3a12" providerId="ADAL" clId="{BCCD211D-D86D-4FDA-8122-9C2C84AF60C6}" dt="2022-08-26T23:12:36.300" v="1152" actId="729"/>
        <pc:sldMkLst>
          <pc:docMk/>
          <pc:sldMk cId="2229203208" sldId="811"/>
        </pc:sldMkLst>
      </pc:sldChg>
      <pc:sldChg chg="del">
        <pc:chgData name="SHREY AGRAWAL" userId="803630d2-4236-4c67-9e01-7012243e3a12" providerId="ADAL" clId="{BCCD211D-D86D-4FDA-8122-9C2C84AF60C6}" dt="2022-08-26T22:50:43.302" v="1124" actId="47"/>
        <pc:sldMkLst>
          <pc:docMk/>
          <pc:sldMk cId="253566351" sldId="812"/>
        </pc:sldMkLst>
      </pc:sldChg>
      <pc:sldChg chg="addSp delSp modSp mod">
        <pc:chgData name="SHREY AGRAWAL" userId="803630d2-4236-4c67-9e01-7012243e3a12" providerId="ADAL" clId="{BCCD211D-D86D-4FDA-8122-9C2C84AF60C6}" dt="2022-08-26T19:51:12.712" v="536" actId="14100"/>
        <pc:sldMkLst>
          <pc:docMk/>
          <pc:sldMk cId="125300700" sldId="813"/>
        </pc:sldMkLst>
        <pc:spChg chg="del mod">
          <ac:chgData name="SHREY AGRAWAL" userId="803630d2-4236-4c67-9e01-7012243e3a12" providerId="ADAL" clId="{BCCD211D-D86D-4FDA-8122-9C2C84AF60C6}" dt="2022-08-26T19:18:00.314" v="358" actId="478"/>
          <ac:spMkLst>
            <pc:docMk/>
            <pc:sldMk cId="125300700" sldId="813"/>
            <ac:spMk id="33" creationId="{6649ED04-DFC2-2A44-D196-1CB362983365}"/>
          </ac:spMkLst>
        </pc:spChg>
        <pc:spChg chg="add mod">
          <ac:chgData name="SHREY AGRAWAL" userId="803630d2-4236-4c67-9e01-7012243e3a12" providerId="ADAL" clId="{BCCD211D-D86D-4FDA-8122-9C2C84AF60C6}" dt="2022-08-26T19:24:44.495" v="435" actId="1035"/>
          <ac:spMkLst>
            <pc:docMk/>
            <pc:sldMk cId="125300700" sldId="813"/>
            <ac:spMk id="65" creationId="{42D21F98-497B-668F-BE99-BF0431CB057A}"/>
          </ac:spMkLst>
        </pc:spChg>
        <pc:spChg chg="mod">
          <ac:chgData name="SHREY AGRAWAL" userId="803630d2-4236-4c67-9e01-7012243e3a12" providerId="ADAL" clId="{BCCD211D-D86D-4FDA-8122-9C2C84AF60C6}" dt="2022-08-26T17:31:56.132" v="75" actId="208"/>
          <ac:spMkLst>
            <pc:docMk/>
            <pc:sldMk cId="125300700" sldId="813"/>
            <ac:spMk id="72" creationId="{52844B10-EDA5-A6CC-AFE0-8AA0FA6B3840}"/>
          </ac:spMkLst>
        </pc:spChg>
        <pc:spChg chg="mod">
          <ac:chgData name="SHREY AGRAWAL" userId="803630d2-4236-4c67-9e01-7012243e3a12" providerId="ADAL" clId="{BCCD211D-D86D-4FDA-8122-9C2C84AF60C6}" dt="2022-08-26T17:31:56.132" v="75" actId="208"/>
          <ac:spMkLst>
            <pc:docMk/>
            <pc:sldMk cId="125300700" sldId="813"/>
            <ac:spMk id="88" creationId="{AFBEC7FB-F3BF-D1E7-9468-7F1F3D4C0FD6}"/>
          </ac:spMkLst>
        </pc:spChg>
        <pc:spChg chg="mod">
          <ac:chgData name="SHREY AGRAWAL" userId="803630d2-4236-4c67-9e01-7012243e3a12" providerId="ADAL" clId="{BCCD211D-D86D-4FDA-8122-9C2C84AF60C6}" dt="2022-08-26T17:31:56.132" v="75" actId="208"/>
          <ac:spMkLst>
            <pc:docMk/>
            <pc:sldMk cId="125300700" sldId="813"/>
            <ac:spMk id="104" creationId="{F3EEDF4F-B3A7-32AC-277B-73A83C7D01D8}"/>
          </ac:spMkLst>
        </pc:spChg>
        <pc:spChg chg="mod">
          <ac:chgData name="SHREY AGRAWAL" userId="803630d2-4236-4c67-9e01-7012243e3a12" providerId="ADAL" clId="{BCCD211D-D86D-4FDA-8122-9C2C84AF60C6}" dt="2022-08-26T17:31:56.132" v="75" actId="208"/>
          <ac:spMkLst>
            <pc:docMk/>
            <pc:sldMk cId="125300700" sldId="813"/>
            <ac:spMk id="105" creationId="{F9119141-F562-2875-47A9-0D403B74FD2A}"/>
          </ac:spMkLst>
        </pc:spChg>
        <pc:spChg chg="mod">
          <ac:chgData name="SHREY AGRAWAL" userId="803630d2-4236-4c67-9e01-7012243e3a12" providerId="ADAL" clId="{BCCD211D-D86D-4FDA-8122-9C2C84AF60C6}" dt="2022-08-26T17:31:56.132" v="75" actId="208"/>
          <ac:spMkLst>
            <pc:docMk/>
            <pc:sldMk cId="125300700" sldId="813"/>
            <ac:spMk id="106" creationId="{78ECD84F-02A4-3BD2-3942-D9C7821A39C8}"/>
          </ac:spMkLst>
        </pc:spChg>
        <pc:grpChg chg="mod">
          <ac:chgData name="SHREY AGRAWAL" userId="803630d2-4236-4c67-9e01-7012243e3a12" providerId="ADAL" clId="{BCCD211D-D86D-4FDA-8122-9C2C84AF60C6}" dt="2022-08-26T19:21:15.621" v="395" actId="1076"/>
          <ac:grpSpMkLst>
            <pc:docMk/>
            <pc:sldMk cId="125300700" sldId="813"/>
            <ac:grpSpMk id="32" creationId="{6C61EB90-2322-D6F1-43DE-FFCD98762798}"/>
          </ac:grpSpMkLst>
        </pc:grpChg>
        <pc:graphicFrameChg chg="mod">
          <ac:chgData name="SHREY AGRAWAL" userId="803630d2-4236-4c67-9e01-7012243e3a12" providerId="ADAL" clId="{BCCD211D-D86D-4FDA-8122-9C2C84AF60C6}" dt="2022-08-26T19:21:04.998" v="393" actId="255"/>
          <ac:graphicFrameMkLst>
            <pc:docMk/>
            <pc:sldMk cId="125300700" sldId="813"/>
            <ac:graphicFrameMk id="16" creationId="{5EBE79BA-FBAD-4892-52DA-848C0D8507F8}"/>
          </ac:graphicFrameMkLst>
        </pc:graphicFrameChg>
        <pc:graphicFrameChg chg="add mod">
          <ac:chgData name="SHREY AGRAWAL" userId="803630d2-4236-4c67-9e01-7012243e3a12" providerId="ADAL" clId="{BCCD211D-D86D-4FDA-8122-9C2C84AF60C6}" dt="2022-08-26T19:51:12.712" v="536" actId="14100"/>
          <ac:graphicFrameMkLst>
            <pc:docMk/>
            <pc:sldMk cId="125300700" sldId="813"/>
            <ac:graphicFrameMk id="20" creationId="{CC864800-654B-C51E-B445-90810E1549AD}"/>
          </ac:graphicFrameMkLst>
        </pc:graphicFrameChg>
        <pc:picChg chg="add del mod">
          <ac:chgData name="SHREY AGRAWAL" userId="803630d2-4236-4c67-9e01-7012243e3a12" providerId="ADAL" clId="{BCCD211D-D86D-4FDA-8122-9C2C84AF60C6}" dt="2022-08-26T19:43:29.407" v="494" actId="478"/>
          <ac:picMkLst>
            <pc:docMk/>
            <pc:sldMk cId="125300700" sldId="813"/>
            <ac:picMk id="9" creationId="{5BA432B4-01D1-F97E-AFEF-86DC8196EA36}"/>
          </ac:picMkLst>
        </pc:picChg>
        <pc:picChg chg="add del mod">
          <ac:chgData name="SHREY AGRAWAL" userId="803630d2-4236-4c67-9e01-7012243e3a12" providerId="ADAL" clId="{BCCD211D-D86D-4FDA-8122-9C2C84AF60C6}" dt="2022-08-26T19:50:20.481" v="503"/>
          <ac:picMkLst>
            <pc:docMk/>
            <pc:sldMk cId="125300700" sldId="813"/>
            <ac:picMk id="19" creationId="{C3A99F5A-8B37-75C4-934D-37B7334A7488}"/>
          </ac:picMkLst>
        </pc:picChg>
        <pc:picChg chg="add del mod">
          <ac:chgData name="SHREY AGRAWAL" userId="803630d2-4236-4c67-9e01-7012243e3a12" providerId="ADAL" clId="{BCCD211D-D86D-4FDA-8122-9C2C84AF60C6}" dt="2022-08-26T19:20:33.102" v="389" actId="478"/>
          <ac:picMkLst>
            <pc:docMk/>
            <pc:sldMk cId="125300700" sldId="813"/>
            <ac:picMk id="29" creationId="{774DF37C-DB06-F6AB-2087-A837ADADFC67}"/>
          </ac:picMkLst>
        </pc:picChg>
        <pc:picChg chg="add del mod">
          <ac:chgData name="SHREY AGRAWAL" userId="803630d2-4236-4c67-9e01-7012243e3a12" providerId="ADAL" clId="{BCCD211D-D86D-4FDA-8122-9C2C84AF60C6}" dt="2022-08-26T19:36:33.770" v="472" actId="478"/>
          <ac:picMkLst>
            <pc:docMk/>
            <pc:sldMk cId="125300700" sldId="813"/>
            <ac:picMk id="64" creationId="{4AFFCF9A-584F-2CEA-178E-2A28A00C6D4E}"/>
          </ac:picMkLst>
        </pc:picChg>
        <pc:picChg chg="add del mod">
          <ac:chgData name="SHREY AGRAWAL" userId="803630d2-4236-4c67-9e01-7012243e3a12" providerId="ADAL" clId="{BCCD211D-D86D-4FDA-8122-9C2C84AF60C6}" dt="2022-08-26T19:50:23.668" v="505" actId="478"/>
          <ac:picMkLst>
            <pc:docMk/>
            <pc:sldMk cId="125300700" sldId="813"/>
            <ac:picMk id="95" creationId="{2E9E16A4-500E-11F6-B9E8-1638DD898CB2}"/>
          </ac:picMkLst>
        </pc:picChg>
      </pc:sldChg>
      <pc:sldChg chg="addSp delSp modSp mod">
        <pc:chgData name="SHREY AGRAWAL" userId="803630d2-4236-4c67-9e01-7012243e3a12" providerId="ADAL" clId="{BCCD211D-D86D-4FDA-8122-9C2C84AF60C6}" dt="2022-08-26T20:04:07.116" v="556" actId="571"/>
        <pc:sldMkLst>
          <pc:docMk/>
          <pc:sldMk cId="2066438709" sldId="814"/>
        </pc:sldMkLst>
        <pc:spChg chg="add del">
          <ac:chgData name="SHREY AGRAWAL" userId="803630d2-4236-4c67-9e01-7012243e3a12" providerId="ADAL" clId="{BCCD211D-D86D-4FDA-8122-9C2C84AF60C6}" dt="2022-08-26T19:27:51.610" v="437" actId="478"/>
          <ac:spMkLst>
            <pc:docMk/>
            <pc:sldMk cId="2066438709" sldId="814"/>
            <ac:spMk id="5" creationId="{460EDC6B-E341-04F7-FCE7-4381D499639A}"/>
          </ac:spMkLst>
        </pc:spChg>
        <pc:spChg chg="add mod">
          <ac:chgData name="SHREY AGRAWAL" userId="803630d2-4236-4c67-9e01-7012243e3a12" providerId="ADAL" clId="{BCCD211D-D86D-4FDA-8122-9C2C84AF60C6}" dt="2022-08-26T20:04:07.116" v="556" actId="571"/>
          <ac:spMkLst>
            <pc:docMk/>
            <pc:sldMk cId="2066438709" sldId="814"/>
            <ac:spMk id="5" creationId="{8F9D5858-F1E6-FBFC-89EB-8CC3DFD15AC1}"/>
          </ac:spMkLst>
        </pc:spChg>
        <pc:spChg chg="mod">
          <ac:chgData name="SHREY AGRAWAL" userId="803630d2-4236-4c67-9e01-7012243e3a12" providerId="ADAL" clId="{BCCD211D-D86D-4FDA-8122-9C2C84AF60C6}" dt="2022-08-26T20:03:56.962" v="555" actId="1035"/>
          <ac:spMkLst>
            <pc:docMk/>
            <pc:sldMk cId="2066438709" sldId="814"/>
            <ac:spMk id="11" creationId="{D9BCCD78-A275-24F4-2DBF-68EE60C60264}"/>
          </ac:spMkLst>
        </pc:spChg>
        <pc:spChg chg="mod">
          <ac:chgData name="SHREY AGRAWAL" userId="803630d2-4236-4c67-9e01-7012243e3a12" providerId="ADAL" clId="{BCCD211D-D86D-4FDA-8122-9C2C84AF60C6}" dt="2022-08-26T19:35:21.292" v="468" actId="1076"/>
          <ac:spMkLst>
            <pc:docMk/>
            <pc:sldMk cId="2066438709" sldId="814"/>
            <ac:spMk id="18" creationId="{FE02D01D-2CF1-6133-386B-8FABB903388B}"/>
          </ac:spMkLst>
        </pc:spChg>
        <pc:picChg chg="add del mod">
          <ac:chgData name="SHREY AGRAWAL" userId="803630d2-4236-4c67-9e01-7012243e3a12" providerId="ADAL" clId="{BCCD211D-D86D-4FDA-8122-9C2C84AF60C6}" dt="2022-08-26T19:31:46.574" v="455" actId="478"/>
          <ac:picMkLst>
            <pc:docMk/>
            <pc:sldMk cId="2066438709" sldId="814"/>
            <ac:picMk id="5" creationId="{72C50C43-E3A3-44B7-F27E-9A5A4CFF46D6}"/>
          </ac:picMkLst>
        </pc:picChg>
        <pc:picChg chg="add del mod">
          <ac:chgData name="SHREY AGRAWAL" userId="803630d2-4236-4c67-9e01-7012243e3a12" providerId="ADAL" clId="{BCCD211D-D86D-4FDA-8122-9C2C84AF60C6}" dt="2022-08-26T19:34:45.177" v="463" actId="478"/>
          <ac:picMkLst>
            <pc:docMk/>
            <pc:sldMk cId="2066438709" sldId="814"/>
            <ac:picMk id="6" creationId="{D5A02BA8-BF43-23FE-BF84-D7357AD7B8DA}"/>
          </ac:picMkLst>
        </pc:picChg>
        <pc:picChg chg="add del mod modVis">
          <ac:chgData name="SHREY AGRAWAL" userId="803630d2-4236-4c67-9e01-7012243e3a12" providerId="ADAL" clId="{BCCD211D-D86D-4FDA-8122-9C2C84AF60C6}" dt="2022-08-26T19:29:17.247" v="448" actId="478"/>
          <ac:picMkLst>
            <pc:docMk/>
            <pc:sldMk cId="2066438709" sldId="814"/>
            <ac:picMk id="7" creationId="{E3CAC02F-1F0A-DBFE-13A5-1908E487694D}"/>
          </ac:picMkLst>
        </pc:picChg>
        <pc:picChg chg="add mod">
          <ac:chgData name="SHREY AGRAWAL" userId="803630d2-4236-4c67-9e01-7012243e3a12" providerId="ADAL" clId="{BCCD211D-D86D-4FDA-8122-9C2C84AF60C6}" dt="2022-08-26T19:34:52.721" v="466" actId="962"/>
          <ac:picMkLst>
            <pc:docMk/>
            <pc:sldMk cId="2066438709" sldId="814"/>
            <ac:picMk id="8" creationId="{4C4DF3CF-713B-BDDF-C416-CAC8D6B99BD2}"/>
          </ac:picMkLst>
        </pc:picChg>
      </pc:sldChg>
      <pc:sldChg chg="mod modShow">
        <pc:chgData name="SHREY AGRAWAL" userId="803630d2-4236-4c67-9e01-7012243e3a12" providerId="ADAL" clId="{BCCD211D-D86D-4FDA-8122-9C2C84AF60C6}" dt="2022-08-26T23:12:39.034" v="1153" actId="729"/>
        <pc:sldMkLst>
          <pc:docMk/>
          <pc:sldMk cId="3581179997" sldId="820"/>
        </pc:sldMkLst>
      </pc:sldChg>
      <pc:sldChg chg="addSp delSp modSp new mod ord modShow">
        <pc:chgData name="SHREY AGRAWAL" userId="803630d2-4236-4c67-9e01-7012243e3a12" providerId="ADAL" clId="{BCCD211D-D86D-4FDA-8122-9C2C84AF60C6}" dt="2022-08-26T23:12:33.957" v="1151" actId="729"/>
        <pc:sldMkLst>
          <pc:docMk/>
          <pc:sldMk cId="3949640873" sldId="821"/>
        </pc:sldMkLst>
        <pc:spChg chg="del mod">
          <ac:chgData name="SHREY AGRAWAL" userId="803630d2-4236-4c67-9e01-7012243e3a12" providerId="ADAL" clId="{BCCD211D-D86D-4FDA-8122-9C2C84AF60C6}" dt="2022-08-26T12:58:07.489" v="4" actId="478"/>
          <ac:spMkLst>
            <pc:docMk/>
            <pc:sldMk cId="3949640873" sldId="821"/>
            <ac:spMk id="2" creationId="{A56D809C-392A-6199-69B5-E2AAB01829C9}"/>
          </ac:spMkLst>
        </pc:spChg>
        <pc:spChg chg="del">
          <ac:chgData name="SHREY AGRAWAL" userId="803630d2-4236-4c67-9e01-7012243e3a12" providerId="ADAL" clId="{BCCD211D-D86D-4FDA-8122-9C2C84AF60C6}" dt="2022-08-26T12:58:09.586" v="5" actId="478"/>
          <ac:spMkLst>
            <pc:docMk/>
            <pc:sldMk cId="3949640873" sldId="821"/>
            <ac:spMk id="3" creationId="{3E54377C-71C8-946B-92EF-6E60542E5505}"/>
          </ac:spMkLst>
        </pc:spChg>
        <pc:spChg chg="add mod">
          <ac:chgData name="SHREY AGRAWAL" userId="803630d2-4236-4c67-9e01-7012243e3a12" providerId="ADAL" clId="{BCCD211D-D86D-4FDA-8122-9C2C84AF60C6}" dt="2022-08-26T12:59:09.650" v="11" actId="20577"/>
          <ac:spMkLst>
            <pc:docMk/>
            <pc:sldMk cId="3949640873" sldId="821"/>
            <ac:spMk id="5" creationId="{03F6D87E-3373-B658-8D0C-7642C73277EC}"/>
          </ac:spMkLst>
        </pc:spChg>
      </pc:sldChg>
      <pc:sldChg chg="mod modShow">
        <pc:chgData name="SHREY AGRAWAL" userId="803630d2-4236-4c67-9e01-7012243e3a12" providerId="ADAL" clId="{BCCD211D-D86D-4FDA-8122-9C2C84AF60C6}" dt="2022-08-26T23:12:42.549" v="1154" actId="729"/>
        <pc:sldMkLst>
          <pc:docMk/>
          <pc:sldMk cId="99335071" sldId="822"/>
        </pc:sldMkLst>
      </pc:sldChg>
      <pc:sldChg chg="addSp delSp modSp new mod">
        <pc:chgData name="SHREY AGRAWAL" userId="803630d2-4236-4c67-9e01-7012243e3a12" providerId="ADAL" clId="{BCCD211D-D86D-4FDA-8122-9C2C84AF60C6}" dt="2022-08-26T18:27:50.496" v="356" actId="1076"/>
        <pc:sldMkLst>
          <pc:docMk/>
          <pc:sldMk cId="2774630101" sldId="823"/>
        </pc:sldMkLst>
        <pc:spChg chg="del">
          <ac:chgData name="SHREY AGRAWAL" userId="803630d2-4236-4c67-9e01-7012243e3a12" providerId="ADAL" clId="{BCCD211D-D86D-4FDA-8122-9C2C84AF60C6}" dt="2022-08-26T17:07:12.241" v="14" actId="478"/>
          <ac:spMkLst>
            <pc:docMk/>
            <pc:sldMk cId="2774630101" sldId="823"/>
            <ac:spMk id="2" creationId="{DC19EEEE-07ED-25A8-46BB-B32FB12D8755}"/>
          </ac:spMkLst>
        </pc:spChg>
        <pc:spChg chg="del">
          <ac:chgData name="SHREY AGRAWAL" userId="803630d2-4236-4c67-9e01-7012243e3a12" providerId="ADAL" clId="{BCCD211D-D86D-4FDA-8122-9C2C84AF60C6}" dt="2022-08-26T17:07:09.351" v="13" actId="478"/>
          <ac:spMkLst>
            <pc:docMk/>
            <pc:sldMk cId="2774630101" sldId="823"/>
            <ac:spMk id="3" creationId="{008059E4-769B-6F55-2E93-FB6568ACE1BA}"/>
          </ac:spMkLst>
        </pc:spChg>
        <pc:spChg chg="add mod">
          <ac:chgData name="SHREY AGRAWAL" userId="803630d2-4236-4c67-9e01-7012243e3a12" providerId="ADAL" clId="{BCCD211D-D86D-4FDA-8122-9C2C84AF60C6}" dt="2022-08-26T17:44:53.306" v="106"/>
          <ac:spMkLst>
            <pc:docMk/>
            <pc:sldMk cId="2774630101" sldId="823"/>
            <ac:spMk id="5" creationId="{CCF9D90A-9430-094B-85FB-96E84816B3A2}"/>
          </ac:spMkLst>
        </pc:spChg>
        <pc:spChg chg="add mod">
          <ac:chgData name="SHREY AGRAWAL" userId="803630d2-4236-4c67-9e01-7012243e3a12" providerId="ADAL" clId="{BCCD211D-D86D-4FDA-8122-9C2C84AF60C6}" dt="2022-08-26T17:45:00.916" v="107" actId="1076"/>
          <ac:spMkLst>
            <pc:docMk/>
            <pc:sldMk cId="2774630101" sldId="823"/>
            <ac:spMk id="7" creationId="{EC24BE0C-845F-95CF-ED11-12EBB0401F5C}"/>
          </ac:spMkLst>
        </pc:spChg>
        <pc:spChg chg="add mod">
          <ac:chgData name="SHREY AGRAWAL" userId="803630d2-4236-4c67-9e01-7012243e3a12" providerId="ADAL" clId="{BCCD211D-D86D-4FDA-8122-9C2C84AF60C6}" dt="2022-08-26T17:55:37.004" v="261" actId="20577"/>
          <ac:spMkLst>
            <pc:docMk/>
            <pc:sldMk cId="2774630101" sldId="823"/>
            <ac:spMk id="8" creationId="{B3F312EB-3300-662C-3CB8-2B542F2153F7}"/>
          </ac:spMkLst>
        </pc:spChg>
        <pc:spChg chg="add mod">
          <ac:chgData name="SHREY AGRAWAL" userId="803630d2-4236-4c67-9e01-7012243e3a12" providerId="ADAL" clId="{BCCD211D-D86D-4FDA-8122-9C2C84AF60C6}" dt="2022-08-26T18:15:50.096" v="354" actId="20577"/>
          <ac:spMkLst>
            <pc:docMk/>
            <pc:sldMk cId="2774630101" sldId="823"/>
            <ac:spMk id="9" creationId="{C711B2E1-C56D-451B-F923-BC12C4D19757}"/>
          </ac:spMkLst>
        </pc:spChg>
        <pc:picChg chg="add mod">
          <ac:chgData name="SHREY AGRAWAL" userId="803630d2-4236-4c67-9e01-7012243e3a12" providerId="ADAL" clId="{BCCD211D-D86D-4FDA-8122-9C2C84AF60C6}" dt="2022-08-26T18:27:50.496" v="356" actId="1076"/>
          <ac:picMkLst>
            <pc:docMk/>
            <pc:sldMk cId="2774630101" sldId="823"/>
            <ac:picMk id="11" creationId="{8F40C918-1F75-D0EE-0E13-E1712BB84EC1}"/>
          </ac:picMkLst>
        </pc:picChg>
      </pc:sldChg>
      <pc:sldChg chg="addSp delSp modSp mod">
        <pc:chgData name="SHREY AGRAWAL" userId="803630d2-4236-4c67-9e01-7012243e3a12" providerId="ADAL" clId="{BCCD211D-D86D-4FDA-8122-9C2C84AF60C6}" dt="2022-08-26T20:58:19.322" v="993" actId="1076"/>
        <pc:sldMkLst>
          <pc:docMk/>
          <pc:sldMk cId="1330001044" sldId="824"/>
        </pc:sldMkLst>
        <pc:spChg chg="add del mod">
          <ac:chgData name="SHREY AGRAWAL" userId="803630d2-4236-4c67-9e01-7012243e3a12" providerId="ADAL" clId="{BCCD211D-D86D-4FDA-8122-9C2C84AF60C6}" dt="2022-08-26T20:02:55.827" v="550" actId="478"/>
          <ac:spMkLst>
            <pc:docMk/>
            <pc:sldMk cId="1330001044" sldId="824"/>
            <ac:spMk id="2" creationId="{566A770F-2EFE-5439-93E8-1BF72E9EC94C}"/>
          </ac:spMkLst>
        </pc:spChg>
        <pc:spChg chg="add mod">
          <ac:chgData name="SHREY AGRAWAL" userId="803630d2-4236-4c67-9e01-7012243e3a12" providerId="ADAL" clId="{BCCD211D-D86D-4FDA-8122-9C2C84AF60C6}" dt="2022-08-26T20:20:01.869" v="840" actId="14100"/>
          <ac:spMkLst>
            <pc:docMk/>
            <pc:sldMk cId="1330001044" sldId="824"/>
            <ac:spMk id="4" creationId="{BB2C2CFB-CAEF-3006-0227-5C8C1DC26D28}"/>
          </ac:spMkLst>
        </pc:spChg>
        <pc:spChg chg="add mod">
          <ac:chgData name="SHREY AGRAWAL" userId="803630d2-4236-4c67-9e01-7012243e3a12" providerId="ADAL" clId="{BCCD211D-D86D-4FDA-8122-9C2C84AF60C6}" dt="2022-08-26T20:46:54.278" v="920" actId="14100"/>
          <ac:spMkLst>
            <pc:docMk/>
            <pc:sldMk cId="1330001044" sldId="824"/>
            <ac:spMk id="20" creationId="{35E00841-AB57-E85E-F906-885D043DC386}"/>
          </ac:spMkLst>
        </pc:spChg>
        <pc:spChg chg="add del">
          <ac:chgData name="SHREY AGRAWAL" userId="803630d2-4236-4c67-9e01-7012243e3a12" providerId="ADAL" clId="{BCCD211D-D86D-4FDA-8122-9C2C84AF60C6}" dt="2022-08-26T20:47:46.017" v="922" actId="478"/>
          <ac:spMkLst>
            <pc:docMk/>
            <pc:sldMk cId="1330001044" sldId="824"/>
            <ac:spMk id="23" creationId="{5E3E9141-DA0E-E949-0421-2D72D445145D}"/>
          </ac:spMkLst>
        </pc:spChg>
        <pc:spChg chg="add mod">
          <ac:chgData name="SHREY AGRAWAL" userId="803630d2-4236-4c67-9e01-7012243e3a12" providerId="ADAL" clId="{BCCD211D-D86D-4FDA-8122-9C2C84AF60C6}" dt="2022-08-26T20:49:36.451" v="973" actId="14100"/>
          <ac:spMkLst>
            <pc:docMk/>
            <pc:sldMk cId="1330001044" sldId="824"/>
            <ac:spMk id="24" creationId="{DF10DB5D-0506-8134-A4AC-9CA31519A61E}"/>
          </ac:spMkLst>
        </pc:spChg>
        <pc:picChg chg="add del mod">
          <ac:chgData name="SHREY AGRAWAL" userId="803630d2-4236-4c67-9e01-7012243e3a12" providerId="ADAL" clId="{BCCD211D-D86D-4FDA-8122-9C2C84AF60C6}" dt="2022-08-26T20:40:50.095" v="860" actId="478"/>
          <ac:picMkLst>
            <pc:docMk/>
            <pc:sldMk cId="1330001044" sldId="824"/>
            <ac:picMk id="4" creationId="{01408C0B-BF70-5040-0FF6-96EF9B758516}"/>
          </ac:picMkLst>
        </pc:picChg>
        <pc:picChg chg="add del mod">
          <ac:chgData name="SHREY AGRAWAL" userId="803630d2-4236-4c67-9e01-7012243e3a12" providerId="ADAL" clId="{BCCD211D-D86D-4FDA-8122-9C2C84AF60C6}" dt="2022-08-26T20:40:05.732" v="852" actId="478"/>
          <ac:picMkLst>
            <pc:docMk/>
            <pc:sldMk cId="1330001044" sldId="824"/>
            <ac:picMk id="5" creationId="{3949111E-62F3-0E99-29F7-A9EF1B4C72B4}"/>
          </ac:picMkLst>
        </pc:picChg>
        <pc:picChg chg="add del mod">
          <ac:chgData name="SHREY AGRAWAL" userId="803630d2-4236-4c67-9e01-7012243e3a12" providerId="ADAL" clId="{BCCD211D-D86D-4FDA-8122-9C2C84AF60C6}" dt="2022-08-26T20:41:27.697" v="866" actId="478"/>
          <ac:picMkLst>
            <pc:docMk/>
            <pc:sldMk cId="1330001044" sldId="824"/>
            <ac:picMk id="7" creationId="{34A58C30-90F6-FC8D-C563-BDF5A0282FC3}"/>
          </ac:picMkLst>
        </pc:picChg>
        <pc:picChg chg="add del mod">
          <ac:chgData name="SHREY AGRAWAL" userId="803630d2-4236-4c67-9e01-7012243e3a12" providerId="ADAL" clId="{BCCD211D-D86D-4FDA-8122-9C2C84AF60C6}" dt="2022-08-26T20:41:53.073" v="870" actId="478"/>
          <ac:picMkLst>
            <pc:docMk/>
            <pc:sldMk cId="1330001044" sldId="824"/>
            <ac:picMk id="10" creationId="{CDD108B5-0206-15BA-8BB9-03E0DD279C56}"/>
          </ac:picMkLst>
        </pc:picChg>
        <pc:picChg chg="add del mod">
          <ac:chgData name="SHREY AGRAWAL" userId="803630d2-4236-4c67-9e01-7012243e3a12" providerId="ADAL" clId="{BCCD211D-D86D-4FDA-8122-9C2C84AF60C6}" dt="2022-08-26T20:44:10.594" v="879" actId="478"/>
          <ac:picMkLst>
            <pc:docMk/>
            <pc:sldMk cId="1330001044" sldId="824"/>
            <ac:picMk id="13" creationId="{886FCC1F-813B-83F8-9BB2-AACE1ACB24A1}"/>
          </ac:picMkLst>
        </pc:picChg>
        <pc:picChg chg="add del mod">
          <ac:chgData name="SHREY AGRAWAL" userId="803630d2-4236-4c67-9e01-7012243e3a12" providerId="ADAL" clId="{BCCD211D-D86D-4FDA-8122-9C2C84AF60C6}" dt="2022-08-26T20:54:48.331" v="974" actId="478"/>
          <ac:picMkLst>
            <pc:docMk/>
            <pc:sldMk cId="1330001044" sldId="824"/>
            <ac:picMk id="19" creationId="{2B999264-4146-94A4-03A1-F68E4888DEBE}"/>
          </ac:picMkLst>
        </pc:picChg>
        <pc:picChg chg="del">
          <ac:chgData name="SHREY AGRAWAL" userId="803630d2-4236-4c67-9e01-7012243e3a12" providerId="ADAL" clId="{BCCD211D-D86D-4FDA-8122-9C2C84AF60C6}" dt="2022-08-26T20:39:29.133" v="846" actId="478"/>
          <ac:picMkLst>
            <pc:docMk/>
            <pc:sldMk cId="1330001044" sldId="824"/>
            <ac:picMk id="24" creationId="{7C8612D7-2A19-34BE-5544-4DE7C5B42039}"/>
          </ac:picMkLst>
        </pc:picChg>
        <pc:picChg chg="add del mod">
          <ac:chgData name="SHREY AGRAWAL" userId="803630d2-4236-4c67-9e01-7012243e3a12" providerId="ADAL" clId="{BCCD211D-D86D-4FDA-8122-9C2C84AF60C6}" dt="2022-08-26T20:55:16.042" v="979" actId="478"/>
          <ac:picMkLst>
            <pc:docMk/>
            <pc:sldMk cId="1330001044" sldId="824"/>
            <ac:picMk id="27" creationId="{4EE780AE-C01D-F12F-59AC-900D95A92547}"/>
          </ac:picMkLst>
        </pc:picChg>
        <pc:picChg chg="add del mod">
          <ac:chgData name="SHREY AGRAWAL" userId="803630d2-4236-4c67-9e01-7012243e3a12" providerId="ADAL" clId="{BCCD211D-D86D-4FDA-8122-9C2C84AF60C6}" dt="2022-08-26T20:56:28.034" v="983" actId="478"/>
          <ac:picMkLst>
            <pc:docMk/>
            <pc:sldMk cId="1330001044" sldId="824"/>
            <ac:picMk id="29" creationId="{5BBA4D09-DBB8-3A1F-4CA3-D0F91CEF2357}"/>
          </ac:picMkLst>
        </pc:picChg>
        <pc:picChg chg="add del mod">
          <ac:chgData name="SHREY AGRAWAL" userId="803630d2-4236-4c67-9e01-7012243e3a12" providerId="ADAL" clId="{BCCD211D-D86D-4FDA-8122-9C2C84AF60C6}" dt="2022-08-26T20:56:41.472" v="987" actId="478"/>
          <ac:picMkLst>
            <pc:docMk/>
            <pc:sldMk cId="1330001044" sldId="824"/>
            <ac:picMk id="31" creationId="{6DAA9601-2F89-8BD7-C74E-7DA5457FA35B}"/>
          </ac:picMkLst>
        </pc:picChg>
        <pc:picChg chg="add mod">
          <ac:chgData name="SHREY AGRAWAL" userId="803630d2-4236-4c67-9e01-7012243e3a12" providerId="ADAL" clId="{BCCD211D-D86D-4FDA-8122-9C2C84AF60C6}" dt="2022-08-26T20:58:19.322" v="993" actId="1076"/>
          <ac:picMkLst>
            <pc:docMk/>
            <pc:sldMk cId="1330001044" sldId="824"/>
            <ac:picMk id="33" creationId="{3A352EFA-72FE-BBF9-9B7F-1B1D81F4827C}"/>
          </ac:picMkLst>
        </pc:picChg>
        <pc:picChg chg="add mod">
          <ac:chgData name="SHREY AGRAWAL" userId="803630d2-4236-4c67-9e01-7012243e3a12" providerId="ADAL" clId="{BCCD211D-D86D-4FDA-8122-9C2C84AF60C6}" dt="2022-08-26T20:44:50.729" v="882" actId="1076"/>
          <ac:picMkLst>
            <pc:docMk/>
            <pc:sldMk cId="1330001044" sldId="824"/>
            <ac:picMk id="1026" creationId="{29164043-3ECD-3607-A50C-F32EBEFCAB47}"/>
          </ac:picMkLst>
        </pc:picChg>
        <pc:picChg chg="add mod">
          <ac:chgData name="SHREY AGRAWAL" userId="803630d2-4236-4c67-9e01-7012243e3a12" providerId="ADAL" clId="{BCCD211D-D86D-4FDA-8122-9C2C84AF60C6}" dt="2022-08-26T20:23:06.391" v="845" actId="14100"/>
          <ac:picMkLst>
            <pc:docMk/>
            <pc:sldMk cId="1330001044" sldId="824"/>
            <ac:picMk id="2050" creationId="{ADA3D26F-6917-74C2-FEEA-58CBB201C3B0}"/>
          </ac:picMkLst>
        </pc:picChg>
      </pc:sldChg>
      <pc:sldChg chg="modSp mod">
        <pc:chgData name="SHREY AGRAWAL" userId="803630d2-4236-4c67-9e01-7012243e3a12" providerId="ADAL" clId="{BCCD211D-D86D-4FDA-8122-9C2C84AF60C6}" dt="2022-08-26T21:19:31.371" v="1055" actId="14100"/>
        <pc:sldMkLst>
          <pc:docMk/>
          <pc:sldMk cId="35266501" sldId="827"/>
        </pc:sldMkLst>
        <pc:spChg chg="mod">
          <ac:chgData name="SHREY AGRAWAL" userId="803630d2-4236-4c67-9e01-7012243e3a12" providerId="ADAL" clId="{BCCD211D-D86D-4FDA-8122-9C2C84AF60C6}" dt="2022-08-26T21:19:31.371" v="1055" actId="14100"/>
          <ac:spMkLst>
            <pc:docMk/>
            <pc:sldMk cId="35266501" sldId="827"/>
            <ac:spMk id="6" creationId="{4807D3D5-2DFB-A4B4-1F32-353E93BF69D1}"/>
          </ac:spMkLst>
        </pc:spChg>
      </pc:sldChg>
      <pc:sldChg chg="modSp mod">
        <pc:chgData name="SHREY AGRAWAL" userId="803630d2-4236-4c67-9e01-7012243e3a12" providerId="ADAL" clId="{BCCD211D-D86D-4FDA-8122-9C2C84AF60C6}" dt="2022-08-26T23:09:49.020" v="1149" actId="1076"/>
        <pc:sldMkLst>
          <pc:docMk/>
          <pc:sldMk cId="3628587557" sldId="828"/>
        </pc:sldMkLst>
        <pc:spChg chg="mod">
          <ac:chgData name="SHREY AGRAWAL" userId="803630d2-4236-4c67-9e01-7012243e3a12" providerId="ADAL" clId="{BCCD211D-D86D-4FDA-8122-9C2C84AF60C6}" dt="2022-08-26T23:09:03.026" v="1144" actId="1076"/>
          <ac:spMkLst>
            <pc:docMk/>
            <pc:sldMk cId="3628587557" sldId="828"/>
            <ac:spMk id="6" creationId="{4807D3D5-2DFB-A4B4-1F32-353E93BF69D1}"/>
          </ac:spMkLst>
        </pc:spChg>
        <pc:spChg chg="mod">
          <ac:chgData name="SHREY AGRAWAL" userId="803630d2-4236-4c67-9e01-7012243e3a12" providerId="ADAL" clId="{BCCD211D-D86D-4FDA-8122-9C2C84AF60C6}" dt="2022-08-26T23:09:31.083" v="1147" actId="1076"/>
          <ac:spMkLst>
            <pc:docMk/>
            <pc:sldMk cId="3628587557" sldId="828"/>
            <ac:spMk id="9" creationId="{2B415F5B-1FF3-1DF5-5CBE-C2E3B96758D3}"/>
          </ac:spMkLst>
        </pc:spChg>
        <pc:spChg chg="mod">
          <ac:chgData name="SHREY AGRAWAL" userId="803630d2-4236-4c67-9e01-7012243e3a12" providerId="ADAL" clId="{BCCD211D-D86D-4FDA-8122-9C2C84AF60C6}" dt="2022-08-26T23:09:16.930" v="1145" actId="14100"/>
          <ac:spMkLst>
            <pc:docMk/>
            <pc:sldMk cId="3628587557" sldId="828"/>
            <ac:spMk id="11" creationId="{767FC613-775C-49DA-C9C5-2F0985DA6C85}"/>
          </ac:spMkLst>
        </pc:spChg>
        <pc:spChg chg="mod">
          <ac:chgData name="SHREY AGRAWAL" userId="803630d2-4236-4c67-9e01-7012243e3a12" providerId="ADAL" clId="{BCCD211D-D86D-4FDA-8122-9C2C84AF60C6}" dt="2022-08-26T23:09:22.584" v="1146" actId="14100"/>
          <ac:spMkLst>
            <pc:docMk/>
            <pc:sldMk cId="3628587557" sldId="828"/>
            <ac:spMk id="13" creationId="{CEBFA166-1234-0A74-4352-9B2DCC0E6D11}"/>
          </ac:spMkLst>
        </pc:spChg>
        <pc:spChg chg="mod">
          <ac:chgData name="SHREY AGRAWAL" userId="803630d2-4236-4c67-9e01-7012243e3a12" providerId="ADAL" clId="{BCCD211D-D86D-4FDA-8122-9C2C84AF60C6}" dt="2022-08-26T23:08:11.027" v="1140" actId="1035"/>
          <ac:spMkLst>
            <pc:docMk/>
            <pc:sldMk cId="3628587557" sldId="828"/>
            <ac:spMk id="24" creationId="{48A6F41C-D4BB-369D-7EDD-E8C6864A730F}"/>
          </ac:spMkLst>
        </pc:spChg>
        <pc:spChg chg="mod">
          <ac:chgData name="SHREY AGRAWAL" userId="803630d2-4236-4c67-9e01-7012243e3a12" providerId="ADAL" clId="{BCCD211D-D86D-4FDA-8122-9C2C84AF60C6}" dt="2022-08-26T23:09:49.020" v="1149" actId="1076"/>
          <ac:spMkLst>
            <pc:docMk/>
            <pc:sldMk cId="3628587557" sldId="828"/>
            <ac:spMk id="25" creationId="{F63F3056-C45A-5CAF-1509-F036ECBCB398}"/>
          </ac:spMkLst>
        </pc:spChg>
        <pc:cxnChg chg="mod">
          <ac:chgData name="SHREY AGRAWAL" userId="803630d2-4236-4c67-9e01-7012243e3a12" providerId="ADAL" clId="{BCCD211D-D86D-4FDA-8122-9C2C84AF60C6}" dt="2022-08-26T23:09:03.026" v="1144" actId="1076"/>
          <ac:cxnSpMkLst>
            <pc:docMk/>
            <pc:sldMk cId="3628587557" sldId="828"/>
            <ac:cxnSpMk id="28" creationId="{FA52BB80-7482-A0AE-05DD-FF8B89A4E09D}"/>
          </ac:cxnSpMkLst>
        </pc:cxnChg>
        <pc:cxnChg chg="mod">
          <ac:chgData name="SHREY AGRAWAL" userId="803630d2-4236-4c67-9e01-7012243e3a12" providerId="ADAL" clId="{BCCD211D-D86D-4FDA-8122-9C2C84AF60C6}" dt="2022-08-26T23:09:31.083" v="1147" actId="1076"/>
          <ac:cxnSpMkLst>
            <pc:docMk/>
            <pc:sldMk cId="3628587557" sldId="828"/>
            <ac:cxnSpMk id="29" creationId="{2E5C2269-AF50-258C-CE57-BD74F10A7F9C}"/>
          </ac:cxnSpMkLst>
        </pc:cxnChg>
        <pc:cxnChg chg="mod">
          <ac:chgData name="SHREY AGRAWAL" userId="803630d2-4236-4c67-9e01-7012243e3a12" providerId="ADAL" clId="{BCCD211D-D86D-4FDA-8122-9C2C84AF60C6}" dt="2022-08-26T23:09:49.020" v="1149" actId="1076"/>
          <ac:cxnSpMkLst>
            <pc:docMk/>
            <pc:sldMk cId="3628587557" sldId="828"/>
            <ac:cxnSpMk id="32" creationId="{FAAC4261-0E71-0142-A958-1B09C31CA388}"/>
          </ac:cxnSpMkLst>
        </pc:cxnChg>
      </pc:sldChg>
      <pc:sldChg chg="addSp delSp modSp mod delAnim">
        <pc:chgData name="SHREY AGRAWAL" userId="803630d2-4236-4c67-9e01-7012243e3a12" providerId="ADAL" clId="{BCCD211D-D86D-4FDA-8122-9C2C84AF60C6}" dt="2022-08-26T22:46:42.384" v="1076" actId="1076"/>
        <pc:sldMkLst>
          <pc:docMk/>
          <pc:sldMk cId="2784367968" sldId="829"/>
        </pc:sldMkLst>
        <pc:spChg chg="mod">
          <ac:chgData name="SHREY AGRAWAL" userId="803630d2-4236-4c67-9e01-7012243e3a12" providerId="ADAL" clId="{BCCD211D-D86D-4FDA-8122-9C2C84AF60C6}" dt="2022-08-26T22:20:15.923" v="1059" actId="20577"/>
          <ac:spMkLst>
            <pc:docMk/>
            <pc:sldMk cId="2784367968" sldId="829"/>
            <ac:spMk id="21" creationId="{0C55816B-94BE-BB4D-8E3D-592C13FD6C3C}"/>
          </ac:spMkLst>
        </pc:spChg>
        <pc:spChg chg="del mod">
          <ac:chgData name="SHREY AGRAWAL" userId="803630d2-4236-4c67-9e01-7012243e3a12" providerId="ADAL" clId="{BCCD211D-D86D-4FDA-8122-9C2C84AF60C6}" dt="2022-08-26T22:23:00.128" v="1064" actId="478"/>
          <ac:spMkLst>
            <pc:docMk/>
            <pc:sldMk cId="2784367968" sldId="829"/>
            <ac:spMk id="30" creationId="{ECAD80E5-CBC7-4855-4796-CDE2FA9143A7}"/>
          </ac:spMkLst>
        </pc:spChg>
        <pc:spChg chg="del mod">
          <ac:chgData name="SHREY AGRAWAL" userId="803630d2-4236-4c67-9e01-7012243e3a12" providerId="ADAL" clId="{BCCD211D-D86D-4FDA-8122-9C2C84AF60C6}" dt="2022-08-26T22:22:51.224" v="1061" actId="478"/>
          <ac:spMkLst>
            <pc:docMk/>
            <pc:sldMk cId="2784367968" sldId="829"/>
            <ac:spMk id="31" creationId="{2D7207F8-F323-6D12-D93A-A451EF2EACDE}"/>
          </ac:spMkLst>
        </pc:spChg>
        <pc:spChg chg="del">
          <ac:chgData name="SHREY AGRAWAL" userId="803630d2-4236-4c67-9e01-7012243e3a12" providerId="ADAL" clId="{BCCD211D-D86D-4FDA-8122-9C2C84AF60C6}" dt="2022-08-26T22:23:03.081" v="1065" actId="478"/>
          <ac:spMkLst>
            <pc:docMk/>
            <pc:sldMk cId="2784367968" sldId="829"/>
            <ac:spMk id="33" creationId="{D21BE2D4-8329-EA24-78DF-08A22A7D0B3B}"/>
          </ac:spMkLst>
        </pc:spChg>
        <pc:spChg chg="del">
          <ac:chgData name="SHREY AGRAWAL" userId="803630d2-4236-4c67-9e01-7012243e3a12" providerId="ADAL" clId="{BCCD211D-D86D-4FDA-8122-9C2C84AF60C6}" dt="2022-08-26T22:22:53.911" v="1062" actId="478"/>
          <ac:spMkLst>
            <pc:docMk/>
            <pc:sldMk cId="2784367968" sldId="829"/>
            <ac:spMk id="34" creationId="{C95FA98C-F0D7-58DB-AE01-D8682D92BEB3}"/>
          </ac:spMkLst>
        </pc:spChg>
        <pc:spChg chg="del">
          <ac:chgData name="SHREY AGRAWAL" userId="803630d2-4236-4c67-9e01-7012243e3a12" providerId="ADAL" clId="{BCCD211D-D86D-4FDA-8122-9C2C84AF60C6}" dt="2022-08-26T22:23:08.564" v="1066" actId="478"/>
          <ac:spMkLst>
            <pc:docMk/>
            <pc:sldMk cId="2784367968" sldId="829"/>
            <ac:spMk id="36" creationId="{25045C4C-6719-4787-FBD4-D2051FB87DE3}"/>
          </ac:spMkLst>
        </pc:spChg>
        <pc:picChg chg="add mod">
          <ac:chgData name="SHREY AGRAWAL" userId="803630d2-4236-4c67-9e01-7012243e3a12" providerId="ADAL" clId="{BCCD211D-D86D-4FDA-8122-9C2C84AF60C6}" dt="2022-08-26T22:30:09.228" v="1070" actId="962"/>
          <ac:picMkLst>
            <pc:docMk/>
            <pc:sldMk cId="2784367968" sldId="829"/>
            <ac:picMk id="4" creationId="{C79888E5-0FF7-2F4E-7174-CD71ADE6FBBE}"/>
          </ac:picMkLst>
        </pc:picChg>
        <pc:picChg chg="add mod">
          <ac:chgData name="SHREY AGRAWAL" userId="803630d2-4236-4c67-9e01-7012243e3a12" providerId="ADAL" clId="{BCCD211D-D86D-4FDA-8122-9C2C84AF60C6}" dt="2022-08-26T22:46:42.384" v="1076" actId="1076"/>
          <ac:picMkLst>
            <pc:docMk/>
            <pc:sldMk cId="2784367968" sldId="829"/>
            <ac:picMk id="6" creationId="{9F9C70EB-FC15-6DC0-AF2D-EFEAF7110B47}"/>
          </ac:picMkLst>
        </pc:picChg>
      </pc:sldChg>
      <pc:sldChg chg="modSp mod">
        <pc:chgData name="SHREY AGRAWAL" userId="803630d2-4236-4c67-9e01-7012243e3a12" providerId="ADAL" clId="{BCCD211D-D86D-4FDA-8122-9C2C84AF60C6}" dt="2022-08-27T02:25:57.476" v="1173" actId="20577"/>
        <pc:sldMkLst>
          <pc:docMk/>
          <pc:sldMk cId="1544260170" sldId="831"/>
        </pc:sldMkLst>
        <pc:spChg chg="mod">
          <ac:chgData name="SHREY AGRAWAL" userId="803630d2-4236-4c67-9e01-7012243e3a12" providerId="ADAL" clId="{BCCD211D-D86D-4FDA-8122-9C2C84AF60C6}" dt="2022-08-27T02:25:57.476" v="1173" actId="20577"/>
          <ac:spMkLst>
            <pc:docMk/>
            <pc:sldMk cId="1544260170" sldId="831"/>
            <ac:spMk id="43" creationId="{D0E11B5C-E6E9-A35F-2B07-CA654C05F33E}"/>
          </ac:spMkLst>
        </pc:spChg>
      </pc:sldChg>
      <pc:sldChg chg="addSp delSp modSp mod delAnim">
        <pc:chgData name="SHREY AGRAWAL" userId="803630d2-4236-4c67-9e01-7012243e3a12" providerId="ADAL" clId="{BCCD211D-D86D-4FDA-8122-9C2C84AF60C6}" dt="2022-08-27T02:33:42.750" v="1831" actId="20577"/>
        <pc:sldMkLst>
          <pc:docMk/>
          <pc:sldMk cId="1780084305" sldId="832"/>
        </pc:sldMkLst>
        <pc:spChg chg="add mod">
          <ac:chgData name="SHREY AGRAWAL" userId="803630d2-4236-4c67-9e01-7012243e3a12" providerId="ADAL" clId="{BCCD211D-D86D-4FDA-8122-9C2C84AF60C6}" dt="2022-08-27T02:31:08.991" v="1606" actId="20577"/>
          <ac:spMkLst>
            <pc:docMk/>
            <pc:sldMk cId="1780084305" sldId="832"/>
            <ac:spMk id="2" creationId="{ABDB3132-7857-6FCD-8661-1FE86CAE008C}"/>
          </ac:spMkLst>
        </pc:spChg>
        <pc:spChg chg="mod">
          <ac:chgData name="SHREY AGRAWAL" userId="803630d2-4236-4c67-9e01-7012243e3a12" providerId="ADAL" clId="{BCCD211D-D86D-4FDA-8122-9C2C84AF60C6}" dt="2022-08-27T02:27:06.743" v="1194" actId="20577"/>
          <ac:spMkLst>
            <pc:docMk/>
            <pc:sldMk cId="1780084305" sldId="832"/>
            <ac:spMk id="3" creationId="{71006755-B991-AE5C-25A4-DC7F5DD65EA7}"/>
          </ac:spMkLst>
        </pc:spChg>
        <pc:spChg chg="add mod">
          <ac:chgData name="SHREY AGRAWAL" userId="803630d2-4236-4c67-9e01-7012243e3a12" providerId="ADAL" clId="{BCCD211D-D86D-4FDA-8122-9C2C84AF60C6}" dt="2022-08-27T02:32:20.847" v="1629" actId="20577"/>
          <ac:spMkLst>
            <pc:docMk/>
            <pc:sldMk cId="1780084305" sldId="832"/>
            <ac:spMk id="4" creationId="{E65FB917-CD11-BEC1-1112-4251523998D5}"/>
          </ac:spMkLst>
        </pc:spChg>
        <pc:spChg chg="add mod">
          <ac:chgData name="SHREY AGRAWAL" userId="803630d2-4236-4c67-9e01-7012243e3a12" providerId="ADAL" clId="{BCCD211D-D86D-4FDA-8122-9C2C84AF60C6}" dt="2022-08-27T02:32:15.628" v="1614" actId="1076"/>
          <ac:spMkLst>
            <pc:docMk/>
            <pc:sldMk cId="1780084305" sldId="832"/>
            <ac:spMk id="5" creationId="{F7919B11-2DCA-4AC7-0A9C-4D4E7B67149F}"/>
          </ac:spMkLst>
        </pc:spChg>
        <pc:spChg chg="mod">
          <ac:chgData name="SHREY AGRAWAL" userId="803630d2-4236-4c67-9e01-7012243e3a12" providerId="ADAL" clId="{BCCD211D-D86D-4FDA-8122-9C2C84AF60C6}" dt="2022-08-27T02:29:57.090" v="1464" actId="20577"/>
          <ac:spMkLst>
            <pc:docMk/>
            <pc:sldMk cId="1780084305" sldId="832"/>
            <ac:spMk id="7" creationId="{9EC07383-4492-162D-00F3-5D8D010DC8EE}"/>
          </ac:spMkLst>
        </pc:spChg>
        <pc:spChg chg="add mod">
          <ac:chgData name="SHREY AGRAWAL" userId="803630d2-4236-4c67-9e01-7012243e3a12" providerId="ADAL" clId="{BCCD211D-D86D-4FDA-8122-9C2C84AF60C6}" dt="2022-08-27T02:33:42.750" v="1831" actId="20577"/>
          <ac:spMkLst>
            <pc:docMk/>
            <pc:sldMk cId="1780084305" sldId="832"/>
            <ac:spMk id="9" creationId="{8C7E7F76-EC7D-6332-4436-CF5B685D2277}"/>
          </ac:spMkLst>
        </pc:spChg>
        <pc:spChg chg="del">
          <ac:chgData name="SHREY AGRAWAL" userId="803630d2-4236-4c67-9e01-7012243e3a12" providerId="ADAL" clId="{BCCD211D-D86D-4FDA-8122-9C2C84AF60C6}" dt="2022-08-27T02:27:10.836" v="1195" actId="478"/>
          <ac:spMkLst>
            <pc:docMk/>
            <pc:sldMk cId="1780084305" sldId="832"/>
            <ac:spMk id="10" creationId="{E029FCE8-FA53-5A46-31C1-0BD596E477DA}"/>
          </ac:spMkLst>
        </pc:spChg>
        <pc:spChg chg="mod">
          <ac:chgData name="SHREY AGRAWAL" userId="803630d2-4236-4c67-9e01-7012243e3a12" providerId="ADAL" clId="{BCCD211D-D86D-4FDA-8122-9C2C84AF60C6}" dt="2022-08-27T02:31:55.335" v="1612" actId="1076"/>
          <ac:spMkLst>
            <pc:docMk/>
            <pc:sldMk cId="1780084305" sldId="832"/>
            <ac:spMk id="14" creationId="{D2521EE9-6F16-428E-9D06-BA4D59978FC1}"/>
          </ac:spMkLst>
        </pc:spChg>
        <pc:spChg chg="del">
          <ac:chgData name="SHREY AGRAWAL" userId="803630d2-4236-4c67-9e01-7012243e3a12" providerId="ADAL" clId="{BCCD211D-D86D-4FDA-8122-9C2C84AF60C6}" dt="2022-08-27T02:27:13.493" v="1196" actId="478"/>
          <ac:spMkLst>
            <pc:docMk/>
            <pc:sldMk cId="1780084305" sldId="832"/>
            <ac:spMk id="18" creationId="{A57F94B0-9675-8A78-595B-D040B7E0CE14}"/>
          </ac:spMkLst>
        </pc:spChg>
        <pc:spChg chg="mod">
          <ac:chgData name="SHREY AGRAWAL" userId="803630d2-4236-4c67-9e01-7012243e3a12" providerId="ADAL" clId="{BCCD211D-D86D-4FDA-8122-9C2C84AF60C6}" dt="2022-08-27T02:28:44.431" v="1303" actId="20577"/>
          <ac:spMkLst>
            <pc:docMk/>
            <pc:sldMk cId="1780084305" sldId="832"/>
            <ac:spMk id="21" creationId="{0C55816B-94BE-BB4D-8E3D-592C13FD6C3C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35" creationId="{94436B5A-79F3-D767-CB69-AD00125B8096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37" creationId="{F62CD2A5-DAA6-2C64-4F55-4D00F2ADEACF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38" creationId="{A5C6F733-ED44-9466-B120-D22E173D22F4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39" creationId="{0DA06C7D-C693-B71E-873F-CC98FF7FD041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40" creationId="{78EF45C4-2709-9E49-0CF8-11B9180F3303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41" creationId="{E9EDC708-0307-5BB7-8B42-8C03171D4959}"/>
          </ac:spMkLst>
        </pc:spChg>
        <pc:spChg chg="del">
          <ac:chgData name="SHREY AGRAWAL" userId="803630d2-4236-4c67-9e01-7012243e3a12" providerId="ADAL" clId="{BCCD211D-D86D-4FDA-8122-9C2C84AF60C6}" dt="2022-08-27T02:30:06.282" v="1465" actId="478"/>
          <ac:spMkLst>
            <pc:docMk/>
            <pc:sldMk cId="1780084305" sldId="832"/>
            <ac:spMk id="42" creationId="{395673CF-0F62-D961-3378-09D29CA71371}"/>
          </ac:spMkLst>
        </pc:spChg>
        <pc:picChg chg="add mod">
          <ac:chgData name="SHREY AGRAWAL" userId="803630d2-4236-4c67-9e01-7012243e3a12" providerId="ADAL" clId="{BCCD211D-D86D-4FDA-8122-9C2C84AF60C6}" dt="2022-08-27T02:32:15.628" v="1614" actId="1076"/>
          <ac:picMkLst>
            <pc:docMk/>
            <pc:sldMk cId="1780084305" sldId="832"/>
            <ac:picMk id="6" creationId="{FF3A8B8C-AA02-E41A-3384-06FF043747CC}"/>
          </ac:picMkLst>
        </pc:picChg>
      </pc:sldChg>
      <pc:sldChg chg="addSp delSp modSp mod delAnim">
        <pc:chgData name="SHREY AGRAWAL" userId="803630d2-4236-4c67-9e01-7012243e3a12" providerId="ADAL" clId="{BCCD211D-D86D-4FDA-8122-9C2C84AF60C6}" dt="2022-08-27T02:39:55.436" v="2014" actId="1076"/>
        <pc:sldMkLst>
          <pc:docMk/>
          <pc:sldMk cId="1978056225" sldId="833"/>
        </pc:sldMkLst>
        <pc:spChg chg="add mod">
          <ac:chgData name="SHREY AGRAWAL" userId="803630d2-4236-4c67-9e01-7012243e3a12" providerId="ADAL" clId="{BCCD211D-D86D-4FDA-8122-9C2C84AF60C6}" dt="2022-08-27T02:35:59.212" v="1895" actId="20577"/>
          <ac:spMkLst>
            <pc:docMk/>
            <pc:sldMk cId="1978056225" sldId="833"/>
            <ac:spMk id="2" creationId="{C6B3D087-E294-89C5-3E97-C1800083CFEB}"/>
          </ac:spMkLst>
        </pc:spChg>
        <pc:spChg chg="add mod">
          <ac:chgData name="SHREY AGRAWAL" userId="803630d2-4236-4c67-9e01-7012243e3a12" providerId="ADAL" clId="{BCCD211D-D86D-4FDA-8122-9C2C84AF60C6}" dt="2022-08-27T02:36:03.649" v="1903" actId="20577"/>
          <ac:spMkLst>
            <pc:docMk/>
            <pc:sldMk cId="1978056225" sldId="833"/>
            <ac:spMk id="4" creationId="{805832C9-7954-CEAA-624F-A879D47DE873}"/>
          </ac:spMkLst>
        </pc:spChg>
        <pc:spChg chg="add mod">
          <ac:chgData name="SHREY AGRAWAL" userId="803630d2-4236-4c67-9e01-7012243e3a12" providerId="ADAL" clId="{BCCD211D-D86D-4FDA-8122-9C2C84AF60C6}" dt="2022-08-27T02:38:23.570" v="1935" actId="20577"/>
          <ac:spMkLst>
            <pc:docMk/>
            <pc:sldMk cId="1978056225" sldId="833"/>
            <ac:spMk id="5" creationId="{594FF0B1-6648-861E-F02A-0A2D0BD713DE}"/>
          </ac:spMkLst>
        </pc:spChg>
        <pc:spChg chg="add mod">
          <ac:chgData name="SHREY AGRAWAL" userId="803630d2-4236-4c67-9e01-7012243e3a12" providerId="ADAL" clId="{BCCD211D-D86D-4FDA-8122-9C2C84AF60C6}" dt="2022-08-27T02:39:39.314" v="2012" actId="1076"/>
          <ac:spMkLst>
            <pc:docMk/>
            <pc:sldMk cId="1978056225" sldId="833"/>
            <ac:spMk id="6" creationId="{0ABD24FB-EF1D-4480-B7A5-E1DE6BF67ECC}"/>
          </ac:spMkLst>
        </pc:spChg>
        <pc:spChg chg="del">
          <ac:chgData name="SHREY AGRAWAL" userId="803630d2-4236-4c67-9e01-7012243e3a12" providerId="ADAL" clId="{BCCD211D-D86D-4FDA-8122-9C2C84AF60C6}" dt="2022-08-27T02:35:45.878" v="1844" actId="478"/>
          <ac:spMkLst>
            <pc:docMk/>
            <pc:sldMk cId="1978056225" sldId="833"/>
            <ac:spMk id="7" creationId="{9EC07383-4492-162D-00F3-5D8D010DC8EE}"/>
          </ac:spMkLst>
        </pc:spChg>
        <pc:spChg chg="mod">
          <ac:chgData name="SHREY AGRAWAL" userId="803630d2-4236-4c67-9e01-7012243e3a12" providerId="ADAL" clId="{BCCD211D-D86D-4FDA-8122-9C2C84AF60C6}" dt="2022-08-27T02:39:11.007" v="1989" actId="1076"/>
          <ac:spMkLst>
            <pc:docMk/>
            <pc:sldMk cId="1978056225" sldId="833"/>
            <ac:spMk id="8" creationId="{5C51D102-61BE-FAB5-ECA1-74677A869104}"/>
          </ac:spMkLst>
        </pc:spChg>
        <pc:spChg chg="add mod">
          <ac:chgData name="SHREY AGRAWAL" userId="803630d2-4236-4c67-9e01-7012243e3a12" providerId="ADAL" clId="{BCCD211D-D86D-4FDA-8122-9C2C84AF60C6}" dt="2022-08-27T02:39:52.888" v="2013" actId="1076"/>
          <ac:spMkLst>
            <pc:docMk/>
            <pc:sldMk cId="1978056225" sldId="833"/>
            <ac:spMk id="9" creationId="{7F36DCE4-93CA-FC3D-5CD2-F1A7CAAC27D8}"/>
          </ac:spMkLst>
        </pc:spChg>
        <pc:spChg chg="del">
          <ac:chgData name="SHREY AGRAWAL" userId="803630d2-4236-4c67-9e01-7012243e3a12" providerId="ADAL" clId="{BCCD211D-D86D-4FDA-8122-9C2C84AF60C6}" dt="2022-08-27T02:35:21.137" v="1836" actId="478"/>
          <ac:spMkLst>
            <pc:docMk/>
            <pc:sldMk cId="1978056225" sldId="833"/>
            <ac:spMk id="10" creationId="{E029FCE8-FA53-5A46-31C1-0BD596E477DA}"/>
          </ac:spMkLst>
        </pc:spChg>
        <pc:spChg chg="add del mod">
          <ac:chgData name="SHREY AGRAWAL" userId="803630d2-4236-4c67-9e01-7012243e3a12" providerId="ADAL" clId="{BCCD211D-D86D-4FDA-8122-9C2C84AF60C6}" dt="2022-08-27T02:39:10.679" v="1988"/>
          <ac:spMkLst>
            <pc:docMk/>
            <pc:sldMk cId="1978056225" sldId="833"/>
            <ac:spMk id="11" creationId="{0E8C2660-F55A-B4CC-CB63-AB9E02D73B9E}"/>
          </ac:spMkLst>
        </pc:spChg>
        <pc:spChg chg="add mod">
          <ac:chgData name="SHREY AGRAWAL" userId="803630d2-4236-4c67-9e01-7012243e3a12" providerId="ADAL" clId="{BCCD211D-D86D-4FDA-8122-9C2C84AF60C6}" dt="2022-08-27T02:39:55.436" v="2014" actId="1076"/>
          <ac:spMkLst>
            <pc:docMk/>
            <pc:sldMk cId="1978056225" sldId="833"/>
            <ac:spMk id="13" creationId="{8B99F365-9F15-C816-750A-50B758138316}"/>
          </ac:spMkLst>
        </pc:spChg>
        <pc:spChg chg="del">
          <ac:chgData name="SHREY AGRAWAL" userId="803630d2-4236-4c67-9e01-7012243e3a12" providerId="ADAL" clId="{BCCD211D-D86D-4FDA-8122-9C2C84AF60C6}" dt="2022-08-27T02:35:25.408" v="1838" actId="478"/>
          <ac:spMkLst>
            <pc:docMk/>
            <pc:sldMk cId="1978056225" sldId="833"/>
            <ac:spMk id="18" creationId="{A57F94B0-9675-8A78-595B-D040B7E0CE14}"/>
          </ac:spMkLst>
        </pc:spChg>
        <pc:spChg chg="mod">
          <ac:chgData name="SHREY AGRAWAL" userId="803630d2-4236-4c67-9e01-7012243e3a12" providerId="ADAL" clId="{BCCD211D-D86D-4FDA-8122-9C2C84AF60C6}" dt="2022-08-27T02:35:53.743" v="1889" actId="20577"/>
          <ac:spMkLst>
            <pc:docMk/>
            <pc:sldMk cId="1978056225" sldId="833"/>
            <ac:spMk id="21" creationId="{0C55816B-94BE-BB4D-8E3D-592C13FD6C3C}"/>
          </ac:spMkLst>
        </pc:spChg>
        <pc:spChg chg="del">
          <ac:chgData name="SHREY AGRAWAL" userId="803630d2-4236-4c67-9e01-7012243e3a12" providerId="ADAL" clId="{BCCD211D-D86D-4FDA-8122-9C2C84AF60C6}" dt="2022-08-27T02:35:06.171" v="1833" actId="478"/>
          <ac:spMkLst>
            <pc:docMk/>
            <pc:sldMk cId="1978056225" sldId="833"/>
            <ac:spMk id="35" creationId="{94436B5A-79F3-D767-CB69-AD00125B8096}"/>
          </ac:spMkLst>
        </pc:spChg>
        <pc:spChg chg="del">
          <ac:chgData name="SHREY AGRAWAL" userId="803630d2-4236-4c67-9e01-7012243e3a12" providerId="ADAL" clId="{BCCD211D-D86D-4FDA-8122-9C2C84AF60C6}" dt="2022-08-27T02:35:03.388" v="1832" actId="478"/>
          <ac:spMkLst>
            <pc:docMk/>
            <pc:sldMk cId="1978056225" sldId="833"/>
            <ac:spMk id="37" creationId="{F62CD2A5-DAA6-2C64-4F55-4D00F2ADEACF}"/>
          </ac:spMkLst>
        </pc:spChg>
        <pc:spChg chg="del">
          <ac:chgData name="SHREY AGRAWAL" userId="803630d2-4236-4c67-9e01-7012243e3a12" providerId="ADAL" clId="{BCCD211D-D86D-4FDA-8122-9C2C84AF60C6}" dt="2022-08-27T02:35:03.388" v="1832" actId="478"/>
          <ac:spMkLst>
            <pc:docMk/>
            <pc:sldMk cId="1978056225" sldId="833"/>
            <ac:spMk id="38" creationId="{A5C6F733-ED44-9466-B120-D22E173D22F4}"/>
          </ac:spMkLst>
        </pc:spChg>
        <pc:spChg chg="del">
          <ac:chgData name="SHREY AGRAWAL" userId="803630d2-4236-4c67-9e01-7012243e3a12" providerId="ADAL" clId="{BCCD211D-D86D-4FDA-8122-9C2C84AF60C6}" dt="2022-08-27T02:35:03.388" v="1832" actId="478"/>
          <ac:spMkLst>
            <pc:docMk/>
            <pc:sldMk cId="1978056225" sldId="833"/>
            <ac:spMk id="39" creationId="{0DA06C7D-C693-B71E-873F-CC98FF7FD041}"/>
          </ac:spMkLst>
        </pc:spChg>
        <pc:spChg chg="del">
          <ac:chgData name="SHREY AGRAWAL" userId="803630d2-4236-4c67-9e01-7012243e3a12" providerId="ADAL" clId="{BCCD211D-D86D-4FDA-8122-9C2C84AF60C6}" dt="2022-08-27T02:35:03.388" v="1832" actId="478"/>
          <ac:spMkLst>
            <pc:docMk/>
            <pc:sldMk cId="1978056225" sldId="833"/>
            <ac:spMk id="40" creationId="{78EF45C4-2709-9E49-0CF8-11B9180F3303}"/>
          </ac:spMkLst>
        </pc:spChg>
        <pc:spChg chg="del">
          <ac:chgData name="SHREY AGRAWAL" userId="803630d2-4236-4c67-9e01-7012243e3a12" providerId="ADAL" clId="{BCCD211D-D86D-4FDA-8122-9C2C84AF60C6}" dt="2022-08-27T02:35:09.610" v="1834" actId="478"/>
          <ac:spMkLst>
            <pc:docMk/>
            <pc:sldMk cId="1978056225" sldId="833"/>
            <ac:spMk id="41" creationId="{E9EDC708-0307-5BB7-8B42-8C03171D4959}"/>
          </ac:spMkLst>
        </pc:spChg>
        <pc:spChg chg="del">
          <ac:chgData name="SHREY AGRAWAL" userId="803630d2-4236-4c67-9e01-7012243e3a12" providerId="ADAL" clId="{BCCD211D-D86D-4FDA-8122-9C2C84AF60C6}" dt="2022-08-27T02:35:13.377" v="1835" actId="478"/>
          <ac:spMkLst>
            <pc:docMk/>
            <pc:sldMk cId="1978056225" sldId="833"/>
            <ac:spMk id="42" creationId="{395673CF-0F62-D961-3378-09D29CA71371}"/>
          </ac:spMkLst>
        </pc:spChg>
        <pc:spChg chg="del">
          <ac:chgData name="SHREY AGRAWAL" userId="803630d2-4236-4c67-9e01-7012243e3a12" providerId="ADAL" clId="{BCCD211D-D86D-4FDA-8122-9C2C84AF60C6}" dt="2022-08-27T02:37:50.956" v="1907" actId="478"/>
          <ac:spMkLst>
            <pc:docMk/>
            <pc:sldMk cId="1978056225" sldId="833"/>
            <ac:spMk id="46" creationId="{F5F10D9A-4D76-82E7-B3B6-FBBB1B7617CD}"/>
          </ac:spMkLst>
        </pc:spChg>
        <pc:spChg chg="del">
          <ac:chgData name="SHREY AGRAWAL" userId="803630d2-4236-4c67-9e01-7012243e3a12" providerId="ADAL" clId="{BCCD211D-D86D-4FDA-8122-9C2C84AF60C6}" dt="2022-08-27T02:37:48.721" v="1906" actId="478"/>
          <ac:spMkLst>
            <pc:docMk/>
            <pc:sldMk cId="1978056225" sldId="833"/>
            <ac:spMk id="48" creationId="{9B8B8DF9-69DD-CCC7-C9A6-28CF008466A9}"/>
          </ac:spMkLst>
        </pc:spChg>
        <pc:picChg chg="del">
          <ac:chgData name="SHREY AGRAWAL" userId="803630d2-4236-4c67-9e01-7012243e3a12" providerId="ADAL" clId="{BCCD211D-D86D-4FDA-8122-9C2C84AF60C6}" dt="2022-08-27T02:35:22.871" v="1837" actId="478"/>
          <ac:picMkLst>
            <pc:docMk/>
            <pc:sldMk cId="1978056225" sldId="833"/>
            <ac:picMk id="20" creationId="{72C28D7F-06EF-BEDB-B70C-572CBA2783A9}"/>
          </ac:picMkLst>
        </pc:picChg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2769410268" sldId="834"/>
        </pc:sldMkLst>
      </pc:sldChg>
      <pc:sldChg chg="mod modShow">
        <pc:chgData name="SHREY AGRAWAL" userId="803630d2-4236-4c67-9e01-7012243e3a12" providerId="ADAL" clId="{BCCD211D-D86D-4FDA-8122-9C2C84AF60C6}" dt="2022-08-26T23:12:20.225" v="1150" actId="729"/>
        <pc:sldMkLst>
          <pc:docMk/>
          <pc:sldMk cId="3069713915" sldId="834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2838582448" sldId="835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983985282" sldId="836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1019089283" sldId="837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2987923893" sldId="838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2185749508" sldId="839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1332338228" sldId="840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4252818296" sldId="841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4002552970" sldId="842"/>
        </pc:sldMkLst>
      </pc:sldChg>
      <pc:sldChg chg="new del">
        <pc:chgData name="SHREY AGRAWAL" userId="803630d2-4236-4c67-9e01-7012243e3a12" providerId="ADAL" clId="{BCCD211D-D86D-4FDA-8122-9C2C84AF60C6}" dt="2022-08-26T22:50:24.650" v="1123" actId="47"/>
        <pc:sldMkLst>
          <pc:docMk/>
          <pc:sldMk cId="757335532" sldId="843"/>
        </pc:sldMkLst>
      </pc:sldChg>
      <pc:sldChg chg="new del">
        <pc:chgData name="SHREY AGRAWAL" userId="803630d2-4236-4c67-9e01-7012243e3a12" providerId="ADAL" clId="{BCCD211D-D86D-4FDA-8122-9C2C84AF60C6}" dt="2022-08-26T22:50:17.371" v="1122" actId="47"/>
        <pc:sldMkLst>
          <pc:docMk/>
          <pc:sldMk cId="3360022838" sldId="844"/>
        </pc:sldMkLst>
      </pc:sldChg>
      <pc:sldChg chg="new del">
        <pc:chgData name="SHREY AGRAWAL" userId="803630d2-4236-4c67-9e01-7012243e3a12" providerId="ADAL" clId="{BCCD211D-D86D-4FDA-8122-9C2C84AF60C6}" dt="2022-08-26T22:50:15.855" v="1121" actId="47"/>
        <pc:sldMkLst>
          <pc:docMk/>
          <pc:sldMk cId="2696949081" sldId="845"/>
        </pc:sldMkLst>
      </pc:sldChg>
      <pc:sldChg chg="new del">
        <pc:chgData name="SHREY AGRAWAL" userId="803630d2-4236-4c67-9e01-7012243e3a12" providerId="ADAL" clId="{BCCD211D-D86D-4FDA-8122-9C2C84AF60C6}" dt="2022-08-26T22:50:10.404" v="1120" actId="47"/>
        <pc:sldMkLst>
          <pc:docMk/>
          <pc:sldMk cId="1639487354" sldId="846"/>
        </pc:sldMkLst>
      </pc:sldChg>
      <pc:sldChg chg="new del">
        <pc:chgData name="SHREY AGRAWAL" userId="803630d2-4236-4c67-9e01-7012243e3a12" providerId="ADAL" clId="{BCCD211D-D86D-4FDA-8122-9C2C84AF60C6}" dt="2022-08-26T22:50:06.998" v="1119" actId="47"/>
        <pc:sldMkLst>
          <pc:docMk/>
          <pc:sldMk cId="1231299032" sldId="847"/>
        </pc:sldMkLst>
      </pc:sldChg>
      <pc:sldChg chg="new del">
        <pc:chgData name="SHREY AGRAWAL" userId="803630d2-4236-4c67-9e01-7012243e3a12" providerId="ADAL" clId="{BCCD211D-D86D-4FDA-8122-9C2C84AF60C6}" dt="2022-08-26T22:50:03.702" v="1118" actId="47"/>
        <pc:sldMkLst>
          <pc:docMk/>
          <pc:sldMk cId="3749648427" sldId="848"/>
        </pc:sldMkLst>
      </pc:sldChg>
      <pc:sldChg chg="new del">
        <pc:chgData name="SHREY AGRAWAL" userId="803630d2-4236-4c67-9e01-7012243e3a12" providerId="ADAL" clId="{BCCD211D-D86D-4FDA-8122-9C2C84AF60C6}" dt="2022-08-26T22:50:02.280" v="1117" actId="47"/>
        <pc:sldMkLst>
          <pc:docMk/>
          <pc:sldMk cId="2462624303" sldId="849"/>
        </pc:sldMkLst>
      </pc:sldChg>
      <pc:sldChg chg="new del">
        <pc:chgData name="SHREY AGRAWAL" userId="803630d2-4236-4c67-9e01-7012243e3a12" providerId="ADAL" clId="{BCCD211D-D86D-4FDA-8122-9C2C84AF60C6}" dt="2022-08-26T22:50:00.296" v="1116" actId="47"/>
        <pc:sldMkLst>
          <pc:docMk/>
          <pc:sldMk cId="3082578115" sldId="850"/>
        </pc:sldMkLst>
      </pc:sldChg>
      <pc:sldChg chg="new del">
        <pc:chgData name="SHREY AGRAWAL" userId="803630d2-4236-4c67-9e01-7012243e3a12" providerId="ADAL" clId="{BCCD211D-D86D-4FDA-8122-9C2C84AF60C6}" dt="2022-08-26T22:49:58.406" v="1115" actId="47"/>
        <pc:sldMkLst>
          <pc:docMk/>
          <pc:sldMk cId="1842791316" sldId="851"/>
        </pc:sldMkLst>
      </pc:sldChg>
      <pc:sldChg chg="new del">
        <pc:chgData name="SHREY AGRAWAL" userId="803630d2-4236-4c67-9e01-7012243e3a12" providerId="ADAL" clId="{BCCD211D-D86D-4FDA-8122-9C2C84AF60C6}" dt="2022-08-26T22:49:56.454" v="1114" actId="47"/>
        <pc:sldMkLst>
          <pc:docMk/>
          <pc:sldMk cId="3380868441" sldId="852"/>
        </pc:sldMkLst>
      </pc:sldChg>
      <pc:sldChg chg="new del">
        <pc:chgData name="SHREY AGRAWAL" userId="803630d2-4236-4c67-9e01-7012243e3a12" providerId="ADAL" clId="{BCCD211D-D86D-4FDA-8122-9C2C84AF60C6}" dt="2022-08-26T22:49:53.939" v="1113" actId="47"/>
        <pc:sldMkLst>
          <pc:docMk/>
          <pc:sldMk cId="1320728014" sldId="853"/>
        </pc:sldMkLst>
      </pc:sldChg>
      <pc:sldChg chg="new del">
        <pc:chgData name="SHREY AGRAWAL" userId="803630d2-4236-4c67-9e01-7012243e3a12" providerId="ADAL" clId="{BCCD211D-D86D-4FDA-8122-9C2C84AF60C6}" dt="2022-08-26T22:49:51.830" v="1112" actId="47"/>
        <pc:sldMkLst>
          <pc:docMk/>
          <pc:sldMk cId="406976515" sldId="854"/>
        </pc:sldMkLst>
      </pc:sldChg>
      <pc:sldChg chg="new del">
        <pc:chgData name="SHREY AGRAWAL" userId="803630d2-4236-4c67-9e01-7012243e3a12" providerId="ADAL" clId="{BCCD211D-D86D-4FDA-8122-9C2C84AF60C6}" dt="2022-08-26T22:49:50.111" v="1111" actId="47"/>
        <pc:sldMkLst>
          <pc:docMk/>
          <pc:sldMk cId="3050314732" sldId="855"/>
        </pc:sldMkLst>
      </pc:sldChg>
      <pc:sldChg chg="new del">
        <pc:chgData name="SHREY AGRAWAL" userId="803630d2-4236-4c67-9e01-7012243e3a12" providerId="ADAL" clId="{BCCD211D-D86D-4FDA-8122-9C2C84AF60C6}" dt="2022-08-26T22:49:48.331" v="1110" actId="47"/>
        <pc:sldMkLst>
          <pc:docMk/>
          <pc:sldMk cId="365578248" sldId="856"/>
        </pc:sldMkLst>
      </pc:sldChg>
      <pc:sldChg chg="new del">
        <pc:chgData name="SHREY AGRAWAL" userId="803630d2-4236-4c67-9e01-7012243e3a12" providerId="ADAL" clId="{BCCD211D-D86D-4FDA-8122-9C2C84AF60C6}" dt="2022-08-26T22:49:46.690" v="1109" actId="47"/>
        <pc:sldMkLst>
          <pc:docMk/>
          <pc:sldMk cId="3558395854" sldId="857"/>
        </pc:sldMkLst>
      </pc:sldChg>
      <pc:sldChg chg="new del">
        <pc:chgData name="SHREY AGRAWAL" userId="803630d2-4236-4c67-9e01-7012243e3a12" providerId="ADAL" clId="{BCCD211D-D86D-4FDA-8122-9C2C84AF60C6}" dt="2022-08-26T22:49:45.472" v="1108" actId="47"/>
        <pc:sldMkLst>
          <pc:docMk/>
          <pc:sldMk cId="1248044677" sldId="858"/>
        </pc:sldMkLst>
      </pc:sldChg>
      <pc:sldChg chg="new del">
        <pc:chgData name="SHREY AGRAWAL" userId="803630d2-4236-4c67-9e01-7012243e3a12" providerId="ADAL" clId="{BCCD211D-D86D-4FDA-8122-9C2C84AF60C6}" dt="2022-08-26T22:49:43.925" v="1107" actId="47"/>
        <pc:sldMkLst>
          <pc:docMk/>
          <pc:sldMk cId="4104929619" sldId="859"/>
        </pc:sldMkLst>
      </pc:sldChg>
      <pc:sldChg chg="new del">
        <pc:chgData name="SHREY AGRAWAL" userId="803630d2-4236-4c67-9e01-7012243e3a12" providerId="ADAL" clId="{BCCD211D-D86D-4FDA-8122-9C2C84AF60C6}" dt="2022-08-26T22:49:42.363" v="1106" actId="47"/>
        <pc:sldMkLst>
          <pc:docMk/>
          <pc:sldMk cId="2531491411" sldId="860"/>
        </pc:sldMkLst>
      </pc:sldChg>
      <pc:sldChg chg="new del">
        <pc:chgData name="SHREY AGRAWAL" userId="803630d2-4236-4c67-9e01-7012243e3a12" providerId="ADAL" clId="{BCCD211D-D86D-4FDA-8122-9C2C84AF60C6}" dt="2022-08-26T22:49:35.691" v="1105" actId="47"/>
        <pc:sldMkLst>
          <pc:docMk/>
          <pc:sldMk cId="1293574721" sldId="861"/>
        </pc:sldMkLst>
      </pc:sldChg>
    </pc:docChg>
  </pc:docChgLst>
  <pc:docChgLst>
    <pc:chgData name="ARJAV JAIN" userId="0c0bf2fd-5996-4b26-8ea0-493cd03236ea" providerId="ADAL" clId="{FB81332B-BD02-4858-B820-7C3C0EE5CC97}"/>
    <pc:docChg chg="undo redo custSel addSld delSld modSld sldOrd addSection delSection modSection">
      <pc:chgData name="ARJAV JAIN" userId="0c0bf2fd-5996-4b26-8ea0-493cd03236ea" providerId="ADAL" clId="{FB81332B-BD02-4858-B820-7C3C0EE5CC97}" dt="2022-08-27T04:17:14.603" v="8414" actId="207"/>
      <pc:docMkLst>
        <pc:docMk/>
      </pc:docMkLst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866632198" sldId="31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046258920" sldId="50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95060562" sldId="55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452267329" sldId="55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805515853" sldId="55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989737454" sldId="55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340201539" sldId="55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002825870" sldId="55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33109894" sldId="55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539647406" sldId="55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05133466" sldId="560"/>
        </pc:sldMkLst>
      </pc:sldChg>
      <pc:sldChg chg="modSp del mod">
        <pc:chgData name="ARJAV JAIN" userId="0c0bf2fd-5996-4b26-8ea0-493cd03236ea" providerId="ADAL" clId="{FB81332B-BD02-4858-B820-7C3C0EE5CC97}" dt="2022-08-26T16:38:40.035" v="1864" actId="47"/>
        <pc:sldMkLst>
          <pc:docMk/>
          <pc:sldMk cId="3494798333" sldId="562"/>
        </pc:sldMkLst>
        <pc:spChg chg="mod">
          <ac:chgData name="ARJAV JAIN" userId="0c0bf2fd-5996-4b26-8ea0-493cd03236ea" providerId="ADAL" clId="{FB81332B-BD02-4858-B820-7C3C0EE5CC97}" dt="2022-08-26T03:43:51.100" v="537" actId="5793"/>
          <ac:spMkLst>
            <pc:docMk/>
            <pc:sldMk cId="3494798333" sldId="562"/>
            <ac:spMk id="3" creationId="{841D01C7-E516-45A3-B92F-6871D47C4E54}"/>
          </ac:spMkLst>
        </pc:spChg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148984614" sldId="56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809790771" sldId="56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201513432" sldId="56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051021440" sldId="57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064359413" sldId="57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572566817" sldId="57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625384976" sldId="58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797953305" sldId="58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918579110" sldId="58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661412901" sldId="58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686099165" sldId="59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07735162" sldId="59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364493694" sldId="59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226842737" sldId="59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483676091" sldId="59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023211473" sldId="59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672363477" sldId="59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682897305" sldId="60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495720746" sldId="605"/>
        </pc:sldMkLst>
      </pc:sldChg>
      <pc:sldChg chg="del">
        <pc:chgData name="ARJAV JAIN" userId="0c0bf2fd-5996-4b26-8ea0-493cd03236ea" providerId="ADAL" clId="{FB81332B-BD02-4858-B820-7C3C0EE5CC97}" dt="2022-08-26T03:22:13.780" v="33" actId="47"/>
        <pc:sldMkLst>
          <pc:docMk/>
          <pc:sldMk cId="1713577009" sldId="61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976028504" sldId="61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362678351" sldId="61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786700046" sldId="63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632714571" sldId="64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40546980" sldId="64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26039813" sldId="64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083944655" sldId="65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197916855" sldId="65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044264363" sldId="65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352641746" sldId="65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373725290" sldId="65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859937448" sldId="66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972117414" sldId="66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455170410" sldId="66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437602375" sldId="67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85319770" sldId="67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938043077" sldId="67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105915483" sldId="67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25237952" sldId="68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138702290" sldId="68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443527169" sldId="68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338989719" sldId="68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007115230" sldId="68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88194728" sldId="68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554638144" sldId="69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690632503" sldId="69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277668468" sldId="69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34297454" sldId="69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830139074" sldId="69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13643716" sldId="70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734905016" sldId="70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763027818" sldId="70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18105262" sldId="70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03453072" sldId="70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061225420" sldId="70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51005822" sldId="70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890857336" sldId="71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316408229" sldId="71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631234896" sldId="71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02443036" sldId="71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188465675" sldId="71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798745827" sldId="71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919389056" sldId="72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799109069" sldId="72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51426898" sldId="72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791752135" sldId="72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956107601" sldId="72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861506007" sldId="72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292515988" sldId="73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712408560" sldId="736"/>
        </pc:sldMkLst>
      </pc:sldChg>
      <pc:sldChg chg="addSp delSp modSp add del mod modShow">
        <pc:chgData name="ARJAV JAIN" userId="0c0bf2fd-5996-4b26-8ea0-493cd03236ea" providerId="ADAL" clId="{FB81332B-BD02-4858-B820-7C3C0EE5CC97}" dt="2022-08-26T23:14:12.084" v="8057" actId="47"/>
        <pc:sldMkLst>
          <pc:docMk/>
          <pc:sldMk cId="196579927" sldId="737"/>
        </pc:sldMkLst>
        <pc:spChg chg="del">
          <ac:chgData name="ARJAV JAIN" userId="0c0bf2fd-5996-4b26-8ea0-493cd03236ea" providerId="ADAL" clId="{FB81332B-BD02-4858-B820-7C3C0EE5CC97}" dt="2022-08-26T03:19:08.653" v="30" actId="478"/>
          <ac:spMkLst>
            <pc:docMk/>
            <pc:sldMk cId="196579927" sldId="737"/>
            <ac:spMk id="16" creationId="{CC83B917-19FC-4490-9BB9-6834F61B3F49}"/>
          </ac:spMkLst>
        </pc:spChg>
        <pc:picChg chg="add del mod">
          <ac:chgData name="ARJAV JAIN" userId="0c0bf2fd-5996-4b26-8ea0-493cd03236ea" providerId="ADAL" clId="{FB81332B-BD02-4858-B820-7C3C0EE5CC97}" dt="2022-08-26T03:17:45.276" v="21" actId="478"/>
          <ac:picMkLst>
            <pc:docMk/>
            <pc:sldMk cId="196579927" sldId="737"/>
            <ac:picMk id="4" creationId="{3C557433-F221-AFDF-7674-6ABE24157609}"/>
          </ac:picMkLst>
        </pc:picChg>
        <pc:picChg chg="add mod">
          <ac:chgData name="ARJAV JAIN" userId="0c0bf2fd-5996-4b26-8ea0-493cd03236ea" providerId="ADAL" clId="{FB81332B-BD02-4858-B820-7C3C0EE5CC97}" dt="2022-08-26T03:19:10.854" v="31" actId="1076"/>
          <ac:picMkLst>
            <pc:docMk/>
            <pc:sldMk cId="196579927" sldId="737"/>
            <ac:picMk id="6" creationId="{644EAC28-F320-0769-B620-D858DA45CA7C}"/>
          </ac:picMkLst>
        </pc:picChg>
        <pc:picChg chg="del mod">
          <ac:chgData name="ARJAV JAIN" userId="0c0bf2fd-5996-4b26-8ea0-493cd03236ea" providerId="ADAL" clId="{FB81332B-BD02-4858-B820-7C3C0EE5CC97}" dt="2022-08-26T03:19:04.032" v="27" actId="478"/>
          <ac:picMkLst>
            <pc:docMk/>
            <pc:sldMk cId="196579927" sldId="737"/>
            <ac:picMk id="24" creationId="{8CA5112B-F466-4407-8112-AB4F1FF47268}"/>
          </ac:picMkLst>
        </pc:picChg>
      </pc:sldChg>
      <pc:sldChg chg="addSp delSp modSp add del mod modShow">
        <pc:chgData name="ARJAV JAIN" userId="0c0bf2fd-5996-4b26-8ea0-493cd03236ea" providerId="ADAL" clId="{FB81332B-BD02-4858-B820-7C3C0EE5CC97}" dt="2022-08-26T23:14:12.084" v="8057" actId="47"/>
        <pc:sldMkLst>
          <pc:docMk/>
          <pc:sldMk cId="3742601195" sldId="748"/>
        </pc:sldMkLst>
        <pc:spChg chg="del">
          <ac:chgData name="ARJAV JAIN" userId="0c0bf2fd-5996-4b26-8ea0-493cd03236ea" providerId="ADAL" clId="{FB81332B-BD02-4858-B820-7C3C0EE5CC97}" dt="2022-08-26T03:37:07.578" v="143" actId="478"/>
          <ac:spMkLst>
            <pc:docMk/>
            <pc:sldMk cId="3742601195" sldId="748"/>
            <ac:spMk id="2" creationId="{91A60D12-EFA5-4724-A6F3-0D107C2A344F}"/>
          </ac:spMkLst>
        </pc:spChg>
        <pc:spChg chg="add mod">
          <ac:chgData name="ARJAV JAIN" userId="0c0bf2fd-5996-4b26-8ea0-493cd03236ea" providerId="ADAL" clId="{FB81332B-BD02-4858-B820-7C3C0EE5CC97}" dt="2022-08-26T03:36:59.286" v="140" actId="1036"/>
          <ac:spMkLst>
            <pc:docMk/>
            <pc:sldMk cId="3742601195" sldId="748"/>
            <ac:spMk id="6" creationId="{A38945E4-8CD0-BC36-C844-E623AA7CD4A9}"/>
          </ac:spMkLst>
        </pc:spChg>
        <pc:spChg chg="del">
          <ac:chgData name="ARJAV JAIN" userId="0c0bf2fd-5996-4b26-8ea0-493cd03236ea" providerId="ADAL" clId="{FB81332B-BD02-4858-B820-7C3C0EE5CC97}" dt="2022-08-26T03:37:06.225" v="142" actId="478"/>
          <ac:spMkLst>
            <pc:docMk/>
            <pc:sldMk cId="3742601195" sldId="748"/>
            <ac:spMk id="103" creationId="{00000000-0000-0000-0000-000000000000}"/>
          </ac:spMkLst>
        </pc:spChg>
        <pc:spChg chg="del">
          <ac:chgData name="ARJAV JAIN" userId="0c0bf2fd-5996-4b26-8ea0-493cd03236ea" providerId="ADAL" clId="{FB81332B-BD02-4858-B820-7C3C0EE5CC97}" dt="2022-08-26T03:37:05.101" v="141" actId="478"/>
          <ac:spMkLst>
            <pc:docMk/>
            <pc:sldMk cId="3742601195" sldId="748"/>
            <ac:spMk id="104" creationId="{00000000-0000-0000-0000-000000000000}"/>
          </ac:spMkLst>
        </pc:spChg>
        <pc:grpChg chg="del">
          <ac:chgData name="ARJAV JAIN" userId="0c0bf2fd-5996-4b26-8ea0-493cd03236ea" providerId="ADAL" clId="{FB81332B-BD02-4858-B820-7C3C0EE5CC97}" dt="2022-08-26T03:34:53.373" v="121" actId="478"/>
          <ac:grpSpMkLst>
            <pc:docMk/>
            <pc:sldMk cId="3742601195" sldId="748"/>
            <ac:grpSpMk id="35" creationId="{5B7ADE36-5187-498C-BF4D-F2E74C3DEE57}"/>
          </ac:grpSpMkLst>
        </pc:grpChg>
        <pc:picChg chg="add del mod">
          <ac:chgData name="ARJAV JAIN" userId="0c0bf2fd-5996-4b26-8ea0-493cd03236ea" providerId="ADAL" clId="{FB81332B-BD02-4858-B820-7C3C0EE5CC97}" dt="2022-08-26T03:35:22.182" v="125" actId="478"/>
          <ac:picMkLst>
            <pc:docMk/>
            <pc:sldMk cId="3742601195" sldId="748"/>
            <ac:picMk id="3" creationId="{FAB1140F-468E-8C49-23F5-57F25CE15DFE}"/>
          </ac:picMkLst>
        </pc:picChg>
        <pc:picChg chg="add mod">
          <ac:chgData name="ARJAV JAIN" userId="0c0bf2fd-5996-4b26-8ea0-493cd03236ea" providerId="ADAL" clId="{FB81332B-BD02-4858-B820-7C3C0EE5CC97}" dt="2022-08-26T03:35:39.525" v="130" actId="1076"/>
          <ac:picMkLst>
            <pc:docMk/>
            <pc:sldMk cId="3742601195" sldId="748"/>
            <ac:picMk id="4" creationId="{681758A4-3CF2-CDA5-7658-D5AA6DF69260}"/>
          </ac:picMkLst>
        </pc:picChg>
        <pc:picChg chg="add mod">
          <ac:chgData name="ARJAV JAIN" userId="0c0bf2fd-5996-4b26-8ea0-493cd03236ea" providerId="ADAL" clId="{FB81332B-BD02-4858-B820-7C3C0EE5CC97}" dt="2022-08-26T03:36:23.061" v="136" actId="1076"/>
          <ac:picMkLst>
            <pc:docMk/>
            <pc:sldMk cId="3742601195" sldId="748"/>
            <ac:picMk id="5" creationId="{723CB61B-5F95-298A-A000-3E449536BB2F}"/>
          </ac:picMkLst>
        </pc:picChg>
        <pc:picChg chg="del">
          <ac:chgData name="ARJAV JAIN" userId="0c0bf2fd-5996-4b26-8ea0-493cd03236ea" providerId="ADAL" clId="{FB81332B-BD02-4858-B820-7C3C0EE5CC97}" dt="2022-08-26T03:34:37.636" v="118" actId="478"/>
          <ac:picMkLst>
            <pc:docMk/>
            <pc:sldMk cId="3742601195" sldId="748"/>
            <ac:picMk id="38" creationId="{F28DF9E6-C639-4404-8662-FE5E6D8371A6}"/>
          </ac:picMkLst>
        </pc:picChg>
      </pc:sldChg>
      <pc:sldChg chg="add del mod modShow">
        <pc:chgData name="ARJAV JAIN" userId="0c0bf2fd-5996-4b26-8ea0-493cd03236ea" providerId="ADAL" clId="{FB81332B-BD02-4858-B820-7C3C0EE5CC97}" dt="2022-08-26T23:14:12.084" v="8057" actId="47"/>
        <pc:sldMkLst>
          <pc:docMk/>
          <pc:sldMk cId="371206008" sldId="75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344280921" sldId="75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102323564" sldId="75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317988586" sldId="75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102928673" sldId="76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219028061" sldId="76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070525830" sldId="76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916442034" sldId="76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92143550" sldId="76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98302700" sldId="77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462995513" sldId="77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571979100" sldId="77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726927020" sldId="77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865009999" sldId="776"/>
        </pc:sldMkLst>
      </pc:sldChg>
      <pc:sldChg chg="add del mod modShow">
        <pc:chgData name="ARJAV JAIN" userId="0c0bf2fd-5996-4b26-8ea0-493cd03236ea" providerId="ADAL" clId="{FB81332B-BD02-4858-B820-7C3C0EE5CC97}" dt="2022-08-26T23:14:12.084" v="8057" actId="47"/>
        <pc:sldMkLst>
          <pc:docMk/>
          <pc:sldMk cId="4284267503" sldId="77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962299209" sldId="778"/>
        </pc:sldMkLst>
      </pc:sldChg>
      <pc:sldChg chg="addSp delSp modSp mod ord">
        <pc:chgData name="ARJAV JAIN" userId="0c0bf2fd-5996-4b26-8ea0-493cd03236ea" providerId="ADAL" clId="{FB81332B-BD02-4858-B820-7C3C0EE5CC97}" dt="2022-08-26T16:28:12.810" v="1829"/>
        <pc:sldMkLst>
          <pc:docMk/>
          <pc:sldMk cId="1454441592" sldId="779"/>
        </pc:sldMkLst>
        <pc:spChg chg="mod">
          <ac:chgData name="ARJAV JAIN" userId="0c0bf2fd-5996-4b26-8ea0-493cd03236ea" providerId="ADAL" clId="{FB81332B-BD02-4858-B820-7C3C0EE5CC97}" dt="2022-08-26T03:30:08.273" v="63"/>
          <ac:spMkLst>
            <pc:docMk/>
            <pc:sldMk cId="1454441592" sldId="779"/>
            <ac:spMk id="8" creationId="{D8CF9407-15C9-99C4-8E30-083B34E5B0BC}"/>
          </ac:spMkLst>
        </pc:spChg>
        <pc:spChg chg="mod">
          <ac:chgData name="ARJAV JAIN" userId="0c0bf2fd-5996-4b26-8ea0-493cd03236ea" providerId="ADAL" clId="{FB81332B-BD02-4858-B820-7C3C0EE5CC97}" dt="2022-08-26T03:30:08.273" v="63"/>
          <ac:spMkLst>
            <pc:docMk/>
            <pc:sldMk cId="1454441592" sldId="779"/>
            <ac:spMk id="9" creationId="{5BBA7834-2DCA-012B-9851-5D98E4721A87}"/>
          </ac:spMkLst>
        </pc:spChg>
        <pc:spChg chg="mod topLvl">
          <ac:chgData name="ARJAV JAIN" userId="0c0bf2fd-5996-4b26-8ea0-493cd03236ea" providerId="ADAL" clId="{FB81332B-BD02-4858-B820-7C3C0EE5CC97}" dt="2022-08-26T03:33:47.150" v="112" actId="20577"/>
          <ac:spMkLst>
            <pc:docMk/>
            <pc:sldMk cId="1454441592" sldId="779"/>
            <ac:spMk id="11" creationId="{6DE80E13-CFD2-47A0-505F-5967277EFBAF}"/>
          </ac:spMkLst>
        </pc:spChg>
        <pc:spChg chg="del mod topLvl">
          <ac:chgData name="ARJAV JAIN" userId="0c0bf2fd-5996-4b26-8ea0-493cd03236ea" providerId="ADAL" clId="{FB81332B-BD02-4858-B820-7C3C0EE5CC97}" dt="2022-08-26T03:29:21.684" v="55" actId="478"/>
          <ac:spMkLst>
            <pc:docMk/>
            <pc:sldMk cId="1454441592" sldId="779"/>
            <ac:spMk id="13" creationId="{1789E3FB-C6C1-4036-80AD-BF22FA0A001B}"/>
          </ac:spMkLst>
        </pc:spChg>
        <pc:spChg chg="del mod topLvl">
          <ac:chgData name="ARJAV JAIN" userId="0c0bf2fd-5996-4b26-8ea0-493cd03236ea" providerId="ADAL" clId="{FB81332B-BD02-4858-B820-7C3C0EE5CC97}" dt="2022-08-26T03:30:50.191" v="75" actId="478"/>
          <ac:spMkLst>
            <pc:docMk/>
            <pc:sldMk cId="1454441592" sldId="779"/>
            <ac:spMk id="14" creationId="{45EE0D25-D851-A03C-7B95-314A13E588CD}"/>
          </ac:spMkLst>
        </pc:spChg>
        <pc:spChg chg="add del mod ord">
          <ac:chgData name="ARJAV JAIN" userId="0c0bf2fd-5996-4b26-8ea0-493cd03236ea" providerId="ADAL" clId="{FB81332B-BD02-4858-B820-7C3C0EE5CC97}" dt="2022-08-26T03:32:58.789" v="95" actId="478"/>
          <ac:spMkLst>
            <pc:docMk/>
            <pc:sldMk cId="1454441592" sldId="779"/>
            <ac:spMk id="15" creationId="{DC5E1114-45E0-8E18-575D-B7384FA7E985}"/>
          </ac:spMkLst>
        </pc:spChg>
        <pc:spChg chg="del topLvl">
          <ac:chgData name="ARJAV JAIN" userId="0c0bf2fd-5996-4b26-8ea0-493cd03236ea" providerId="ADAL" clId="{FB81332B-BD02-4858-B820-7C3C0EE5CC97}" dt="2022-08-26T03:14:57.556" v="1" actId="478"/>
          <ac:spMkLst>
            <pc:docMk/>
            <pc:sldMk cId="1454441592" sldId="779"/>
            <ac:spMk id="16" creationId="{3B24CCDE-D5E3-43D7-B33A-1C6F26FC6D72}"/>
          </ac:spMkLst>
        </pc:spChg>
        <pc:spChg chg="mod">
          <ac:chgData name="ARJAV JAIN" userId="0c0bf2fd-5996-4b26-8ea0-493cd03236ea" providerId="ADAL" clId="{FB81332B-BD02-4858-B820-7C3C0EE5CC97}" dt="2022-08-26T03:58:44.474" v="1112" actId="14100"/>
          <ac:spMkLst>
            <pc:docMk/>
            <pc:sldMk cId="1454441592" sldId="779"/>
            <ac:spMk id="17" creationId="{401D548C-31BA-49C9-A5FB-3487C218EB3B}"/>
          </ac:spMkLst>
        </pc:spChg>
        <pc:spChg chg="mod">
          <ac:chgData name="ARJAV JAIN" userId="0c0bf2fd-5996-4b26-8ea0-493cd03236ea" providerId="ADAL" clId="{FB81332B-BD02-4858-B820-7C3C0EE5CC97}" dt="2022-08-26T03:58:34.242" v="1110" actId="1076"/>
          <ac:spMkLst>
            <pc:docMk/>
            <pc:sldMk cId="1454441592" sldId="779"/>
            <ac:spMk id="18" creationId="{F324944F-4AC7-44E5-A1B6-D7560990264D}"/>
          </ac:spMkLst>
        </pc:spChg>
        <pc:spChg chg="mod">
          <ac:chgData name="ARJAV JAIN" userId="0c0bf2fd-5996-4b26-8ea0-493cd03236ea" providerId="ADAL" clId="{FB81332B-BD02-4858-B820-7C3C0EE5CC97}" dt="2022-08-26T03:50:23.985" v="811" actId="1036"/>
          <ac:spMkLst>
            <pc:docMk/>
            <pc:sldMk cId="1454441592" sldId="779"/>
            <ac:spMk id="19" creationId="{1C86BDEA-5270-4694-82D6-CB0456B78C06}"/>
          </ac:spMkLst>
        </pc:spChg>
        <pc:spChg chg="add mod">
          <ac:chgData name="ARJAV JAIN" userId="0c0bf2fd-5996-4b26-8ea0-493cd03236ea" providerId="ADAL" clId="{FB81332B-BD02-4858-B820-7C3C0EE5CC97}" dt="2022-08-26T03:58:28.394" v="1109" actId="14100"/>
          <ac:spMkLst>
            <pc:docMk/>
            <pc:sldMk cId="1454441592" sldId="779"/>
            <ac:spMk id="26" creationId="{256FE1DA-92FA-7205-3B32-383F8D5F4DE3}"/>
          </ac:spMkLst>
        </pc:spChg>
        <pc:spChg chg="add mod">
          <ac:chgData name="ARJAV JAIN" userId="0c0bf2fd-5996-4b26-8ea0-493cd03236ea" providerId="ADAL" clId="{FB81332B-BD02-4858-B820-7C3C0EE5CC97}" dt="2022-08-26T03:52:53.973" v="834" actId="571"/>
          <ac:spMkLst>
            <pc:docMk/>
            <pc:sldMk cId="1454441592" sldId="779"/>
            <ac:spMk id="27" creationId="{082FCCDF-9B6F-F164-7FD3-5C5B4F10AB1A}"/>
          </ac:spMkLst>
        </pc:spChg>
        <pc:spChg chg="del">
          <ac:chgData name="ARJAV JAIN" userId="0c0bf2fd-5996-4b26-8ea0-493cd03236ea" providerId="ADAL" clId="{FB81332B-BD02-4858-B820-7C3C0EE5CC97}" dt="2022-08-26T03:44:49.697" v="540" actId="478"/>
          <ac:spMkLst>
            <pc:docMk/>
            <pc:sldMk cId="1454441592" sldId="779"/>
            <ac:spMk id="28" creationId="{2F636E75-57CE-47C9-B9BE-30008680BFB7}"/>
          </ac:spMkLst>
        </pc:spChg>
        <pc:grpChg chg="add del mod">
          <ac:chgData name="ARJAV JAIN" userId="0c0bf2fd-5996-4b26-8ea0-493cd03236ea" providerId="ADAL" clId="{FB81332B-BD02-4858-B820-7C3C0EE5CC97}" dt="2022-08-26T03:30:15.577" v="66" actId="478"/>
          <ac:grpSpMkLst>
            <pc:docMk/>
            <pc:sldMk cId="1454441592" sldId="779"/>
            <ac:grpSpMk id="7" creationId="{274FB347-F8A7-1803-812B-2545A42DF0C5}"/>
          </ac:grpSpMkLst>
        </pc:grpChg>
        <pc:grpChg chg="add del mod">
          <ac:chgData name="ARJAV JAIN" userId="0c0bf2fd-5996-4b26-8ea0-493cd03236ea" providerId="ADAL" clId="{FB81332B-BD02-4858-B820-7C3C0EE5CC97}" dt="2022-08-26T03:30:47.502" v="74" actId="165"/>
          <ac:grpSpMkLst>
            <pc:docMk/>
            <pc:sldMk cId="1454441592" sldId="779"/>
            <ac:grpSpMk id="10" creationId="{466148F6-8421-9309-29F0-014A1669A0B1}"/>
          </ac:grpSpMkLst>
        </pc:grpChg>
        <pc:grpChg chg="del">
          <ac:chgData name="ARJAV JAIN" userId="0c0bf2fd-5996-4b26-8ea0-493cd03236ea" providerId="ADAL" clId="{FB81332B-BD02-4858-B820-7C3C0EE5CC97}" dt="2022-08-26T03:14:57.556" v="1" actId="478"/>
          <ac:grpSpMkLst>
            <pc:docMk/>
            <pc:sldMk cId="1454441592" sldId="779"/>
            <ac:grpSpMk id="12" creationId="{08989882-6B67-40DE-9DAF-8628C42D1FA6}"/>
          </ac:grpSpMkLst>
        </pc:grpChg>
        <pc:picChg chg="add mod">
          <ac:chgData name="ARJAV JAIN" userId="0c0bf2fd-5996-4b26-8ea0-493cd03236ea" providerId="ADAL" clId="{FB81332B-BD02-4858-B820-7C3C0EE5CC97}" dt="2022-08-26T03:33:42.565" v="105" actId="1076"/>
          <ac:picMkLst>
            <pc:docMk/>
            <pc:sldMk cId="1454441592" sldId="779"/>
            <ac:picMk id="2" creationId="{463BEFE8-0DC4-8BB3-F13E-BB2DCC02E3AC}"/>
          </ac:picMkLst>
        </pc:picChg>
        <pc:picChg chg="add del mod">
          <ac:chgData name="ARJAV JAIN" userId="0c0bf2fd-5996-4b26-8ea0-493cd03236ea" providerId="ADAL" clId="{FB81332B-BD02-4858-B820-7C3C0EE5CC97}" dt="2022-08-26T03:29:19.434" v="54" actId="478"/>
          <ac:picMkLst>
            <pc:docMk/>
            <pc:sldMk cId="1454441592" sldId="779"/>
            <ac:picMk id="4" creationId="{1E1E4044-69E5-8F27-0D8F-A7CB09BA021E}"/>
          </ac:picMkLst>
        </pc:picChg>
        <pc:picChg chg="add mod">
          <ac:chgData name="ARJAV JAIN" userId="0c0bf2fd-5996-4b26-8ea0-493cd03236ea" providerId="ADAL" clId="{FB81332B-BD02-4858-B820-7C3C0EE5CC97}" dt="2022-08-26T03:34:01.782" v="115" actId="1038"/>
          <ac:picMkLst>
            <pc:docMk/>
            <pc:sldMk cId="1454441592" sldId="779"/>
            <ac:picMk id="6" creationId="{1DCDD1B1-CE9E-55B2-812F-F2018518CE97}"/>
          </ac:picMkLst>
        </pc:picChg>
        <pc:picChg chg="add del mod">
          <ac:chgData name="ARJAV JAIN" userId="0c0bf2fd-5996-4b26-8ea0-493cd03236ea" providerId="ADAL" clId="{FB81332B-BD02-4858-B820-7C3C0EE5CC97}" dt="2022-08-26T03:34:20.094" v="116" actId="21"/>
          <ac:picMkLst>
            <pc:docMk/>
            <pc:sldMk cId="1454441592" sldId="779"/>
            <ac:picMk id="21" creationId="{49BB0C63-42D4-4B40-F3DE-25E0189CC992}"/>
          </ac:picMkLst>
        </pc:picChg>
        <pc:picChg chg="del">
          <ac:chgData name="ARJAV JAIN" userId="0c0bf2fd-5996-4b26-8ea0-493cd03236ea" providerId="ADAL" clId="{FB81332B-BD02-4858-B820-7C3C0EE5CC97}" dt="2022-08-26T03:15:20.980" v="14" actId="478"/>
          <ac:picMkLst>
            <pc:docMk/>
            <pc:sldMk cId="1454441592" sldId="779"/>
            <ac:picMk id="24" creationId="{B6B392CB-AEEC-43FA-879C-BC181B729372}"/>
          </ac:picMkLst>
        </pc:picChg>
        <pc:picChg chg="add del mod">
          <ac:chgData name="ARJAV JAIN" userId="0c0bf2fd-5996-4b26-8ea0-493cd03236ea" providerId="ADAL" clId="{FB81332B-BD02-4858-B820-7C3C0EE5CC97}" dt="2022-08-26T03:33:50.967" v="113" actId="478"/>
          <ac:picMkLst>
            <pc:docMk/>
            <pc:sldMk cId="1454441592" sldId="779"/>
            <ac:picMk id="25" creationId="{680907FF-0819-F38B-DBCF-FAFB525030CC}"/>
          </ac:picMkLst>
        </pc:picChg>
        <pc:cxnChg chg="mod">
          <ac:chgData name="ARJAV JAIN" userId="0c0bf2fd-5996-4b26-8ea0-493cd03236ea" providerId="ADAL" clId="{FB81332B-BD02-4858-B820-7C3C0EE5CC97}" dt="2022-08-26T03:50:23.985" v="811" actId="1036"/>
          <ac:cxnSpMkLst>
            <pc:docMk/>
            <pc:sldMk cId="1454441592" sldId="779"/>
            <ac:cxnSpMk id="22" creationId="{3FD64C1F-CC8A-469E-BF3F-ACA8589C2A86}"/>
          </ac:cxnSpMkLst>
        </pc:cxnChg>
        <pc:cxnChg chg="mod">
          <ac:chgData name="ARJAV JAIN" userId="0c0bf2fd-5996-4b26-8ea0-493cd03236ea" providerId="ADAL" clId="{FB81332B-BD02-4858-B820-7C3C0EE5CC97}" dt="2022-08-26T03:50:23.985" v="811" actId="1036"/>
          <ac:cxnSpMkLst>
            <pc:docMk/>
            <pc:sldMk cId="1454441592" sldId="779"/>
            <ac:cxnSpMk id="23" creationId="{38D2FC3A-B7F2-40B1-9ACA-D626A9231150}"/>
          </ac:cxnSpMkLst>
        </pc:cxnChg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555092959" sldId="781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47565590" sldId="78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795386718" sldId="78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766641779" sldId="78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46475253" sldId="78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724350073" sldId="78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43145538" sldId="78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39582676" sldId="788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798914005" sldId="79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926422156" sldId="794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748269639" sldId="795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2461023264" sldId="796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691542392" sldId="797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867225001" sldId="799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59150829" sldId="800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4072689219" sldId="802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3155905877" sldId="803"/>
        </pc:sldMkLst>
      </pc:sldChg>
      <pc:sldChg chg="del">
        <pc:chgData name="ARJAV JAIN" userId="0c0bf2fd-5996-4b26-8ea0-493cd03236ea" providerId="ADAL" clId="{FB81332B-BD02-4858-B820-7C3C0EE5CC97}" dt="2022-08-26T23:14:12.084" v="8057" actId="47"/>
        <pc:sldMkLst>
          <pc:docMk/>
          <pc:sldMk cId="1938351296" sldId="804"/>
        </pc:sldMkLst>
      </pc:sldChg>
      <pc:sldChg chg="del">
        <pc:chgData name="ARJAV JAIN" userId="0c0bf2fd-5996-4b26-8ea0-493cd03236ea" providerId="ADAL" clId="{FB81332B-BD02-4858-B820-7C3C0EE5CC97}" dt="2022-08-26T03:14:29.003" v="0" actId="47"/>
        <pc:sldMkLst>
          <pc:docMk/>
          <pc:sldMk cId="2324698960" sldId="805"/>
        </pc:sldMkLst>
      </pc:sldChg>
      <pc:sldChg chg="addSp delSp modSp add mod ord">
        <pc:chgData name="ARJAV JAIN" userId="0c0bf2fd-5996-4b26-8ea0-493cd03236ea" providerId="ADAL" clId="{FB81332B-BD02-4858-B820-7C3C0EE5CC97}" dt="2022-08-26T22:55:45.199" v="7772"/>
        <pc:sldMkLst>
          <pc:docMk/>
          <pc:sldMk cId="2652377489" sldId="805"/>
        </pc:sldMkLst>
        <pc:spChg chg="del">
          <ac:chgData name="ARJAV JAIN" userId="0c0bf2fd-5996-4b26-8ea0-493cd03236ea" providerId="ADAL" clId="{FB81332B-BD02-4858-B820-7C3C0EE5CC97}" dt="2022-08-26T03:22:57.028" v="38" actId="478"/>
          <ac:spMkLst>
            <pc:docMk/>
            <pc:sldMk cId="2652377489" sldId="805"/>
            <ac:spMk id="2" creationId="{4EAD0A7E-C3BB-4DD0-9B32-C77FDDFF8D24}"/>
          </ac:spMkLst>
        </pc:spChg>
        <pc:spChg chg="del">
          <ac:chgData name="ARJAV JAIN" userId="0c0bf2fd-5996-4b26-8ea0-493cd03236ea" providerId="ADAL" clId="{FB81332B-BD02-4858-B820-7C3C0EE5CC97}" dt="2022-08-26T03:22:59.183" v="40" actId="478"/>
          <ac:spMkLst>
            <pc:docMk/>
            <pc:sldMk cId="2652377489" sldId="805"/>
            <ac:spMk id="3" creationId="{841D01C7-E516-45A3-B92F-6871D47C4E54}"/>
          </ac:spMkLst>
        </pc:spChg>
        <pc:spChg chg="add del mod">
          <ac:chgData name="ARJAV JAIN" userId="0c0bf2fd-5996-4b26-8ea0-493cd03236ea" providerId="ADAL" clId="{FB81332B-BD02-4858-B820-7C3C0EE5CC97}" dt="2022-08-26T03:22:58.260" v="39" actId="478"/>
          <ac:spMkLst>
            <pc:docMk/>
            <pc:sldMk cId="2652377489" sldId="805"/>
            <ac:spMk id="5" creationId="{466364A2-0353-F9A3-31E6-717276F2BECB}"/>
          </ac:spMkLst>
        </pc:spChg>
        <pc:spChg chg="add del mod">
          <ac:chgData name="ARJAV JAIN" userId="0c0bf2fd-5996-4b26-8ea0-493cd03236ea" providerId="ADAL" clId="{FB81332B-BD02-4858-B820-7C3C0EE5CC97}" dt="2022-08-26T03:23:00.654" v="41" actId="478"/>
          <ac:spMkLst>
            <pc:docMk/>
            <pc:sldMk cId="2652377489" sldId="805"/>
            <ac:spMk id="7" creationId="{C4B90EFA-FADD-5B08-B9D8-12674A289728}"/>
          </ac:spMkLst>
        </pc:spChg>
        <pc:picChg chg="add mod">
          <ac:chgData name="ARJAV JAIN" userId="0c0bf2fd-5996-4b26-8ea0-493cd03236ea" providerId="ADAL" clId="{FB81332B-BD02-4858-B820-7C3C0EE5CC97}" dt="2022-08-26T03:25:24.231" v="45" actId="1076"/>
          <ac:picMkLst>
            <pc:docMk/>
            <pc:sldMk cId="2652377489" sldId="805"/>
            <ac:picMk id="9" creationId="{99394B1F-F4CA-9CFA-3AA0-D201FF4FE89E}"/>
          </ac:picMkLst>
        </pc:picChg>
        <pc:picChg chg="add mod">
          <ac:chgData name="ARJAV JAIN" userId="0c0bf2fd-5996-4b26-8ea0-493cd03236ea" providerId="ADAL" clId="{FB81332B-BD02-4858-B820-7C3C0EE5CC97}" dt="2022-08-26T16:30:16.582" v="1830" actId="1076"/>
          <ac:picMkLst>
            <pc:docMk/>
            <pc:sldMk cId="2652377489" sldId="805"/>
            <ac:picMk id="11" creationId="{6ACA9457-2F87-382E-9285-295263EA0DF1}"/>
          </ac:picMkLst>
        </pc:picChg>
        <pc:picChg chg="add mod">
          <ac:chgData name="ARJAV JAIN" userId="0c0bf2fd-5996-4b26-8ea0-493cd03236ea" providerId="ADAL" clId="{FB81332B-BD02-4858-B820-7C3C0EE5CC97}" dt="2022-08-26T03:27:12.526" v="50" actId="14100"/>
          <ac:picMkLst>
            <pc:docMk/>
            <pc:sldMk cId="2652377489" sldId="805"/>
            <ac:picMk id="13" creationId="{D27B7C54-6ADA-95B4-8782-083214B92A28}"/>
          </ac:picMkLst>
        </pc:picChg>
      </pc:sldChg>
      <pc:sldChg chg="new del">
        <pc:chgData name="ARJAV JAIN" userId="0c0bf2fd-5996-4b26-8ea0-493cd03236ea" providerId="ADAL" clId="{FB81332B-BD02-4858-B820-7C3C0EE5CC97}" dt="2022-08-26T03:54:34.880" v="845" actId="47"/>
        <pc:sldMkLst>
          <pc:docMk/>
          <pc:sldMk cId="740817505" sldId="806"/>
        </pc:sldMkLst>
      </pc:sldChg>
      <pc:sldChg chg="del">
        <pc:chgData name="ARJAV JAIN" userId="0c0bf2fd-5996-4b26-8ea0-493cd03236ea" providerId="ADAL" clId="{FB81332B-BD02-4858-B820-7C3C0EE5CC97}" dt="2022-08-26T03:14:29.003" v="0" actId="47"/>
        <pc:sldMkLst>
          <pc:docMk/>
          <pc:sldMk cId="1081266724" sldId="806"/>
        </pc:sldMkLst>
      </pc:sldChg>
      <pc:sldChg chg="addSp delSp modSp add del mod">
        <pc:chgData name="ARJAV JAIN" userId="0c0bf2fd-5996-4b26-8ea0-493cd03236ea" providerId="ADAL" clId="{FB81332B-BD02-4858-B820-7C3C0EE5CC97}" dt="2022-08-26T07:58:43.679" v="1310" actId="47"/>
        <pc:sldMkLst>
          <pc:docMk/>
          <pc:sldMk cId="3904781806" sldId="806"/>
        </pc:sldMkLst>
        <pc:spChg chg="add del mod">
          <ac:chgData name="ARJAV JAIN" userId="0c0bf2fd-5996-4b26-8ea0-493cd03236ea" providerId="ADAL" clId="{FB81332B-BD02-4858-B820-7C3C0EE5CC97}" dt="2022-08-26T03:57:34.675" v="1034" actId="478"/>
          <ac:spMkLst>
            <pc:docMk/>
            <pc:sldMk cId="3904781806" sldId="806"/>
            <ac:spMk id="3" creationId="{8186F12E-B391-D040-7C7A-4ABE4CC2525D}"/>
          </ac:spMkLst>
        </pc:spChg>
        <pc:spChg chg="add mod">
          <ac:chgData name="ARJAV JAIN" userId="0c0bf2fd-5996-4b26-8ea0-493cd03236ea" providerId="ADAL" clId="{FB81332B-BD02-4858-B820-7C3C0EE5CC97}" dt="2022-08-26T03:57:58.544" v="1108" actId="20577"/>
          <ac:spMkLst>
            <pc:docMk/>
            <pc:sldMk cId="3904781806" sldId="806"/>
            <ac:spMk id="4" creationId="{D93B450B-9FF9-5B7B-1E5A-202A939020E4}"/>
          </ac:spMkLst>
        </pc:spChg>
        <pc:spChg chg="del">
          <ac:chgData name="ARJAV JAIN" userId="0c0bf2fd-5996-4b26-8ea0-493cd03236ea" providerId="ADAL" clId="{FB81332B-BD02-4858-B820-7C3C0EE5CC97}" dt="2022-08-26T03:54:42.109" v="847" actId="478"/>
          <ac:spMkLst>
            <pc:docMk/>
            <pc:sldMk cId="3904781806" sldId="806"/>
            <ac:spMk id="17" creationId="{401D548C-31BA-49C9-A5FB-3487C218EB3B}"/>
          </ac:spMkLst>
        </pc:spChg>
        <pc:spChg chg="del">
          <ac:chgData name="ARJAV JAIN" userId="0c0bf2fd-5996-4b26-8ea0-493cd03236ea" providerId="ADAL" clId="{FB81332B-BD02-4858-B820-7C3C0EE5CC97}" dt="2022-08-26T03:54:42.109" v="847" actId="478"/>
          <ac:spMkLst>
            <pc:docMk/>
            <pc:sldMk cId="3904781806" sldId="806"/>
            <ac:spMk id="18" creationId="{F324944F-4AC7-44E5-A1B6-D7560990264D}"/>
          </ac:spMkLst>
        </pc:spChg>
        <pc:spChg chg="del">
          <ac:chgData name="ARJAV JAIN" userId="0c0bf2fd-5996-4b26-8ea0-493cd03236ea" providerId="ADAL" clId="{FB81332B-BD02-4858-B820-7C3C0EE5CC97}" dt="2022-08-26T03:54:42.109" v="847" actId="478"/>
          <ac:spMkLst>
            <pc:docMk/>
            <pc:sldMk cId="3904781806" sldId="806"/>
            <ac:spMk id="19" creationId="{1C86BDEA-5270-4694-82D6-CB0456B78C06}"/>
          </ac:spMkLst>
        </pc:spChg>
        <pc:spChg chg="del">
          <ac:chgData name="ARJAV JAIN" userId="0c0bf2fd-5996-4b26-8ea0-493cd03236ea" providerId="ADAL" clId="{FB81332B-BD02-4858-B820-7C3C0EE5CC97}" dt="2022-08-26T03:54:42.109" v="847" actId="478"/>
          <ac:spMkLst>
            <pc:docMk/>
            <pc:sldMk cId="3904781806" sldId="806"/>
            <ac:spMk id="26" creationId="{256FE1DA-92FA-7205-3B32-383F8D5F4DE3}"/>
          </ac:spMkLst>
        </pc:spChg>
        <pc:cxnChg chg="del">
          <ac:chgData name="ARJAV JAIN" userId="0c0bf2fd-5996-4b26-8ea0-493cd03236ea" providerId="ADAL" clId="{FB81332B-BD02-4858-B820-7C3C0EE5CC97}" dt="2022-08-26T03:54:42.109" v="847" actId="478"/>
          <ac:cxnSpMkLst>
            <pc:docMk/>
            <pc:sldMk cId="3904781806" sldId="806"/>
            <ac:cxnSpMk id="22" creationId="{3FD64C1F-CC8A-469E-BF3F-ACA8589C2A86}"/>
          </ac:cxnSpMkLst>
        </pc:cxnChg>
        <pc:cxnChg chg="del">
          <ac:chgData name="ARJAV JAIN" userId="0c0bf2fd-5996-4b26-8ea0-493cd03236ea" providerId="ADAL" clId="{FB81332B-BD02-4858-B820-7C3C0EE5CC97}" dt="2022-08-26T03:54:42.109" v="847" actId="478"/>
          <ac:cxnSpMkLst>
            <pc:docMk/>
            <pc:sldMk cId="3904781806" sldId="806"/>
            <ac:cxnSpMk id="23" creationId="{38D2FC3A-B7F2-40B1-9ACA-D626A9231150}"/>
          </ac:cxnSpMkLst>
        </pc:cxnChg>
      </pc:sldChg>
      <pc:sldChg chg="new del">
        <pc:chgData name="ARJAV JAIN" userId="0c0bf2fd-5996-4b26-8ea0-493cd03236ea" providerId="ADAL" clId="{FB81332B-BD02-4858-B820-7C3C0EE5CC97}" dt="2022-08-26T04:05:48.233" v="1114" actId="47"/>
        <pc:sldMkLst>
          <pc:docMk/>
          <pc:sldMk cId="3243307826" sldId="807"/>
        </pc:sldMkLst>
      </pc:sldChg>
      <pc:sldChg chg="addSp delSp modSp add del mod">
        <pc:chgData name="ARJAV JAIN" userId="0c0bf2fd-5996-4b26-8ea0-493cd03236ea" providerId="ADAL" clId="{FB81332B-BD02-4858-B820-7C3C0EE5CC97}" dt="2022-08-26T08:14:10.661" v="1331" actId="47"/>
        <pc:sldMkLst>
          <pc:docMk/>
          <pc:sldMk cId="4007059531" sldId="807"/>
        </pc:sldMkLst>
        <pc:spChg chg="del">
          <ac:chgData name="ARJAV JAIN" userId="0c0bf2fd-5996-4b26-8ea0-493cd03236ea" providerId="ADAL" clId="{FB81332B-BD02-4858-B820-7C3C0EE5CC97}" dt="2022-08-26T04:05:51.821" v="1116" actId="478"/>
          <ac:spMkLst>
            <pc:docMk/>
            <pc:sldMk cId="4007059531" sldId="807"/>
            <ac:spMk id="3" creationId="{8186F12E-B391-D040-7C7A-4ABE4CC2525D}"/>
          </ac:spMkLst>
        </pc:spChg>
        <pc:spChg chg="del">
          <ac:chgData name="ARJAV JAIN" userId="0c0bf2fd-5996-4b26-8ea0-493cd03236ea" providerId="ADAL" clId="{FB81332B-BD02-4858-B820-7C3C0EE5CC97}" dt="2022-08-26T04:05:52.161" v="1117" actId="478"/>
          <ac:spMkLst>
            <pc:docMk/>
            <pc:sldMk cId="4007059531" sldId="807"/>
            <ac:spMk id="4" creationId="{D93B450B-9FF9-5B7B-1E5A-202A939020E4}"/>
          </ac:spMkLst>
        </pc:spChg>
        <pc:spChg chg="add mod">
          <ac:chgData name="ARJAV JAIN" userId="0c0bf2fd-5996-4b26-8ea0-493cd03236ea" providerId="ADAL" clId="{FB81332B-BD02-4858-B820-7C3C0EE5CC97}" dt="2022-08-26T04:05:58.717" v="1128" actId="20577"/>
          <ac:spMkLst>
            <pc:docMk/>
            <pc:sldMk cId="4007059531" sldId="807"/>
            <ac:spMk id="5" creationId="{7EF5A972-58A9-29F6-E0A2-ED6328ACD0B9}"/>
          </ac:spMkLst>
        </pc:spChg>
      </pc:sldChg>
      <pc:sldChg chg="modSp add del mod">
        <pc:chgData name="ARJAV JAIN" userId="0c0bf2fd-5996-4b26-8ea0-493cd03236ea" providerId="ADAL" clId="{FB81332B-BD02-4858-B820-7C3C0EE5CC97}" dt="2022-08-26T08:14:22.577" v="1332" actId="47"/>
        <pc:sldMkLst>
          <pc:docMk/>
          <pc:sldMk cId="1021900154" sldId="808"/>
        </pc:sldMkLst>
        <pc:spChg chg="mod">
          <ac:chgData name="ARJAV JAIN" userId="0c0bf2fd-5996-4b26-8ea0-493cd03236ea" providerId="ADAL" clId="{FB81332B-BD02-4858-B820-7C3C0EE5CC97}" dt="2022-08-26T04:06:10.676" v="1145" actId="20577"/>
          <ac:spMkLst>
            <pc:docMk/>
            <pc:sldMk cId="1021900154" sldId="808"/>
            <ac:spMk id="5" creationId="{7EF5A972-58A9-29F6-E0A2-ED6328ACD0B9}"/>
          </ac:spMkLst>
        </pc:spChg>
      </pc:sldChg>
      <pc:sldChg chg="modSp add del mod">
        <pc:chgData name="ARJAV JAIN" userId="0c0bf2fd-5996-4b26-8ea0-493cd03236ea" providerId="ADAL" clId="{FB81332B-BD02-4858-B820-7C3C0EE5CC97}" dt="2022-08-26T08:14:22.577" v="1332" actId="47"/>
        <pc:sldMkLst>
          <pc:docMk/>
          <pc:sldMk cId="3032133497" sldId="809"/>
        </pc:sldMkLst>
        <pc:spChg chg="mod">
          <ac:chgData name="ARJAV JAIN" userId="0c0bf2fd-5996-4b26-8ea0-493cd03236ea" providerId="ADAL" clId="{FB81332B-BD02-4858-B820-7C3C0EE5CC97}" dt="2022-08-26T04:07:02.922" v="1173" actId="1076"/>
          <ac:spMkLst>
            <pc:docMk/>
            <pc:sldMk cId="3032133497" sldId="809"/>
            <ac:spMk id="5" creationId="{7EF5A972-58A9-29F6-E0A2-ED6328ACD0B9}"/>
          </ac:spMkLst>
        </pc:spChg>
      </pc:sldChg>
      <pc:sldChg chg="addSp delSp modSp add del mod">
        <pc:chgData name="ARJAV JAIN" userId="0c0bf2fd-5996-4b26-8ea0-493cd03236ea" providerId="ADAL" clId="{FB81332B-BD02-4858-B820-7C3C0EE5CC97}" dt="2022-08-26T08:29:04.346" v="1703" actId="47"/>
        <pc:sldMkLst>
          <pc:docMk/>
          <pc:sldMk cId="1165938768" sldId="810"/>
        </pc:sldMkLst>
        <pc:spChg chg="add mod">
          <ac:chgData name="ARJAV JAIN" userId="0c0bf2fd-5996-4b26-8ea0-493cd03236ea" providerId="ADAL" clId="{FB81332B-BD02-4858-B820-7C3C0EE5CC97}" dt="2022-08-26T04:10:19.425" v="1183" actId="20577"/>
          <ac:spMkLst>
            <pc:docMk/>
            <pc:sldMk cId="1165938768" sldId="810"/>
            <ac:spMk id="3" creationId="{590BBD94-9ADF-7B9F-7A87-978DB95D6E9F}"/>
          </ac:spMkLst>
        </pc:spChg>
        <pc:spChg chg="add mod">
          <ac:chgData name="ARJAV JAIN" userId="0c0bf2fd-5996-4b26-8ea0-493cd03236ea" providerId="ADAL" clId="{FB81332B-BD02-4858-B820-7C3C0EE5CC97}" dt="2022-08-26T04:10:22.728" v="1190" actId="20577"/>
          <ac:spMkLst>
            <pc:docMk/>
            <pc:sldMk cId="1165938768" sldId="810"/>
            <ac:spMk id="4" creationId="{31A1F12C-4834-D61C-8ECE-28EB1C49CC49}"/>
          </ac:spMkLst>
        </pc:spChg>
        <pc:spChg chg="del">
          <ac:chgData name="ARJAV JAIN" userId="0c0bf2fd-5996-4b26-8ea0-493cd03236ea" providerId="ADAL" clId="{FB81332B-BD02-4858-B820-7C3C0EE5CC97}" dt="2022-08-26T04:10:05.230" v="1175" actId="478"/>
          <ac:spMkLst>
            <pc:docMk/>
            <pc:sldMk cId="1165938768" sldId="810"/>
            <ac:spMk id="5" creationId="{7EF5A972-58A9-29F6-E0A2-ED6328ACD0B9}"/>
          </ac:spMkLst>
        </pc:spChg>
      </pc:sldChg>
      <pc:sldChg chg="addSp delSp modSp add mod ord">
        <pc:chgData name="ARJAV JAIN" userId="0c0bf2fd-5996-4b26-8ea0-493cd03236ea" providerId="ADAL" clId="{FB81332B-BD02-4858-B820-7C3C0EE5CC97}" dt="2022-08-26T22:13:44.962" v="6298"/>
        <pc:sldMkLst>
          <pc:docMk/>
          <pc:sldMk cId="2229203208" sldId="811"/>
        </pc:sldMkLst>
        <pc:spChg chg="del">
          <ac:chgData name="ARJAV JAIN" userId="0c0bf2fd-5996-4b26-8ea0-493cd03236ea" providerId="ADAL" clId="{FB81332B-BD02-4858-B820-7C3C0EE5CC97}" dt="2022-08-26T04:18:50.794" v="1193" actId="478"/>
          <ac:spMkLst>
            <pc:docMk/>
            <pc:sldMk cId="2229203208" sldId="811"/>
            <ac:spMk id="3" creationId="{590BBD94-9ADF-7B9F-7A87-978DB95D6E9F}"/>
          </ac:spMkLst>
        </pc:spChg>
        <pc:spChg chg="del">
          <ac:chgData name="ARJAV JAIN" userId="0c0bf2fd-5996-4b26-8ea0-493cd03236ea" providerId="ADAL" clId="{FB81332B-BD02-4858-B820-7C3C0EE5CC97}" dt="2022-08-26T04:18:50.322" v="1192" actId="478"/>
          <ac:spMkLst>
            <pc:docMk/>
            <pc:sldMk cId="2229203208" sldId="811"/>
            <ac:spMk id="4" creationId="{31A1F12C-4834-D61C-8ECE-28EB1C49CC49}"/>
          </ac:spMkLst>
        </pc:spChg>
        <pc:spChg chg="add mod">
          <ac:chgData name="ARJAV JAIN" userId="0c0bf2fd-5996-4b26-8ea0-493cd03236ea" providerId="ADAL" clId="{FB81332B-BD02-4858-B820-7C3C0EE5CC97}" dt="2022-08-26T04:19:42.424" v="1229" actId="20577"/>
          <ac:spMkLst>
            <pc:docMk/>
            <pc:sldMk cId="2229203208" sldId="811"/>
            <ac:spMk id="10" creationId="{7D5191B7-D324-82EC-091A-266F0B2C738F}"/>
          </ac:spMkLst>
        </pc:spChg>
        <pc:spChg chg="add mod">
          <ac:chgData name="ARJAV JAIN" userId="0c0bf2fd-5996-4b26-8ea0-493cd03236ea" providerId="ADAL" clId="{FB81332B-BD02-4858-B820-7C3C0EE5CC97}" dt="2022-08-26T05:18:23.748" v="1258" actId="20577"/>
          <ac:spMkLst>
            <pc:docMk/>
            <pc:sldMk cId="2229203208" sldId="811"/>
            <ac:spMk id="20" creationId="{0A71C9BD-98DC-6E60-BD98-B72BA1D0F34D}"/>
          </ac:spMkLst>
        </pc:spChg>
        <pc:picChg chg="add mod">
          <ac:chgData name="ARJAV JAIN" userId="0c0bf2fd-5996-4b26-8ea0-493cd03236ea" providerId="ADAL" clId="{FB81332B-BD02-4858-B820-7C3C0EE5CC97}" dt="2022-08-26T04:18:55.550" v="1197" actId="962"/>
          <ac:picMkLst>
            <pc:docMk/>
            <pc:sldMk cId="2229203208" sldId="811"/>
            <ac:picMk id="7" creationId="{132A6438-25F2-62B2-B435-CC99B50A754F}"/>
          </ac:picMkLst>
        </pc:picChg>
        <pc:picChg chg="add mod">
          <ac:chgData name="ARJAV JAIN" userId="0c0bf2fd-5996-4b26-8ea0-493cd03236ea" providerId="ADAL" clId="{FB81332B-BD02-4858-B820-7C3C0EE5CC97}" dt="2022-08-26T04:19:10.400" v="1204" actId="1076"/>
          <ac:picMkLst>
            <pc:docMk/>
            <pc:sldMk cId="2229203208" sldId="811"/>
            <ac:picMk id="9" creationId="{518B593E-3E7A-D7A0-D1DC-6FFB871D4DBA}"/>
          </ac:picMkLst>
        </pc:picChg>
        <pc:picChg chg="add mod">
          <ac:chgData name="ARJAV JAIN" userId="0c0bf2fd-5996-4b26-8ea0-493cd03236ea" providerId="ADAL" clId="{FB81332B-BD02-4858-B820-7C3C0EE5CC97}" dt="2022-08-26T04:22:21.002" v="1237" actId="1076"/>
          <ac:picMkLst>
            <pc:docMk/>
            <pc:sldMk cId="2229203208" sldId="811"/>
            <ac:picMk id="13" creationId="{A4499C1E-4CF3-3EF4-A7A2-8A727CA9EB4A}"/>
          </ac:picMkLst>
        </pc:picChg>
        <pc:picChg chg="add del mod">
          <ac:chgData name="ARJAV JAIN" userId="0c0bf2fd-5996-4b26-8ea0-493cd03236ea" providerId="ADAL" clId="{FB81332B-BD02-4858-B820-7C3C0EE5CC97}" dt="2022-08-26T05:15:09.356" v="1239" actId="478"/>
          <ac:picMkLst>
            <pc:docMk/>
            <pc:sldMk cId="2229203208" sldId="811"/>
            <ac:picMk id="15" creationId="{00B09C47-94A4-FDFD-D385-C2B28B8B020F}"/>
          </ac:picMkLst>
        </pc:picChg>
        <pc:picChg chg="add del mod modCrop">
          <ac:chgData name="ARJAV JAIN" userId="0c0bf2fd-5996-4b26-8ea0-493cd03236ea" providerId="ADAL" clId="{FB81332B-BD02-4858-B820-7C3C0EE5CC97}" dt="2022-08-26T05:20:55.871" v="1261" actId="478"/>
          <ac:picMkLst>
            <pc:docMk/>
            <pc:sldMk cId="2229203208" sldId="811"/>
            <ac:picMk id="17" creationId="{4152DEF1-B43D-0EF4-6E33-E5069E15AA4B}"/>
          </ac:picMkLst>
        </pc:picChg>
        <pc:picChg chg="add del mod">
          <ac:chgData name="ARJAV JAIN" userId="0c0bf2fd-5996-4b26-8ea0-493cd03236ea" providerId="ADAL" clId="{FB81332B-BD02-4858-B820-7C3C0EE5CC97}" dt="2022-08-26T05:17:10.590" v="1246" actId="478"/>
          <ac:picMkLst>
            <pc:docMk/>
            <pc:sldMk cId="2229203208" sldId="811"/>
            <ac:picMk id="19" creationId="{759B10D6-2C14-C65F-08A9-1E50CD65FC49}"/>
          </ac:picMkLst>
        </pc:picChg>
        <pc:picChg chg="add mod">
          <ac:chgData name="ARJAV JAIN" userId="0c0bf2fd-5996-4b26-8ea0-493cd03236ea" providerId="ADAL" clId="{FB81332B-BD02-4858-B820-7C3C0EE5CC97}" dt="2022-08-26T05:21:00.299" v="1264" actId="1076"/>
          <ac:picMkLst>
            <pc:docMk/>
            <pc:sldMk cId="2229203208" sldId="811"/>
            <ac:picMk id="22" creationId="{D3A9CB82-CFC6-D58B-7DF3-79BE6E10165C}"/>
          </ac:picMkLst>
        </pc:picChg>
        <pc:picChg chg="add mod">
          <ac:chgData name="ARJAV JAIN" userId="0c0bf2fd-5996-4b26-8ea0-493cd03236ea" providerId="ADAL" clId="{FB81332B-BD02-4858-B820-7C3C0EE5CC97}" dt="2022-08-26T06:37:30.365" v="1294" actId="14100"/>
          <ac:picMkLst>
            <pc:docMk/>
            <pc:sldMk cId="2229203208" sldId="811"/>
            <ac:picMk id="24" creationId="{143BFBB9-D4FA-FDEB-F468-C4C526DC0EFC}"/>
          </ac:picMkLst>
        </pc:picChg>
        <pc:picChg chg="add mod">
          <ac:chgData name="ARJAV JAIN" userId="0c0bf2fd-5996-4b26-8ea0-493cd03236ea" providerId="ADAL" clId="{FB81332B-BD02-4858-B820-7C3C0EE5CC97}" dt="2022-08-26T11:36:07.785" v="1719" actId="1076"/>
          <ac:picMkLst>
            <pc:docMk/>
            <pc:sldMk cId="2229203208" sldId="811"/>
            <ac:picMk id="26" creationId="{2B31832F-0610-79DE-4785-B923BA7557B7}"/>
          </ac:picMkLst>
        </pc:picChg>
      </pc:sldChg>
      <pc:sldChg chg="addSp delSp modSp add mod ord modShow">
        <pc:chgData name="ARJAV JAIN" userId="0c0bf2fd-5996-4b26-8ea0-493cd03236ea" providerId="ADAL" clId="{FB81332B-BD02-4858-B820-7C3C0EE5CC97}" dt="2022-08-26T16:44:36.783" v="1874" actId="729"/>
        <pc:sldMkLst>
          <pc:docMk/>
          <pc:sldMk cId="253566351" sldId="812"/>
        </pc:sldMkLst>
        <pc:spChg chg="add del mod">
          <ac:chgData name="ARJAV JAIN" userId="0c0bf2fd-5996-4b26-8ea0-493cd03236ea" providerId="ADAL" clId="{FB81332B-BD02-4858-B820-7C3C0EE5CC97}" dt="2022-08-26T16:40:25.917" v="1867" actId="478"/>
          <ac:spMkLst>
            <pc:docMk/>
            <pc:sldMk cId="253566351" sldId="812"/>
            <ac:spMk id="3" creationId="{6EC6C7A0-83BB-2239-0768-F7E91F2E5624}"/>
          </ac:spMkLst>
        </pc:spChg>
        <pc:spChg chg="mod">
          <ac:chgData name="ARJAV JAIN" userId="0c0bf2fd-5996-4b26-8ea0-493cd03236ea" providerId="ADAL" clId="{FB81332B-BD02-4858-B820-7C3C0EE5CC97}" dt="2022-08-26T16:43:05.175" v="1873" actId="1076"/>
          <ac:spMkLst>
            <pc:docMk/>
            <pc:sldMk cId="253566351" sldId="812"/>
            <ac:spMk id="5" creationId="{7EF5A972-58A9-29F6-E0A2-ED6328ACD0B9}"/>
          </ac:spMkLst>
        </pc:spChg>
      </pc:sldChg>
      <pc:sldChg chg="addSp delSp modSp add mod ord modTransition">
        <pc:chgData name="ARJAV JAIN" userId="0c0bf2fd-5996-4b26-8ea0-493cd03236ea" providerId="ADAL" clId="{FB81332B-BD02-4858-B820-7C3C0EE5CC97}" dt="2022-08-27T03:59:41.301" v="8098" actId="20577"/>
        <pc:sldMkLst>
          <pc:docMk/>
          <pc:sldMk cId="125300700" sldId="813"/>
        </pc:sldMkLst>
        <pc:spChg chg="add del mod">
          <ac:chgData name="ARJAV JAIN" userId="0c0bf2fd-5996-4b26-8ea0-493cd03236ea" providerId="ADAL" clId="{FB81332B-BD02-4858-B820-7C3C0EE5CC97}" dt="2022-08-26T08:09:56.669" v="1312" actId="478"/>
          <ac:spMkLst>
            <pc:docMk/>
            <pc:sldMk cId="125300700" sldId="813"/>
            <ac:spMk id="3" creationId="{A84FBD12-1746-E137-5CE2-9FB031A44C4E}"/>
          </ac:spMkLst>
        </pc:spChg>
        <pc:spChg chg="add del mod">
          <ac:chgData name="ARJAV JAIN" userId="0c0bf2fd-5996-4b26-8ea0-493cd03236ea" providerId="ADAL" clId="{FB81332B-BD02-4858-B820-7C3C0EE5CC97}" dt="2022-08-26T17:31:05.342" v="2576" actId="207"/>
          <ac:spMkLst>
            <pc:docMk/>
            <pc:sldMk cId="125300700" sldId="813"/>
            <ac:spMk id="4" creationId="{38E3D623-C9F2-5F9E-F1A8-BD534DC7DB1B}"/>
          </ac:spMkLst>
        </pc:spChg>
        <pc:spChg chg="mod ord">
          <ac:chgData name="ARJAV JAIN" userId="0c0bf2fd-5996-4b26-8ea0-493cd03236ea" providerId="ADAL" clId="{FB81332B-BD02-4858-B820-7C3C0EE5CC97}" dt="2022-08-26T17:29:55.714" v="2568" actId="164"/>
          <ac:spMkLst>
            <pc:docMk/>
            <pc:sldMk cId="125300700" sldId="813"/>
            <ac:spMk id="5" creationId="{7EF5A972-58A9-29F6-E0A2-ED6328ACD0B9}"/>
          </ac:spMkLst>
        </pc:spChg>
        <pc:spChg chg="add del mod">
          <ac:chgData name="ARJAV JAIN" userId="0c0bf2fd-5996-4b26-8ea0-493cd03236ea" providerId="ADAL" clId="{FB81332B-BD02-4858-B820-7C3C0EE5CC97}" dt="2022-08-26T16:36:37" v="1851" actId="1076"/>
          <ac:spMkLst>
            <pc:docMk/>
            <pc:sldMk cId="125300700" sldId="813"/>
            <ac:spMk id="7" creationId="{4551B3B7-896B-F8C7-733B-AF550E802203}"/>
          </ac:spMkLst>
        </pc:spChg>
        <pc:spChg chg="add del mod">
          <ac:chgData name="ARJAV JAIN" userId="0c0bf2fd-5996-4b26-8ea0-493cd03236ea" providerId="ADAL" clId="{FB81332B-BD02-4858-B820-7C3C0EE5CC97}" dt="2022-08-26T17:49:29.622" v="3186" actId="478"/>
          <ac:spMkLst>
            <pc:docMk/>
            <pc:sldMk cId="125300700" sldId="813"/>
            <ac:spMk id="9" creationId="{65715C66-7388-58E8-7CAB-C5BE2786C16E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0" creationId="{075ACB4D-5FA0-1340-CA2A-E2AE1A5B8572}"/>
          </ac:spMkLst>
        </pc:spChg>
        <pc:spChg chg="mod">
          <ac:chgData name="ARJAV JAIN" userId="0c0bf2fd-5996-4b26-8ea0-493cd03236ea" providerId="ADAL" clId="{FB81332B-BD02-4858-B820-7C3C0EE5CC97}" dt="2022-08-26T07:56:50.927" v="1303" actId="1076"/>
          <ac:spMkLst>
            <pc:docMk/>
            <pc:sldMk cId="125300700" sldId="813"/>
            <ac:spMk id="11" creationId="{6DE80E13-CFD2-47A0-505F-5967277EFBAF}"/>
          </ac:spMkLst>
        </pc:spChg>
        <pc:spChg chg="add del mod">
          <ac:chgData name="ARJAV JAIN" userId="0c0bf2fd-5996-4b26-8ea0-493cd03236ea" providerId="ADAL" clId="{FB81332B-BD02-4858-B820-7C3C0EE5CC97}" dt="2022-08-26T16:37:14.055" v="1852" actId="478"/>
          <ac:spMkLst>
            <pc:docMk/>
            <pc:sldMk cId="125300700" sldId="813"/>
            <ac:spMk id="12" creationId="{80C450F0-AE4F-7CB1-BE95-9C42280AA4B4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2" creationId="{9AFF0F43-6BEA-C38F-A030-3465A6159921}"/>
          </ac:spMkLst>
        </pc:spChg>
        <pc:spChg chg="add mod">
          <ac:chgData name="ARJAV JAIN" userId="0c0bf2fd-5996-4b26-8ea0-493cd03236ea" providerId="ADAL" clId="{FB81332B-BD02-4858-B820-7C3C0EE5CC97}" dt="2022-08-26T21:58:55.371" v="6114" actId="208"/>
          <ac:spMkLst>
            <pc:docMk/>
            <pc:sldMk cId="125300700" sldId="813"/>
            <ac:spMk id="13" creationId="{21B95874-4C65-15B1-858F-138E098A99C4}"/>
          </ac:spMkLst>
        </pc:spChg>
        <pc:spChg chg="add del mod">
          <ac:chgData name="ARJAV JAIN" userId="0c0bf2fd-5996-4b26-8ea0-493cd03236ea" providerId="ADAL" clId="{FB81332B-BD02-4858-B820-7C3C0EE5CC97}" dt="2022-08-26T08:30:20.448" v="1707" actId="478"/>
          <ac:spMkLst>
            <pc:docMk/>
            <pc:sldMk cId="125300700" sldId="813"/>
            <ac:spMk id="13" creationId="{B82736AC-181F-0757-DBA0-83A1D7589834}"/>
          </ac:spMkLst>
        </pc:spChg>
        <pc:spChg chg="add mod ord">
          <ac:chgData name="ARJAV JAIN" userId="0c0bf2fd-5996-4b26-8ea0-493cd03236ea" providerId="ADAL" clId="{FB81332B-BD02-4858-B820-7C3C0EE5CC97}" dt="2022-08-26T18:17:30.545" v="3874" actId="1076"/>
          <ac:spMkLst>
            <pc:docMk/>
            <pc:sldMk cId="125300700" sldId="813"/>
            <ac:spMk id="14" creationId="{5F7348FE-5817-7C8E-6A6E-B59732AB9C9E}"/>
          </ac:spMkLst>
        </pc:spChg>
        <pc:spChg chg="add mod">
          <ac:chgData name="ARJAV JAIN" userId="0c0bf2fd-5996-4b26-8ea0-493cd03236ea" providerId="ADAL" clId="{FB81332B-BD02-4858-B820-7C3C0EE5CC97}" dt="2022-08-26T21:58:55.371" v="6114" actId="208"/>
          <ac:spMkLst>
            <pc:docMk/>
            <pc:sldMk cId="125300700" sldId="813"/>
            <ac:spMk id="15" creationId="{C5FD7628-3C3A-B214-1318-FAA816B44780}"/>
          </ac:spMkLst>
        </pc:spChg>
        <pc:spChg chg="add del mod">
          <ac:chgData name="ARJAV JAIN" userId="0c0bf2fd-5996-4b26-8ea0-493cd03236ea" providerId="ADAL" clId="{FB81332B-BD02-4858-B820-7C3C0EE5CC97}" dt="2022-08-26T16:53:10.224" v="1992" actId="478"/>
          <ac:spMkLst>
            <pc:docMk/>
            <pc:sldMk cId="125300700" sldId="813"/>
            <ac:spMk id="17" creationId="{CEC495C8-9942-5551-D687-D03A0989CC7C}"/>
          </ac:spMkLst>
        </pc:spChg>
        <pc:spChg chg="add del mod">
          <ac:chgData name="ARJAV JAIN" userId="0c0bf2fd-5996-4b26-8ea0-493cd03236ea" providerId="ADAL" clId="{FB81332B-BD02-4858-B820-7C3C0EE5CC97}" dt="2022-08-26T18:14:27.087" v="3821" actId="478"/>
          <ac:spMkLst>
            <pc:docMk/>
            <pc:sldMk cId="125300700" sldId="813"/>
            <ac:spMk id="17" creationId="{EECF80EB-9D58-6400-AD05-EFE1C659EE62}"/>
          </ac:spMkLst>
        </pc:spChg>
        <pc:spChg chg="add mod">
          <ac:chgData name="ARJAV JAIN" userId="0c0bf2fd-5996-4b26-8ea0-493cd03236ea" providerId="ADAL" clId="{FB81332B-BD02-4858-B820-7C3C0EE5CC97}" dt="2022-08-26T21:58:55.371" v="6114" actId="208"/>
          <ac:spMkLst>
            <pc:docMk/>
            <pc:sldMk cId="125300700" sldId="813"/>
            <ac:spMk id="18" creationId="{380AF0D1-0F6B-549A-5D33-5EAAFA8BC3C5}"/>
          </ac:spMkLst>
        </pc:spChg>
        <pc:spChg chg="add del mod">
          <ac:chgData name="ARJAV JAIN" userId="0c0bf2fd-5996-4b26-8ea0-493cd03236ea" providerId="ADAL" clId="{FB81332B-BD02-4858-B820-7C3C0EE5CC97}" dt="2022-08-26T16:58:29.860" v="2033" actId="478"/>
          <ac:spMkLst>
            <pc:docMk/>
            <pc:sldMk cId="125300700" sldId="813"/>
            <ac:spMk id="18" creationId="{F8B418D3-7A71-90E8-60BB-38A1F847FEF3}"/>
          </ac:spMkLst>
        </pc:spChg>
        <pc:spChg chg="add del mod">
          <ac:chgData name="ARJAV JAIN" userId="0c0bf2fd-5996-4b26-8ea0-493cd03236ea" providerId="ADAL" clId="{FB81332B-BD02-4858-B820-7C3C0EE5CC97}" dt="2022-08-26T17:01:18.936" v="2078" actId="478"/>
          <ac:spMkLst>
            <pc:docMk/>
            <pc:sldMk cId="125300700" sldId="813"/>
            <ac:spMk id="19" creationId="{2D043AA8-EBFC-FA3D-1CD5-08569EDF3A29}"/>
          </ac:spMkLst>
        </pc:spChg>
        <pc:spChg chg="add del mod">
          <ac:chgData name="ARJAV JAIN" userId="0c0bf2fd-5996-4b26-8ea0-493cd03236ea" providerId="ADAL" clId="{FB81332B-BD02-4858-B820-7C3C0EE5CC97}" dt="2022-08-26T16:53:03.201" v="1987" actId="571"/>
          <ac:spMkLst>
            <pc:docMk/>
            <pc:sldMk cId="125300700" sldId="813"/>
            <ac:spMk id="20" creationId="{2B171888-B993-E208-E22F-1414529F2895}"/>
          </ac:spMkLst>
        </pc:spChg>
        <pc:spChg chg="add mod">
          <ac:chgData name="ARJAV JAIN" userId="0c0bf2fd-5996-4b26-8ea0-493cd03236ea" providerId="ADAL" clId="{FB81332B-BD02-4858-B820-7C3C0EE5CC97}" dt="2022-08-26T19:41:24.892" v="4911" actId="1076"/>
          <ac:spMkLst>
            <pc:docMk/>
            <pc:sldMk cId="125300700" sldId="813"/>
            <ac:spMk id="21" creationId="{6C505334-4063-3D10-BEC7-82F6ECE30277}"/>
          </ac:spMkLst>
        </pc:spChg>
        <pc:spChg chg="add del mod">
          <ac:chgData name="ARJAV JAIN" userId="0c0bf2fd-5996-4b26-8ea0-493cd03236ea" providerId="ADAL" clId="{FB81332B-BD02-4858-B820-7C3C0EE5CC97}" dt="2022-08-26T16:59:26.367" v="2062" actId="478"/>
          <ac:spMkLst>
            <pc:docMk/>
            <pc:sldMk cId="125300700" sldId="813"/>
            <ac:spMk id="22" creationId="{D0FC7DD5-942E-ED34-C317-18C371BAEC1E}"/>
          </ac:spMkLst>
        </pc:spChg>
        <pc:spChg chg="add del mod">
          <ac:chgData name="ARJAV JAIN" userId="0c0bf2fd-5996-4b26-8ea0-493cd03236ea" providerId="ADAL" clId="{FB81332B-BD02-4858-B820-7C3C0EE5CC97}" dt="2022-08-26T16:58:27.697" v="2031" actId="478"/>
          <ac:spMkLst>
            <pc:docMk/>
            <pc:sldMk cId="125300700" sldId="813"/>
            <ac:spMk id="23" creationId="{45825C0E-D49F-D452-3267-73488D5986DA}"/>
          </ac:spMkLst>
        </pc:spChg>
        <pc:spChg chg="add del mod">
          <ac:chgData name="ARJAV JAIN" userId="0c0bf2fd-5996-4b26-8ea0-493cd03236ea" providerId="ADAL" clId="{FB81332B-BD02-4858-B820-7C3C0EE5CC97}" dt="2022-08-26T16:59:49.392" v="2068" actId="478"/>
          <ac:spMkLst>
            <pc:docMk/>
            <pc:sldMk cId="125300700" sldId="813"/>
            <ac:spMk id="24" creationId="{9E663A1F-5774-550B-1FFD-CAC8954950F1}"/>
          </ac:spMkLst>
        </pc:spChg>
        <pc:spChg chg="add del mod">
          <ac:chgData name="ARJAV JAIN" userId="0c0bf2fd-5996-4b26-8ea0-493cd03236ea" providerId="ADAL" clId="{FB81332B-BD02-4858-B820-7C3C0EE5CC97}" dt="2022-08-26T16:58:06.458" v="2023" actId="478"/>
          <ac:spMkLst>
            <pc:docMk/>
            <pc:sldMk cId="125300700" sldId="813"/>
            <ac:spMk id="25" creationId="{F8A2FD86-AC63-6A0E-E1AD-09413C24953A}"/>
          </ac:spMkLst>
        </pc:spChg>
        <pc:spChg chg="add del mod">
          <ac:chgData name="ARJAV JAIN" userId="0c0bf2fd-5996-4b26-8ea0-493cd03236ea" providerId="ADAL" clId="{FB81332B-BD02-4858-B820-7C3C0EE5CC97}" dt="2022-08-26T16:58:29.106" v="2032" actId="478"/>
          <ac:spMkLst>
            <pc:docMk/>
            <pc:sldMk cId="125300700" sldId="813"/>
            <ac:spMk id="26" creationId="{9A34B003-38A1-13FB-B438-F560F7F55EEF}"/>
          </ac:spMkLst>
        </pc:spChg>
        <pc:spChg chg="add del mod">
          <ac:chgData name="ARJAV JAIN" userId="0c0bf2fd-5996-4b26-8ea0-493cd03236ea" providerId="ADAL" clId="{FB81332B-BD02-4858-B820-7C3C0EE5CC97}" dt="2022-08-26T16:58:37.589" v="2039" actId="478"/>
          <ac:spMkLst>
            <pc:docMk/>
            <pc:sldMk cId="125300700" sldId="813"/>
            <ac:spMk id="27" creationId="{5BC318BE-EFC9-B149-2A23-F3895D4FF4FF}"/>
          </ac:spMkLst>
        </pc:spChg>
        <pc:spChg chg="add mod">
          <ac:chgData name="ARJAV JAIN" userId="0c0bf2fd-5996-4b26-8ea0-493cd03236ea" providerId="ADAL" clId="{FB81332B-BD02-4858-B820-7C3C0EE5CC97}" dt="2022-08-26T19:41:01.212" v="4905" actId="1076"/>
          <ac:spMkLst>
            <pc:docMk/>
            <pc:sldMk cId="125300700" sldId="813"/>
            <ac:spMk id="28" creationId="{6C35E86B-F229-34F0-8BD1-42070E31302F}"/>
          </ac:spMkLst>
        </pc:spChg>
        <pc:spChg chg="add mod">
          <ac:chgData name="ARJAV JAIN" userId="0c0bf2fd-5996-4b26-8ea0-493cd03236ea" providerId="ADAL" clId="{FB81332B-BD02-4858-B820-7C3C0EE5CC97}" dt="2022-08-26T16:59:43.949" v="2066" actId="571"/>
          <ac:spMkLst>
            <pc:docMk/>
            <pc:sldMk cId="125300700" sldId="813"/>
            <ac:spMk id="29" creationId="{CE635816-E369-71DE-F59D-1150C88F5D16}"/>
          </ac:spMkLst>
        </pc:spChg>
        <pc:spChg chg="add mod">
          <ac:chgData name="ARJAV JAIN" userId="0c0bf2fd-5996-4b26-8ea0-493cd03236ea" providerId="ADAL" clId="{FB81332B-BD02-4858-B820-7C3C0EE5CC97}" dt="2022-08-26T19:41:11.949" v="4910" actId="1035"/>
          <ac:spMkLst>
            <pc:docMk/>
            <pc:sldMk cId="125300700" sldId="813"/>
            <ac:spMk id="30" creationId="{BE49AC22-6871-BC3C-0548-DA1FE9CBD97D}"/>
          </ac:spMkLst>
        </pc:spChg>
        <pc:spChg chg="add mod">
          <ac:chgData name="ARJAV JAIN" userId="0c0bf2fd-5996-4b26-8ea0-493cd03236ea" providerId="ADAL" clId="{FB81332B-BD02-4858-B820-7C3C0EE5CC97}" dt="2022-08-26T19:41:29.149" v="4912" actId="1076"/>
          <ac:spMkLst>
            <pc:docMk/>
            <pc:sldMk cId="125300700" sldId="813"/>
            <ac:spMk id="31" creationId="{45630290-C862-6063-5BF7-826BF2CCDE22}"/>
          </ac:spMkLst>
        </pc:spChg>
        <pc:spChg chg="add mod">
          <ac:chgData name="ARJAV JAIN" userId="0c0bf2fd-5996-4b26-8ea0-493cd03236ea" providerId="ADAL" clId="{FB81332B-BD02-4858-B820-7C3C0EE5CC97}" dt="2022-08-26T17:24:20.266" v="2398" actId="1076"/>
          <ac:spMkLst>
            <pc:docMk/>
            <pc:sldMk cId="125300700" sldId="813"/>
            <ac:spMk id="33" creationId="{6649ED04-DFC2-2A44-D196-1CB362983365}"/>
          </ac:spMkLst>
        </pc:spChg>
        <pc:spChg chg="add del mod">
          <ac:chgData name="ARJAV JAIN" userId="0c0bf2fd-5996-4b26-8ea0-493cd03236ea" providerId="ADAL" clId="{FB81332B-BD02-4858-B820-7C3C0EE5CC97}" dt="2022-08-26T17:11:54.211" v="2111" actId="478"/>
          <ac:spMkLst>
            <pc:docMk/>
            <pc:sldMk cId="125300700" sldId="813"/>
            <ac:spMk id="34" creationId="{1E774B2C-DFC2-2345-E7F0-5AF1110EF3FC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35" creationId="{425A34F1-3E55-7373-5468-B32EBAC1FD4A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36" creationId="{E6E5FEDF-289B-5CC0-BB32-6781395434A9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37" creationId="{7C911B76-546C-09DA-1F44-EEDC23716255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38" creationId="{93441287-3C5B-1FF0-76EA-CF14AB937E09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39" creationId="{B1E24AC6-119F-F5B1-5F86-7BC858A7E0F2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0" creationId="{26C9B298-648A-D29D-5572-E578AC65617D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1" creationId="{C20155EB-80F7-A3D0-5184-B98F3A77E288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2" creationId="{4C7A843D-7F33-2F55-9C77-D8E65A977D80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3" creationId="{6C48682A-CFBC-29B6-D5C6-09EDCABCB8B1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4" creationId="{215994D8-DD82-522C-08C1-A7584D2940AC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5" creationId="{AB4C7832-6901-78FA-26BC-1E432BCF36B3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6" creationId="{99AC8606-5D74-A6B1-7C65-00704C41905D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7" creationId="{D3F31B2E-1445-319E-0105-0935CDB8B524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8" creationId="{5C2E130B-FA07-0312-FD5C-BD31867FC900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49" creationId="{492683A4-06C3-D3A7-D4ED-ADC48EC42A45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50" creationId="{9E927685-43E3-4EA7-CC8B-18FB4753BDF9}"/>
          </ac:spMkLst>
        </pc:spChg>
        <pc:spChg chg="add mod">
          <ac:chgData name="ARJAV JAIN" userId="0c0bf2fd-5996-4b26-8ea0-493cd03236ea" providerId="ADAL" clId="{FB81332B-BD02-4858-B820-7C3C0EE5CC97}" dt="2022-08-26T18:14:48.594" v="3830" actId="571"/>
          <ac:spMkLst>
            <pc:docMk/>
            <pc:sldMk cId="125300700" sldId="813"/>
            <ac:spMk id="52" creationId="{6F55FECF-6F4D-CF5A-4C16-9E9CA658BE97}"/>
          </ac:spMkLst>
        </pc:spChg>
        <pc:spChg chg="add mod">
          <ac:chgData name="ARJAV JAIN" userId="0c0bf2fd-5996-4b26-8ea0-493cd03236ea" providerId="ADAL" clId="{FB81332B-BD02-4858-B820-7C3C0EE5CC97}" dt="2022-08-26T18:14:48.594" v="3830" actId="571"/>
          <ac:spMkLst>
            <pc:docMk/>
            <pc:sldMk cId="125300700" sldId="813"/>
            <ac:spMk id="53" creationId="{AB2847C2-AAA3-7304-E89F-73F9B2689319}"/>
          </ac:spMkLst>
        </pc:spChg>
        <pc:spChg chg="add mod">
          <ac:chgData name="ARJAV JAIN" userId="0c0bf2fd-5996-4b26-8ea0-493cd03236ea" providerId="ADAL" clId="{FB81332B-BD02-4858-B820-7C3C0EE5CC97}" dt="2022-08-26T18:14:48.594" v="3830" actId="571"/>
          <ac:spMkLst>
            <pc:docMk/>
            <pc:sldMk cId="125300700" sldId="813"/>
            <ac:spMk id="54" creationId="{63433774-A258-4D1E-FFFD-D9AB8EB902AF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57" creationId="{DC8ECA87-3A7F-3A8A-3051-05769E144048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58" creationId="{75257CCB-26EE-0AFE-EFE9-8C9541A00A05}"/>
          </ac:spMkLst>
        </pc:spChg>
        <pc:spChg chg="add del mod">
          <ac:chgData name="ARJAV JAIN" userId="0c0bf2fd-5996-4b26-8ea0-493cd03236ea" providerId="ADAL" clId="{FB81332B-BD02-4858-B820-7C3C0EE5CC97}" dt="2022-08-26T17:12:11.674" v="2134"/>
          <ac:spMkLst>
            <pc:docMk/>
            <pc:sldMk cId="125300700" sldId="813"/>
            <ac:spMk id="59" creationId="{99B19556-0F1B-52B8-9724-15D960749542}"/>
          </ac:spMkLst>
        </pc:spChg>
        <pc:spChg chg="add del mod">
          <ac:chgData name="ARJAV JAIN" userId="0c0bf2fd-5996-4b26-8ea0-493cd03236ea" providerId="ADAL" clId="{FB81332B-BD02-4858-B820-7C3C0EE5CC97}" dt="2022-08-26T17:14:12.956" v="2231" actId="478"/>
          <ac:spMkLst>
            <pc:docMk/>
            <pc:sldMk cId="125300700" sldId="813"/>
            <ac:spMk id="66" creationId="{2D5A6636-4521-62C8-B3F4-658EDABE8142}"/>
          </ac:spMkLst>
        </pc:spChg>
        <pc:spChg chg="add del mod">
          <ac:chgData name="ARJAV JAIN" userId="0c0bf2fd-5996-4b26-8ea0-493cd03236ea" providerId="ADAL" clId="{FB81332B-BD02-4858-B820-7C3C0EE5CC97}" dt="2022-08-26T17:14:15.654" v="2232" actId="478"/>
          <ac:spMkLst>
            <pc:docMk/>
            <pc:sldMk cId="125300700" sldId="813"/>
            <ac:spMk id="67" creationId="{6A303123-8F63-AD24-465A-EEB9F118D43B}"/>
          </ac:spMkLst>
        </pc:spChg>
        <pc:spChg chg="add del mod">
          <ac:chgData name="ARJAV JAIN" userId="0c0bf2fd-5996-4b26-8ea0-493cd03236ea" providerId="ADAL" clId="{FB81332B-BD02-4858-B820-7C3C0EE5CC97}" dt="2022-08-26T17:14:17.528" v="2233" actId="478"/>
          <ac:spMkLst>
            <pc:docMk/>
            <pc:sldMk cId="125300700" sldId="813"/>
            <ac:spMk id="68" creationId="{BE5AE185-5A24-22C9-247F-D0656BE287E7}"/>
          </ac:spMkLst>
        </pc:spChg>
        <pc:spChg chg="add del mod">
          <ac:chgData name="ARJAV JAIN" userId="0c0bf2fd-5996-4b26-8ea0-493cd03236ea" providerId="ADAL" clId="{FB81332B-BD02-4858-B820-7C3C0EE5CC97}" dt="2022-08-26T17:24:34.100" v="2405" actId="478"/>
          <ac:spMkLst>
            <pc:docMk/>
            <pc:sldMk cId="125300700" sldId="813"/>
            <ac:spMk id="69" creationId="{ED68D91A-0490-5F4A-A0C9-7361503E1CDE}"/>
          </ac:spMkLst>
        </pc:spChg>
        <pc:spChg chg="add del mod">
          <ac:chgData name="ARJAV JAIN" userId="0c0bf2fd-5996-4b26-8ea0-493cd03236ea" providerId="ADAL" clId="{FB81332B-BD02-4858-B820-7C3C0EE5CC97}" dt="2022-08-26T17:24:32.606" v="2403" actId="478"/>
          <ac:spMkLst>
            <pc:docMk/>
            <pc:sldMk cId="125300700" sldId="813"/>
            <ac:spMk id="70" creationId="{62726EF5-82E2-1488-FAD1-A5364473D751}"/>
          </ac:spMkLst>
        </pc:spChg>
        <pc:spChg chg="add del mod">
          <ac:chgData name="ARJAV JAIN" userId="0c0bf2fd-5996-4b26-8ea0-493cd03236ea" providerId="ADAL" clId="{FB81332B-BD02-4858-B820-7C3C0EE5CC97}" dt="2022-08-26T17:33:28.711" v="2679" actId="478"/>
          <ac:spMkLst>
            <pc:docMk/>
            <pc:sldMk cId="125300700" sldId="813"/>
            <ac:spMk id="71" creationId="{1563DB4A-034B-9815-A409-616CFE611976}"/>
          </ac:spMkLst>
        </pc:spChg>
        <pc:spChg chg="add mod">
          <ac:chgData name="ARJAV JAIN" userId="0c0bf2fd-5996-4b26-8ea0-493cd03236ea" providerId="ADAL" clId="{FB81332B-BD02-4858-B820-7C3C0EE5CC97}" dt="2022-08-26T18:18:08.553" v="3879" actId="1037"/>
          <ac:spMkLst>
            <pc:docMk/>
            <pc:sldMk cId="125300700" sldId="813"/>
            <ac:spMk id="72" creationId="{52844B10-EDA5-A6CC-AFE0-8AA0FA6B3840}"/>
          </ac:spMkLst>
        </pc:spChg>
        <pc:spChg chg="add del mod">
          <ac:chgData name="ARJAV JAIN" userId="0c0bf2fd-5996-4b26-8ea0-493cd03236ea" providerId="ADAL" clId="{FB81332B-BD02-4858-B820-7C3C0EE5CC97}" dt="2022-08-26T17:24:36.083" v="2407" actId="478"/>
          <ac:spMkLst>
            <pc:docMk/>
            <pc:sldMk cId="125300700" sldId="813"/>
            <ac:spMk id="73" creationId="{C4DA6275-9043-7D9C-957C-8C56D3F52141}"/>
          </ac:spMkLst>
        </pc:spChg>
        <pc:spChg chg="add del mod">
          <ac:chgData name="ARJAV JAIN" userId="0c0bf2fd-5996-4b26-8ea0-493cd03236ea" providerId="ADAL" clId="{FB81332B-BD02-4858-B820-7C3C0EE5CC97}" dt="2022-08-26T17:24:35.147" v="2406" actId="478"/>
          <ac:spMkLst>
            <pc:docMk/>
            <pc:sldMk cId="125300700" sldId="813"/>
            <ac:spMk id="74" creationId="{267F2603-B408-9F28-5E39-C51E69DE3E24}"/>
          </ac:spMkLst>
        </pc:spChg>
        <pc:spChg chg="add del mod">
          <ac:chgData name="ARJAV JAIN" userId="0c0bf2fd-5996-4b26-8ea0-493cd03236ea" providerId="ADAL" clId="{FB81332B-BD02-4858-B820-7C3C0EE5CC97}" dt="2022-08-26T17:24:29.585" v="2400" actId="478"/>
          <ac:spMkLst>
            <pc:docMk/>
            <pc:sldMk cId="125300700" sldId="813"/>
            <ac:spMk id="75" creationId="{0026F3CA-AA29-3ECC-0D58-4198E57FD734}"/>
          </ac:spMkLst>
        </pc:spChg>
        <pc:spChg chg="add del mod">
          <ac:chgData name="ARJAV JAIN" userId="0c0bf2fd-5996-4b26-8ea0-493cd03236ea" providerId="ADAL" clId="{FB81332B-BD02-4858-B820-7C3C0EE5CC97}" dt="2022-08-26T17:24:30.336" v="2401" actId="478"/>
          <ac:spMkLst>
            <pc:docMk/>
            <pc:sldMk cId="125300700" sldId="813"/>
            <ac:spMk id="76" creationId="{FB021860-3E2A-DFEF-3204-CA30E2053103}"/>
          </ac:spMkLst>
        </pc:spChg>
        <pc:spChg chg="add del mod">
          <ac:chgData name="ARJAV JAIN" userId="0c0bf2fd-5996-4b26-8ea0-493cd03236ea" providerId="ADAL" clId="{FB81332B-BD02-4858-B820-7C3C0EE5CC97}" dt="2022-08-26T17:24:30.967" v="2402" actId="478"/>
          <ac:spMkLst>
            <pc:docMk/>
            <pc:sldMk cId="125300700" sldId="813"/>
            <ac:spMk id="77" creationId="{A18302FB-5430-DEA0-37FE-7B74FECF701D}"/>
          </ac:spMkLst>
        </pc:spChg>
        <pc:spChg chg="add del mod">
          <ac:chgData name="ARJAV JAIN" userId="0c0bf2fd-5996-4b26-8ea0-493cd03236ea" providerId="ADAL" clId="{FB81332B-BD02-4858-B820-7C3C0EE5CC97}" dt="2022-08-26T17:23:38.484" v="2385" actId="478"/>
          <ac:spMkLst>
            <pc:docMk/>
            <pc:sldMk cId="125300700" sldId="813"/>
            <ac:spMk id="78" creationId="{D0AA4544-0CB7-503C-133E-1D8375502352}"/>
          </ac:spMkLst>
        </pc:spChg>
        <pc:spChg chg="add del mod">
          <ac:chgData name="ARJAV JAIN" userId="0c0bf2fd-5996-4b26-8ea0-493cd03236ea" providerId="ADAL" clId="{FB81332B-BD02-4858-B820-7C3C0EE5CC97}" dt="2022-08-26T17:23:38.997" v="2386" actId="478"/>
          <ac:spMkLst>
            <pc:docMk/>
            <pc:sldMk cId="125300700" sldId="813"/>
            <ac:spMk id="79" creationId="{7E84F334-1E82-4DE1-9581-6AB3553796A7}"/>
          </ac:spMkLst>
        </pc:spChg>
        <pc:spChg chg="add del mod">
          <ac:chgData name="ARJAV JAIN" userId="0c0bf2fd-5996-4b26-8ea0-493cd03236ea" providerId="ADAL" clId="{FB81332B-BD02-4858-B820-7C3C0EE5CC97}" dt="2022-08-26T17:23:39.430" v="2387" actId="478"/>
          <ac:spMkLst>
            <pc:docMk/>
            <pc:sldMk cId="125300700" sldId="813"/>
            <ac:spMk id="80" creationId="{B0FCE8D9-ADE5-D629-2CF6-D2D0D242685A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81" creationId="{F767DF53-E05B-40F6-F9E8-CB10FE8B5DEA}"/>
          </ac:spMkLst>
        </pc:spChg>
        <pc:spChg chg="add mod">
          <ac:chgData name="ARJAV JAIN" userId="0c0bf2fd-5996-4b26-8ea0-493cd03236ea" providerId="ADAL" clId="{FB81332B-BD02-4858-B820-7C3C0EE5CC97}" dt="2022-08-26T18:17:48.426" v="3876" actId="14100"/>
          <ac:spMkLst>
            <pc:docMk/>
            <pc:sldMk cId="125300700" sldId="813"/>
            <ac:spMk id="88" creationId="{AFBEC7FB-F3BF-D1E7-9468-7F1F3D4C0FD6}"/>
          </ac:spMkLst>
        </pc:spChg>
        <pc:spChg chg="add del mod">
          <ac:chgData name="ARJAV JAIN" userId="0c0bf2fd-5996-4b26-8ea0-493cd03236ea" providerId="ADAL" clId="{FB81332B-BD02-4858-B820-7C3C0EE5CC97}" dt="2022-08-26T17:14:46.306" v="2240" actId="478"/>
          <ac:spMkLst>
            <pc:docMk/>
            <pc:sldMk cId="125300700" sldId="813"/>
            <ac:spMk id="89" creationId="{2F632441-0CAD-9798-6574-742E2459E977}"/>
          </ac:spMkLst>
        </pc:spChg>
        <pc:spChg chg="add del mod">
          <ac:chgData name="ARJAV JAIN" userId="0c0bf2fd-5996-4b26-8ea0-493cd03236ea" providerId="ADAL" clId="{FB81332B-BD02-4858-B820-7C3C0EE5CC97}" dt="2022-08-26T17:14:52.735" v="2247" actId="478"/>
          <ac:spMkLst>
            <pc:docMk/>
            <pc:sldMk cId="125300700" sldId="813"/>
            <ac:spMk id="90" creationId="{7DDA1148-285B-1C02-3B82-BB1B1516B8AE}"/>
          </ac:spMkLst>
        </pc:spChg>
        <pc:spChg chg="add del mod">
          <ac:chgData name="ARJAV JAIN" userId="0c0bf2fd-5996-4b26-8ea0-493cd03236ea" providerId="ADAL" clId="{FB81332B-BD02-4858-B820-7C3C0EE5CC97}" dt="2022-08-26T17:15:48.989" v="2292" actId="478"/>
          <ac:spMkLst>
            <pc:docMk/>
            <pc:sldMk cId="125300700" sldId="813"/>
            <ac:spMk id="99" creationId="{A67845DA-1AEF-2F57-D3B0-8B6C40B9D150}"/>
          </ac:spMkLst>
        </pc:spChg>
        <pc:spChg chg="add mod">
          <ac:chgData name="ARJAV JAIN" userId="0c0bf2fd-5996-4b26-8ea0-493cd03236ea" providerId="ADAL" clId="{FB81332B-BD02-4858-B820-7C3C0EE5CC97}" dt="2022-08-26T18:17:54.681" v="3877" actId="14100"/>
          <ac:spMkLst>
            <pc:docMk/>
            <pc:sldMk cId="125300700" sldId="813"/>
            <ac:spMk id="104" creationId="{F3EEDF4F-B3A7-32AC-277B-73A83C7D01D8}"/>
          </ac:spMkLst>
        </pc:spChg>
        <pc:spChg chg="add del mod">
          <ac:chgData name="ARJAV JAIN" userId="0c0bf2fd-5996-4b26-8ea0-493cd03236ea" providerId="ADAL" clId="{FB81332B-BD02-4858-B820-7C3C0EE5CC97}" dt="2022-08-26T18:14:23.030" v="3818" actId="478"/>
          <ac:spMkLst>
            <pc:docMk/>
            <pc:sldMk cId="125300700" sldId="813"/>
            <ac:spMk id="105" creationId="{F9119141-F562-2875-47A9-0D403B74FD2A}"/>
          </ac:spMkLst>
        </pc:spChg>
        <pc:spChg chg="add mod">
          <ac:chgData name="ARJAV JAIN" userId="0c0bf2fd-5996-4b26-8ea0-493cd03236ea" providerId="ADAL" clId="{FB81332B-BD02-4858-B820-7C3C0EE5CC97}" dt="2022-08-26T18:17:13.802" v="3869" actId="1076"/>
          <ac:spMkLst>
            <pc:docMk/>
            <pc:sldMk cId="125300700" sldId="813"/>
            <ac:spMk id="106" creationId="{78ECD84F-02A4-3BD2-3942-D9C7821A39C8}"/>
          </ac:spMkLst>
        </pc:spChg>
        <pc:spChg chg="add del mod">
          <ac:chgData name="ARJAV JAIN" userId="0c0bf2fd-5996-4b26-8ea0-493cd03236ea" providerId="ADAL" clId="{FB81332B-BD02-4858-B820-7C3C0EE5CC97}" dt="2022-08-26T17:26:07.295" v="2422" actId="478"/>
          <ac:spMkLst>
            <pc:docMk/>
            <pc:sldMk cId="125300700" sldId="813"/>
            <ac:spMk id="170" creationId="{3CD4BCDD-1FF5-B3C5-39DE-20CC466F2329}"/>
          </ac:spMkLst>
        </pc:spChg>
        <pc:spChg chg="add del mod">
          <ac:chgData name="ARJAV JAIN" userId="0c0bf2fd-5996-4b26-8ea0-493cd03236ea" providerId="ADAL" clId="{FB81332B-BD02-4858-B820-7C3C0EE5CC97}" dt="2022-08-26T17:25:59.562" v="2420" actId="478"/>
          <ac:spMkLst>
            <pc:docMk/>
            <pc:sldMk cId="125300700" sldId="813"/>
            <ac:spMk id="171" creationId="{CAE3B651-FC4B-F860-5A67-66C726533BFE}"/>
          </ac:spMkLst>
        </pc:spChg>
        <pc:spChg chg="add mod">
          <ac:chgData name="ARJAV JAIN" userId="0c0bf2fd-5996-4b26-8ea0-493cd03236ea" providerId="ADAL" clId="{FB81332B-BD02-4858-B820-7C3C0EE5CC97}" dt="2022-08-26T17:26:24.226" v="2436" actId="571"/>
          <ac:spMkLst>
            <pc:docMk/>
            <pc:sldMk cId="125300700" sldId="813"/>
            <ac:spMk id="176" creationId="{EEFB33D8-992A-7352-12AA-D0A470D4D8C0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77" creationId="{F504BD54-23F2-4ABA-860E-42C2270A8319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78" creationId="{1D0C8188-402E-A8D7-01C0-C576FBE641B9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79" creationId="{94E98CBA-05AE-8692-1654-D0AD0A204FEA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80" creationId="{B8BBA64F-F307-6349-1E34-DE5A7EC7B843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81" creationId="{750D8704-DBAF-807E-E300-CB9C7F19DD96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182" creationId="{836299B7-7451-4234-3489-B3381734ACF1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213" creationId="{09F09B82-CD96-10DE-A196-E7B4AF3527F5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214" creationId="{0EF524DF-11F5-CDAE-3F1D-34E724354AEA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215" creationId="{48D2EF50-5AFB-BE5C-6458-9456FEFA9729}"/>
          </ac:spMkLst>
        </pc:spChg>
        <pc:spChg chg="add mod">
          <ac:chgData name="ARJAV JAIN" userId="0c0bf2fd-5996-4b26-8ea0-493cd03236ea" providerId="ADAL" clId="{FB81332B-BD02-4858-B820-7C3C0EE5CC97}" dt="2022-08-26T17:39:53.628" v="2979" actId="571"/>
          <ac:spMkLst>
            <pc:docMk/>
            <pc:sldMk cId="125300700" sldId="813"/>
            <ac:spMk id="216" creationId="{D2C43947-FAE1-4966-7A70-0E35DE0D61B5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217" creationId="{6C3651F1-6FD8-0542-ECF8-C1A9E42CDCC3}"/>
          </ac:spMkLst>
        </pc:spChg>
        <pc:spChg chg="add mod">
          <ac:chgData name="ARJAV JAIN" userId="0c0bf2fd-5996-4b26-8ea0-493cd03236ea" providerId="ADAL" clId="{FB81332B-BD02-4858-B820-7C3C0EE5CC97}" dt="2022-08-26T21:16:10.688" v="5513" actId="207"/>
          <ac:spMkLst>
            <pc:docMk/>
            <pc:sldMk cId="125300700" sldId="813"/>
            <ac:spMk id="218" creationId="{AA73F831-C9A5-307D-5643-30B511E7E228}"/>
          </ac:spMkLst>
        </pc:spChg>
        <pc:grpChg chg="add mod">
          <ac:chgData name="ARJAV JAIN" userId="0c0bf2fd-5996-4b26-8ea0-493cd03236ea" providerId="ADAL" clId="{FB81332B-BD02-4858-B820-7C3C0EE5CC97}" dt="2022-08-26T18:10:46.405" v="3754" actId="1076"/>
          <ac:grpSpMkLst>
            <pc:docMk/>
            <pc:sldMk cId="125300700" sldId="813"/>
            <ac:grpSpMk id="32" creationId="{6C61EB90-2322-D6F1-43DE-FFCD98762798}"/>
          </ac:grpSpMkLst>
        </pc:grpChg>
        <pc:grpChg chg="add mod">
          <ac:chgData name="ARJAV JAIN" userId="0c0bf2fd-5996-4b26-8ea0-493cd03236ea" providerId="ADAL" clId="{FB81332B-BD02-4858-B820-7C3C0EE5CC97}" dt="2022-08-26T17:29:55.714" v="2568" actId="164"/>
          <ac:grpSpMkLst>
            <pc:docMk/>
            <pc:sldMk cId="125300700" sldId="813"/>
            <ac:grpSpMk id="209" creationId="{B70FC55F-5175-1369-8240-5947B7637719}"/>
          </ac:grpSpMkLst>
        </pc:grpChg>
        <pc:graphicFrameChg chg="add del mod">
          <ac:chgData name="ARJAV JAIN" userId="0c0bf2fd-5996-4b26-8ea0-493cd03236ea" providerId="ADAL" clId="{FB81332B-BD02-4858-B820-7C3C0EE5CC97}" dt="2022-08-26T08:15:09.989" v="1339" actId="478"/>
          <ac:graphicFrameMkLst>
            <pc:docMk/>
            <pc:sldMk cId="125300700" sldId="813"/>
            <ac:graphicFrameMk id="9" creationId="{9417D264-4EFD-7077-C72A-07834D0BE62F}"/>
          </ac:graphicFrameMkLst>
        </pc:graphicFrameChg>
        <pc:graphicFrameChg chg="add del mod modGraphic">
          <ac:chgData name="ARJAV JAIN" userId="0c0bf2fd-5996-4b26-8ea0-493cd03236ea" providerId="ADAL" clId="{FB81332B-BD02-4858-B820-7C3C0EE5CC97}" dt="2022-08-26T08:14:52.305" v="1334" actId="478"/>
          <ac:graphicFrameMkLst>
            <pc:docMk/>
            <pc:sldMk cId="125300700" sldId="813"/>
            <ac:graphicFrameMk id="10" creationId="{F172C119-56FE-6C90-C5BE-7170FD1D634F}"/>
          </ac:graphicFrameMkLst>
        </pc:graphicFrameChg>
        <pc:graphicFrameChg chg="add mod modGraphic">
          <ac:chgData name="ARJAV JAIN" userId="0c0bf2fd-5996-4b26-8ea0-493cd03236ea" providerId="ADAL" clId="{FB81332B-BD02-4858-B820-7C3C0EE5CC97}" dt="2022-08-27T03:59:41.301" v="8098" actId="20577"/>
          <ac:graphicFrameMkLst>
            <pc:docMk/>
            <pc:sldMk cId="125300700" sldId="813"/>
            <ac:graphicFrameMk id="16" creationId="{5EBE79BA-FBAD-4892-52DA-848C0D8507F8}"/>
          </ac:graphicFrameMkLst>
        </pc:graphicFrameChg>
        <pc:picChg chg="mod">
          <ac:chgData name="ARJAV JAIN" userId="0c0bf2fd-5996-4b26-8ea0-493cd03236ea" providerId="ADAL" clId="{FB81332B-BD02-4858-B820-7C3C0EE5CC97}" dt="2022-08-26T07:57:19.312" v="1304" actId="1076"/>
          <ac:picMkLst>
            <pc:docMk/>
            <pc:sldMk cId="125300700" sldId="813"/>
            <ac:picMk id="2" creationId="{463BEFE8-0DC4-8BB3-F13E-BB2DCC02E3AC}"/>
          </ac:picMkLst>
        </pc:picChg>
        <pc:picChg chg="add del mod">
          <ac:chgData name="ARJAV JAIN" userId="0c0bf2fd-5996-4b26-8ea0-493cd03236ea" providerId="ADAL" clId="{FB81332B-BD02-4858-B820-7C3C0EE5CC97}" dt="2022-08-26T16:30:44.529" v="1835" actId="478"/>
          <ac:picMkLst>
            <pc:docMk/>
            <pc:sldMk cId="125300700" sldId="813"/>
            <ac:picMk id="3" creationId="{F1980F84-A8A8-B847-9FBD-1051CD3A2C23}"/>
          </ac:picMkLst>
        </pc:picChg>
        <pc:picChg chg="mod">
          <ac:chgData name="ARJAV JAIN" userId="0c0bf2fd-5996-4b26-8ea0-493cd03236ea" providerId="ADAL" clId="{FB81332B-BD02-4858-B820-7C3C0EE5CC97}" dt="2022-08-26T07:57:47.678" v="1308" actId="1076"/>
          <ac:picMkLst>
            <pc:docMk/>
            <pc:sldMk cId="125300700" sldId="813"/>
            <ac:picMk id="6" creationId="{1DCDD1B1-CE9E-55B2-812F-F2018518CE97}"/>
          </ac:picMkLst>
        </pc:picChg>
        <pc:picChg chg="add del mod">
          <ac:chgData name="ARJAV JAIN" userId="0c0bf2fd-5996-4b26-8ea0-493cd03236ea" providerId="ADAL" clId="{FB81332B-BD02-4858-B820-7C3C0EE5CC97}" dt="2022-08-26T16:36:37" v="1851" actId="1076"/>
          <ac:picMkLst>
            <pc:docMk/>
            <pc:sldMk cId="125300700" sldId="813"/>
            <ac:picMk id="8" creationId="{78B0208E-FB1F-440D-C87D-30D025011FD3}"/>
          </ac:picMkLst>
        </pc:picChg>
        <pc:picChg chg="add del mod">
          <ac:chgData name="ARJAV JAIN" userId="0c0bf2fd-5996-4b26-8ea0-493cd03236ea" providerId="ADAL" clId="{FB81332B-BD02-4858-B820-7C3C0EE5CC97}" dt="2022-08-26T16:33:03.711" v="1841" actId="478"/>
          <ac:picMkLst>
            <pc:docMk/>
            <pc:sldMk cId="125300700" sldId="813"/>
            <ac:picMk id="9" creationId="{6E5E65F7-221E-60F6-A21D-9D649DBAC99C}"/>
          </ac:picMkLst>
        </pc:picChg>
        <pc:picChg chg="add del mod">
          <ac:chgData name="ARJAV JAIN" userId="0c0bf2fd-5996-4b26-8ea0-493cd03236ea" providerId="ADAL" clId="{FB81332B-BD02-4858-B820-7C3C0EE5CC97}" dt="2022-08-26T16:33:05.093" v="1842" actId="478"/>
          <ac:picMkLst>
            <pc:docMk/>
            <pc:sldMk cId="125300700" sldId="813"/>
            <ac:picMk id="13" creationId="{569F4136-86FB-9DEE-D5B7-B6EE1E20A059}"/>
          </ac:picMkLst>
        </pc:picChg>
        <pc:picChg chg="add del mod">
          <ac:chgData name="ARJAV JAIN" userId="0c0bf2fd-5996-4b26-8ea0-493cd03236ea" providerId="ADAL" clId="{FB81332B-BD02-4858-B820-7C3C0EE5CC97}" dt="2022-08-26T16:35:39.228" v="1846" actId="478"/>
          <ac:picMkLst>
            <pc:docMk/>
            <pc:sldMk cId="125300700" sldId="813"/>
            <ac:picMk id="15" creationId="{B2CE0F56-8878-8C47-A10F-A5A306E97552}"/>
          </ac:picMkLst>
        </pc:picChg>
        <pc:picChg chg="add del mod">
          <ac:chgData name="ARJAV JAIN" userId="0c0bf2fd-5996-4b26-8ea0-493cd03236ea" providerId="ADAL" clId="{FB81332B-BD02-4858-B820-7C3C0EE5CC97}" dt="2022-08-26T17:12:11.674" v="2134"/>
          <ac:picMkLst>
            <pc:docMk/>
            <pc:sldMk cId="125300700" sldId="813"/>
            <ac:picMk id="51" creationId="{5178BFB3-FAFF-4F01-F994-4BB4C8AE5543}"/>
          </ac:picMkLst>
        </pc:picChg>
        <pc:picChg chg="add del mod">
          <ac:chgData name="ARJAV JAIN" userId="0c0bf2fd-5996-4b26-8ea0-493cd03236ea" providerId="ADAL" clId="{FB81332B-BD02-4858-B820-7C3C0EE5CC97}" dt="2022-08-26T17:12:11.674" v="2134"/>
          <ac:picMkLst>
            <pc:docMk/>
            <pc:sldMk cId="125300700" sldId="813"/>
            <ac:picMk id="52" creationId="{69BDB1A1-DD6D-23E6-97DB-3F42CE606AAC}"/>
          </ac:picMkLst>
        </pc:picChg>
        <pc:picChg chg="add del mod">
          <ac:chgData name="ARJAV JAIN" userId="0c0bf2fd-5996-4b26-8ea0-493cd03236ea" providerId="ADAL" clId="{FB81332B-BD02-4858-B820-7C3C0EE5CC97}" dt="2022-08-26T17:12:11.674" v="2134"/>
          <ac:picMkLst>
            <pc:docMk/>
            <pc:sldMk cId="125300700" sldId="813"/>
            <ac:picMk id="60" creationId="{71CF13C4-53A1-9168-9CB5-0CBEFE9CC8D2}"/>
          </ac:picMkLst>
        </pc:picChg>
        <pc:picChg chg="add del mod">
          <ac:chgData name="ARJAV JAIN" userId="0c0bf2fd-5996-4b26-8ea0-493cd03236ea" providerId="ADAL" clId="{FB81332B-BD02-4858-B820-7C3C0EE5CC97}" dt="2022-08-26T17:14:15.654" v="2232" actId="478"/>
          <ac:picMkLst>
            <pc:docMk/>
            <pc:sldMk cId="125300700" sldId="813"/>
            <ac:picMk id="82" creationId="{5447DE52-9E31-F80B-349A-007B34B7BC10}"/>
          </ac:picMkLst>
        </pc:picChg>
        <pc:picChg chg="add del mod">
          <ac:chgData name="ARJAV JAIN" userId="0c0bf2fd-5996-4b26-8ea0-493cd03236ea" providerId="ADAL" clId="{FB81332B-BD02-4858-B820-7C3C0EE5CC97}" dt="2022-08-26T17:14:17.528" v="2233" actId="478"/>
          <ac:picMkLst>
            <pc:docMk/>
            <pc:sldMk cId="125300700" sldId="813"/>
            <ac:picMk id="83" creationId="{E1EF04C6-CD66-020D-9A12-F0F4272824D2}"/>
          </ac:picMkLst>
        </pc:picChg>
        <pc:picChg chg="add del mod">
          <ac:chgData name="ARJAV JAIN" userId="0c0bf2fd-5996-4b26-8ea0-493cd03236ea" providerId="ADAL" clId="{FB81332B-BD02-4858-B820-7C3C0EE5CC97}" dt="2022-08-26T17:14:12.956" v="2231" actId="478"/>
          <ac:picMkLst>
            <pc:docMk/>
            <pc:sldMk cId="125300700" sldId="813"/>
            <ac:picMk id="91" creationId="{48A8869E-D7A4-4447-7402-86C9EB9CC5A8}"/>
          </ac:picMkLst>
        </pc:picChg>
        <pc:cxnChg chg="add mod">
          <ac:chgData name="ARJAV JAIN" userId="0c0bf2fd-5996-4b26-8ea0-493cd03236ea" providerId="ADAL" clId="{FB81332B-BD02-4858-B820-7C3C0EE5CC97}" dt="2022-08-26T18:17:48.426" v="3876" actId="14100"/>
          <ac:cxnSpMkLst>
            <pc:docMk/>
            <pc:sldMk cId="125300700" sldId="813"/>
            <ac:cxnSpMk id="25" creationId="{66F4C911-A69A-70D0-2B86-915EF773FFCB}"/>
          </ac:cxnSpMkLst>
        </pc:cxnChg>
        <pc:cxnChg chg="add mod">
          <ac:chgData name="ARJAV JAIN" userId="0c0bf2fd-5996-4b26-8ea0-493cd03236ea" providerId="ADAL" clId="{FB81332B-BD02-4858-B820-7C3C0EE5CC97}" dt="2022-08-26T18:17:54.681" v="3877" actId="14100"/>
          <ac:cxnSpMkLst>
            <pc:docMk/>
            <pc:sldMk cId="125300700" sldId="813"/>
            <ac:cxnSpMk id="26" creationId="{38026754-0325-CD2F-35D6-01C182FD5ACD}"/>
          </ac:cxnSpMkLst>
        </pc:cxnChg>
        <pc:cxnChg chg="add del mod">
          <ac:chgData name="ARJAV JAIN" userId="0c0bf2fd-5996-4b26-8ea0-493cd03236ea" providerId="ADAL" clId="{FB81332B-BD02-4858-B820-7C3C0EE5CC97}" dt="2022-08-26T18:14:26.013" v="3820" actId="478"/>
          <ac:cxnSpMkLst>
            <pc:docMk/>
            <pc:sldMk cId="125300700" sldId="813"/>
            <ac:cxnSpMk id="35" creationId="{05F07DC8-CAD4-50D8-060A-63FA26CD1B7A}"/>
          </ac:cxnSpMkLst>
        </pc:cxnChg>
        <pc:cxnChg chg="add mod">
          <ac:chgData name="ARJAV JAIN" userId="0c0bf2fd-5996-4b26-8ea0-493cd03236ea" providerId="ADAL" clId="{FB81332B-BD02-4858-B820-7C3C0EE5CC97}" dt="2022-08-26T18:17:13.802" v="3869" actId="1076"/>
          <ac:cxnSpMkLst>
            <pc:docMk/>
            <pc:sldMk cId="125300700" sldId="813"/>
            <ac:cxnSpMk id="38" creationId="{F51B6D6F-3440-DEFF-1930-0158177534FA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53" creationId="{64C0580D-AA33-DE89-5E93-0FBBFCB256EA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54" creationId="{6575B791-2FF8-3973-D014-92FE88E67D5A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55" creationId="{EC07B767-40AE-1D60-9437-FE9849561B53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56" creationId="{A89E08B9-B157-5C99-8BF6-33EE5884516D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61" creationId="{CA2CB948-6A50-36D7-2165-189B993E9E87}"/>
          </ac:cxnSpMkLst>
        </pc:cxnChg>
        <pc:cxnChg chg="add del mod">
          <ac:chgData name="ARJAV JAIN" userId="0c0bf2fd-5996-4b26-8ea0-493cd03236ea" providerId="ADAL" clId="{FB81332B-BD02-4858-B820-7C3C0EE5CC97}" dt="2022-08-26T17:12:11.674" v="2134"/>
          <ac:cxnSpMkLst>
            <pc:docMk/>
            <pc:sldMk cId="125300700" sldId="813"/>
            <ac:cxnSpMk id="62" creationId="{4C77ADE6-EC3F-8156-31BC-3337B0CDFEE9}"/>
          </ac:cxnSpMkLst>
        </pc:cxnChg>
        <pc:cxnChg chg="add del mod">
          <ac:chgData name="ARJAV JAIN" userId="0c0bf2fd-5996-4b26-8ea0-493cd03236ea" providerId="ADAL" clId="{FB81332B-BD02-4858-B820-7C3C0EE5CC97}" dt="2022-08-26T17:14:25.684" v="2236" actId="478"/>
          <ac:cxnSpMkLst>
            <pc:docMk/>
            <pc:sldMk cId="125300700" sldId="813"/>
            <ac:cxnSpMk id="84" creationId="{217EA7B6-F525-8C4E-4A4B-F75691C46D9E}"/>
          </ac:cxnSpMkLst>
        </pc:cxnChg>
        <pc:cxnChg chg="add del mod">
          <ac:chgData name="ARJAV JAIN" userId="0c0bf2fd-5996-4b26-8ea0-493cd03236ea" providerId="ADAL" clId="{FB81332B-BD02-4858-B820-7C3C0EE5CC97}" dt="2022-08-26T17:33:29.591" v="2680" actId="478"/>
          <ac:cxnSpMkLst>
            <pc:docMk/>
            <pc:sldMk cId="125300700" sldId="813"/>
            <ac:cxnSpMk id="85" creationId="{28BB82DA-478D-938B-B79C-1BE288DC06EC}"/>
          </ac:cxnSpMkLst>
        </pc:cxnChg>
        <pc:cxnChg chg="add del mod">
          <ac:chgData name="ARJAV JAIN" userId="0c0bf2fd-5996-4b26-8ea0-493cd03236ea" providerId="ADAL" clId="{FB81332B-BD02-4858-B820-7C3C0EE5CC97}" dt="2022-08-26T17:22:59.116" v="2376" actId="478"/>
          <ac:cxnSpMkLst>
            <pc:docMk/>
            <pc:sldMk cId="125300700" sldId="813"/>
            <ac:cxnSpMk id="86" creationId="{8B3ECBC1-2CA2-FADB-6880-589F4873499C}"/>
          </ac:cxnSpMkLst>
        </pc:cxnChg>
        <pc:cxnChg chg="add del mod">
          <ac:chgData name="ARJAV JAIN" userId="0c0bf2fd-5996-4b26-8ea0-493cd03236ea" providerId="ADAL" clId="{FB81332B-BD02-4858-B820-7C3C0EE5CC97}" dt="2022-08-26T17:24:33.569" v="2404" actId="478"/>
          <ac:cxnSpMkLst>
            <pc:docMk/>
            <pc:sldMk cId="125300700" sldId="813"/>
            <ac:cxnSpMk id="87" creationId="{05A91EFF-A9CC-04D6-100C-F8BE98B24F51}"/>
          </ac:cxnSpMkLst>
        </pc:cxnChg>
        <pc:cxnChg chg="add del mod">
          <ac:chgData name="ARJAV JAIN" userId="0c0bf2fd-5996-4b26-8ea0-493cd03236ea" providerId="ADAL" clId="{FB81332B-BD02-4858-B820-7C3C0EE5CC97}" dt="2022-08-26T17:14:23.317" v="2234" actId="478"/>
          <ac:cxnSpMkLst>
            <pc:docMk/>
            <pc:sldMk cId="125300700" sldId="813"/>
            <ac:cxnSpMk id="92" creationId="{5EAD97E7-DFD3-C5D0-E3B9-78F3AE769DF2}"/>
          </ac:cxnSpMkLst>
        </pc:cxnChg>
        <pc:cxnChg chg="add del mod">
          <ac:chgData name="ARJAV JAIN" userId="0c0bf2fd-5996-4b26-8ea0-493cd03236ea" providerId="ADAL" clId="{FB81332B-BD02-4858-B820-7C3C0EE5CC97}" dt="2022-08-26T17:14:24.530" v="2235" actId="478"/>
          <ac:cxnSpMkLst>
            <pc:docMk/>
            <pc:sldMk cId="125300700" sldId="813"/>
            <ac:cxnSpMk id="93" creationId="{C547F6AD-A92A-2788-B3FA-568A6166196A}"/>
          </ac:cxnSpMkLst>
        </pc:cxnChg>
        <pc:cxnChg chg="add mod">
          <ac:chgData name="ARJAV JAIN" userId="0c0bf2fd-5996-4b26-8ea0-493cd03236ea" providerId="ADAL" clId="{FB81332B-BD02-4858-B820-7C3C0EE5CC97}" dt="2022-08-26T17:13:02.605" v="2169" actId="571"/>
          <ac:cxnSpMkLst>
            <pc:docMk/>
            <pc:sldMk cId="125300700" sldId="813"/>
            <ac:cxnSpMk id="94" creationId="{4687980B-4C6B-492A-5CFD-C4840BD03721}"/>
          </ac:cxnSpMkLst>
        </pc:cxnChg>
        <pc:cxnChg chg="add mod">
          <ac:chgData name="ARJAV JAIN" userId="0c0bf2fd-5996-4b26-8ea0-493cd03236ea" providerId="ADAL" clId="{FB81332B-BD02-4858-B820-7C3C0EE5CC97}" dt="2022-08-26T17:13:18.872" v="2177" actId="571"/>
          <ac:cxnSpMkLst>
            <pc:docMk/>
            <pc:sldMk cId="125300700" sldId="813"/>
            <ac:cxnSpMk id="96" creationId="{27FCD348-B05E-F41F-B169-0A567FBCA111}"/>
          </ac:cxnSpMkLst>
        </pc:cxnChg>
        <pc:cxnChg chg="add mod">
          <ac:chgData name="ARJAV JAIN" userId="0c0bf2fd-5996-4b26-8ea0-493cd03236ea" providerId="ADAL" clId="{FB81332B-BD02-4858-B820-7C3C0EE5CC97}" dt="2022-08-26T18:18:08.553" v="3879" actId="1037"/>
          <ac:cxnSpMkLst>
            <pc:docMk/>
            <pc:sldMk cId="125300700" sldId="813"/>
            <ac:cxnSpMk id="114" creationId="{14F8F7EA-20F3-63A4-7EE6-0467BC98C3A3}"/>
          </ac:cxnSpMkLst>
        </pc:cxnChg>
        <pc:cxnChg chg="add del mod">
          <ac:chgData name="ARJAV JAIN" userId="0c0bf2fd-5996-4b26-8ea0-493cd03236ea" providerId="ADAL" clId="{FB81332B-BD02-4858-B820-7C3C0EE5CC97}" dt="2022-08-26T17:18:39.784" v="2323" actId="478"/>
          <ac:cxnSpMkLst>
            <pc:docMk/>
            <pc:sldMk cId="125300700" sldId="813"/>
            <ac:cxnSpMk id="116" creationId="{87B7A4F9-9614-CE3A-0D69-B053122994D3}"/>
          </ac:cxnSpMkLst>
        </pc:cxnChg>
        <pc:cxnChg chg="add del mod">
          <ac:chgData name="ARJAV JAIN" userId="0c0bf2fd-5996-4b26-8ea0-493cd03236ea" providerId="ADAL" clId="{FB81332B-BD02-4858-B820-7C3C0EE5CC97}" dt="2022-08-26T17:18:56.536" v="2329" actId="478"/>
          <ac:cxnSpMkLst>
            <pc:docMk/>
            <pc:sldMk cId="125300700" sldId="813"/>
            <ac:cxnSpMk id="119" creationId="{F3CDF68C-93E9-7C0A-F276-E4B7F0B971F5}"/>
          </ac:cxnSpMkLst>
        </pc:cxnChg>
        <pc:cxnChg chg="add del mod">
          <ac:chgData name="ARJAV JAIN" userId="0c0bf2fd-5996-4b26-8ea0-493cd03236ea" providerId="ADAL" clId="{FB81332B-BD02-4858-B820-7C3C0EE5CC97}" dt="2022-08-26T17:19:57.257" v="2344" actId="478"/>
          <ac:cxnSpMkLst>
            <pc:docMk/>
            <pc:sldMk cId="125300700" sldId="813"/>
            <ac:cxnSpMk id="120" creationId="{A7E49BF5-B5E6-AE51-0C09-4228D0534AF9}"/>
          </ac:cxnSpMkLst>
        </pc:cxnChg>
        <pc:cxnChg chg="add mod">
          <ac:chgData name="ARJAV JAIN" userId="0c0bf2fd-5996-4b26-8ea0-493cd03236ea" providerId="ADAL" clId="{FB81332B-BD02-4858-B820-7C3C0EE5CC97}" dt="2022-08-26T18:18:08.553" v="3879" actId="1037"/>
          <ac:cxnSpMkLst>
            <pc:docMk/>
            <pc:sldMk cId="125300700" sldId="813"/>
            <ac:cxnSpMk id="126" creationId="{642825AD-9FE8-9B5C-686C-3F8A41A53BEE}"/>
          </ac:cxnSpMkLst>
        </pc:cxnChg>
        <pc:cxnChg chg="add del mod">
          <ac:chgData name="ARJAV JAIN" userId="0c0bf2fd-5996-4b26-8ea0-493cd03236ea" providerId="ADAL" clId="{FB81332B-BD02-4858-B820-7C3C0EE5CC97}" dt="2022-08-26T18:14:24.707" v="3819" actId="478"/>
          <ac:cxnSpMkLst>
            <pc:docMk/>
            <pc:sldMk cId="125300700" sldId="813"/>
            <ac:cxnSpMk id="128" creationId="{1255997F-14B2-2045-B09F-9805E23BB396}"/>
          </ac:cxnSpMkLst>
        </pc:cxnChg>
        <pc:cxnChg chg="add mod">
          <ac:chgData name="ARJAV JAIN" userId="0c0bf2fd-5996-4b26-8ea0-493cd03236ea" providerId="ADAL" clId="{FB81332B-BD02-4858-B820-7C3C0EE5CC97}" dt="2022-08-26T18:18:08.553" v="3879" actId="1037"/>
          <ac:cxnSpMkLst>
            <pc:docMk/>
            <pc:sldMk cId="125300700" sldId="813"/>
            <ac:cxnSpMk id="130" creationId="{88B88BF6-E9DC-B6DE-7868-B27F0D2838DC}"/>
          </ac:cxnSpMkLst>
        </pc:cxnChg>
        <pc:cxnChg chg="add del mod">
          <ac:chgData name="ARJAV JAIN" userId="0c0bf2fd-5996-4b26-8ea0-493cd03236ea" providerId="ADAL" clId="{FB81332B-BD02-4858-B820-7C3C0EE5CC97}" dt="2022-08-26T17:26:08.074" v="2423" actId="478"/>
          <ac:cxnSpMkLst>
            <pc:docMk/>
            <pc:sldMk cId="125300700" sldId="813"/>
            <ac:cxnSpMk id="172" creationId="{2A88E4DD-AE0C-1AF7-F849-12679B91E15E}"/>
          </ac:cxnSpMkLst>
        </pc:cxnChg>
      </pc:sldChg>
      <pc:sldChg chg="addSp delSp modSp add mod ord modTransition delAnim modAnim">
        <pc:chgData name="ARJAV JAIN" userId="0c0bf2fd-5996-4b26-8ea0-493cd03236ea" providerId="ADAL" clId="{FB81332B-BD02-4858-B820-7C3C0EE5CC97}" dt="2022-08-27T04:01:51.299" v="8110"/>
        <pc:sldMkLst>
          <pc:docMk/>
          <pc:sldMk cId="2066438709" sldId="814"/>
        </pc:sldMkLst>
        <pc:spChg chg="add mod">
          <ac:chgData name="ARJAV JAIN" userId="0c0bf2fd-5996-4b26-8ea0-493cd03236ea" providerId="ADAL" clId="{FB81332B-BD02-4858-B820-7C3C0EE5CC97}" dt="2022-08-26T19:49:57.606" v="4956" actId="404"/>
          <ac:spMkLst>
            <pc:docMk/>
            <pc:sldMk cId="2066438709" sldId="814"/>
            <ac:spMk id="2" creationId="{2214E97E-2411-711A-A96B-960CAEFA08B0}"/>
          </ac:spMkLst>
        </pc:spChg>
        <pc:spChg chg="add mod">
          <ac:chgData name="ARJAV JAIN" userId="0c0bf2fd-5996-4b26-8ea0-493cd03236ea" providerId="ADAL" clId="{FB81332B-BD02-4858-B820-7C3C0EE5CC97}" dt="2022-08-26T19:30:36.134" v="4837" actId="207"/>
          <ac:spMkLst>
            <pc:docMk/>
            <pc:sldMk cId="2066438709" sldId="814"/>
            <ac:spMk id="3" creationId="{71006755-B991-AE5C-25A4-DC7F5DD65EA7}"/>
          </ac:spMkLst>
        </pc:spChg>
        <pc:spChg chg="del">
          <ac:chgData name="ARJAV JAIN" userId="0c0bf2fd-5996-4b26-8ea0-493cd03236ea" providerId="ADAL" clId="{FB81332B-BD02-4858-B820-7C3C0EE5CC97}" dt="2022-08-26T18:10:56.446" v="3755" actId="478"/>
          <ac:spMkLst>
            <pc:docMk/>
            <pc:sldMk cId="2066438709" sldId="814"/>
            <ac:spMk id="4" creationId="{38E3D623-C9F2-5F9E-F1A8-BD534DC7DB1B}"/>
          </ac:spMkLst>
        </pc:spChg>
        <pc:spChg chg="add mod">
          <ac:chgData name="ARJAV JAIN" userId="0c0bf2fd-5996-4b26-8ea0-493cd03236ea" providerId="ADAL" clId="{FB81332B-BD02-4858-B820-7C3C0EE5CC97}" dt="2022-08-26T19:33:00.532" v="4853" actId="14100"/>
          <ac:spMkLst>
            <pc:docMk/>
            <pc:sldMk cId="2066438709" sldId="814"/>
            <ac:spMk id="4" creationId="{71F73C57-C7B4-A8A1-B42C-8BF350B311D9}"/>
          </ac:spMkLst>
        </pc:spChg>
        <pc:spChg chg="del">
          <ac:chgData name="ARJAV JAIN" userId="0c0bf2fd-5996-4b26-8ea0-493cd03236ea" providerId="ADAL" clId="{FB81332B-BD02-4858-B820-7C3C0EE5CC97}" dt="2022-08-26T18:11:48.297" v="3774" actId="478"/>
          <ac:spMkLst>
            <pc:docMk/>
            <pc:sldMk cId="2066438709" sldId="814"/>
            <ac:spMk id="5" creationId="{7EF5A972-58A9-29F6-E0A2-ED6328ACD0B9}"/>
          </ac:spMkLst>
        </pc:spChg>
        <pc:spChg chg="del">
          <ac:chgData name="ARJAV JAIN" userId="0c0bf2fd-5996-4b26-8ea0-493cd03236ea" providerId="ADAL" clId="{FB81332B-BD02-4858-B820-7C3C0EE5CC97}" dt="2022-08-26T18:10:56.446" v="3755" actId="478"/>
          <ac:spMkLst>
            <pc:docMk/>
            <pc:sldMk cId="2066438709" sldId="814"/>
            <ac:spMk id="7" creationId="{4551B3B7-896B-F8C7-733B-AF550E802203}"/>
          </ac:spMkLst>
        </pc:spChg>
        <pc:spChg chg="del">
          <ac:chgData name="ARJAV JAIN" userId="0c0bf2fd-5996-4b26-8ea0-493cd03236ea" providerId="ADAL" clId="{FB81332B-BD02-4858-B820-7C3C0EE5CC97}" dt="2022-08-26T18:11:48.297" v="3774" actId="478"/>
          <ac:spMkLst>
            <pc:docMk/>
            <pc:sldMk cId="2066438709" sldId="814"/>
            <ac:spMk id="11" creationId="{6DE80E13-CFD2-47A0-505F-5967277EFBAF}"/>
          </ac:spMkLst>
        </pc:spChg>
        <pc:spChg chg="add mod">
          <ac:chgData name="ARJAV JAIN" userId="0c0bf2fd-5996-4b26-8ea0-493cd03236ea" providerId="ADAL" clId="{FB81332B-BD02-4858-B820-7C3C0EE5CC97}" dt="2022-08-26T18:10:56.780" v="3756"/>
          <ac:spMkLst>
            <pc:docMk/>
            <pc:sldMk cId="2066438709" sldId="814"/>
            <ac:spMk id="12" creationId="{FDEF6C26-2D98-483D-7F3B-57B7AD2B4D67}"/>
          </ac:spMkLst>
        </pc:spChg>
        <pc:spChg chg="add mod ord">
          <ac:chgData name="ARJAV JAIN" userId="0c0bf2fd-5996-4b26-8ea0-493cd03236ea" providerId="ADAL" clId="{FB81332B-BD02-4858-B820-7C3C0EE5CC97}" dt="2022-08-26T19:30:32.648" v="4836" actId="167"/>
          <ac:spMkLst>
            <pc:docMk/>
            <pc:sldMk cId="2066438709" sldId="814"/>
            <ac:spMk id="14" creationId="{D2521EE9-6F16-428E-9D06-BA4D59978FC1}"/>
          </ac:spMkLst>
        </pc:spChg>
        <pc:spChg chg="add mod ord">
          <ac:chgData name="ARJAV JAIN" userId="0c0bf2fd-5996-4b26-8ea0-493cd03236ea" providerId="ADAL" clId="{FB81332B-BD02-4858-B820-7C3C0EE5CC97}" dt="2022-08-26T19:30:32.648" v="4836" actId="167"/>
          <ac:spMkLst>
            <pc:docMk/>
            <pc:sldMk cId="2066438709" sldId="814"/>
            <ac:spMk id="17" creationId="{AE409D53-CB4E-C6E8-C51B-1CC89CC04CC5}"/>
          </ac:spMkLst>
        </pc:spChg>
        <pc:spChg chg="add mod ord">
          <ac:chgData name="ARJAV JAIN" userId="0c0bf2fd-5996-4b26-8ea0-493cd03236ea" providerId="ADAL" clId="{FB81332B-BD02-4858-B820-7C3C0EE5CC97}" dt="2022-08-26T19:30:38.216" v="4838" actId="167"/>
          <ac:spMkLst>
            <pc:docMk/>
            <pc:sldMk cId="2066438709" sldId="814"/>
            <ac:spMk id="18" creationId="{FE02D01D-2CF1-6133-386B-8FABB903388B}"/>
          </ac:spMkLst>
        </pc:spChg>
        <pc:spChg chg="add mod">
          <ac:chgData name="ARJAV JAIN" userId="0c0bf2fd-5996-4b26-8ea0-493cd03236ea" providerId="ADAL" clId="{FB81332B-BD02-4858-B820-7C3C0EE5CC97}" dt="2022-08-26T19:07:43.962" v="4368" actId="571"/>
          <ac:spMkLst>
            <pc:docMk/>
            <pc:sldMk cId="2066438709" sldId="814"/>
            <ac:spMk id="20" creationId="{43F22D86-6B3F-F658-2215-E5D17E6B2505}"/>
          </ac:spMkLst>
        </pc:spChg>
        <pc:spChg chg="add mod">
          <ac:chgData name="ARJAV JAIN" userId="0c0bf2fd-5996-4b26-8ea0-493cd03236ea" providerId="ADAL" clId="{FB81332B-BD02-4858-B820-7C3C0EE5CC97}" dt="2022-08-26T19:07:43.962" v="4368" actId="571"/>
          <ac:spMkLst>
            <pc:docMk/>
            <pc:sldMk cId="2066438709" sldId="814"/>
            <ac:spMk id="21" creationId="{7282110A-92F4-D725-C893-AF330792B3EF}"/>
          </ac:spMkLst>
        </pc:spChg>
        <pc:spChg chg="add mod">
          <ac:chgData name="ARJAV JAIN" userId="0c0bf2fd-5996-4b26-8ea0-493cd03236ea" providerId="ADAL" clId="{FB81332B-BD02-4858-B820-7C3C0EE5CC97}" dt="2022-08-26T19:45:52.837" v="4926" actId="20577"/>
          <ac:spMkLst>
            <pc:docMk/>
            <pc:sldMk cId="2066438709" sldId="814"/>
            <ac:spMk id="21" creationId="{9AA9FDF9-C0D2-6842-3CF8-0DABDFCBEE06}"/>
          </ac:spMkLst>
        </pc:spChg>
        <pc:spChg chg="add mod">
          <ac:chgData name="ARJAV JAIN" userId="0c0bf2fd-5996-4b26-8ea0-493cd03236ea" providerId="ADAL" clId="{FB81332B-BD02-4858-B820-7C3C0EE5CC97}" dt="2022-08-26T19:07:43.962" v="4368" actId="571"/>
          <ac:spMkLst>
            <pc:docMk/>
            <pc:sldMk cId="2066438709" sldId="814"/>
            <ac:spMk id="23" creationId="{746BE2EC-0418-262F-90F6-7FBD923898FD}"/>
          </ac:spMkLst>
        </pc:spChg>
        <pc:spChg chg="add mod">
          <ac:chgData name="ARJAV JAIN" userId="0c0bf2fd-5996-4b26-8ea0-493cd03236ea" providerId="ADAL" clId="{FB81332B-BD02-4858-B820-7C3C0EE5CC97}" dt="2022-08-26T19:07:47.210" v="4370" actId="571"/>
          <ac:spMkLst>
            <pc:docMk/>
            <pc:sldMk cId="2066438709" sldId="814"/>
            <ac:spMk id="24" creationId="{B9494ED0-83AD-E814-086E-42637924FACC}"/>
          </ac:spMkLst>
        </pc:spChg>
        <pc:spChg chg="add mod">
          <ac:chgData name="ARJAV JAIN" userId="0c0bf2fd-5996-4b26-8ea0-493cd03236ea" providerId="ADAL" clId="{FB81332B-BD02-4858-B820-7C3C0EE5CC97}" dt="2022-08-26T19:07:47.210" v="4370" actId="571"/>
          <ac:spMkLst>
            <pc:docMk/>
            <pc:sldMk cId="2066438709" sldId="814"/>
            <ac:spMk id="25" creationId="{E41FCEF3-9C8A-CADD-6D26-A68CC818E255}"/>
          </ac:spMkLst>
        </pc:spChg>
        <pc:spChg chg="add mod">
          <ac:chgData name="ARJAV JAIN" userId="0c0bf2fd-5996-4b26-8ea0-493cd03236ea" providerId="ADAL" clId="{FB81332B-BD02-4858-B820-7C3C0EE5CC97}" dt="2022-08-26T19:07:47.210" v="4370" actId="571"/>
          <ac:spMkLst>
            <pc:docMk/>
            <pc:sldMk cId="2066438709" sldId="814"/>
            <ac:spMk id="27" creationId="{F27CC937-C1A1-ABD8-E960-0698041A9FB0}"/>
          </ac:spMkLst>
        </pc:spChg>
        <pc:spChg chg="add mod">
          <ac:chgData name="ARJAV JAIN" userId="0c0bf2fd-5996-4b26-8ea0-493cd03236ea" providerId="ADAL" clId="{FB81332B-BD02-4858-B820-7C3C0EE5CC97}" dt="2022-08-26T19:07:51.824" v="4372" actId="571"/>
          <ac:spMkLst>
            <pc:docMk/>
            <pc:sldMk cId="2066438709" sldId="814"/>
            <ac:spMk id="28" creationId="{9AB9249A-EF8F-0E24-D7F6-301CE2B71D5B}"/>
          </ac:spMkLst>
        </pc:spChg>
        <pc:spChg chg="add mod">
          <ac:chgData name="ARJAV JAIN" userId="0c0bf2fd-5996-4b26-8ea0-493cd03236ea" providerId="ADAL" clId="{FB81332B-BD02-4858-B820-7C3C0EE5CC97}" dt="2022-08-26T19:07:51.824" v="4372" actId="571"/>
          <ac:spMkLst>
            <pc:docMk/>
            <pc:sldMk cId="2066438709" sldId="814"/>
            <ac:spMk id="29" creationId="{F2709420-0CE0-020A-8147-B0F81ACBF568}"/>
          </ac:spMkLst>
        </pc:spChg>
        <pc:spChg chg="add mod">
          <ac:chgData name="ARJAV JAIN" userId="0c0bf2fd-5996-4b26-8ea0-493cd03236ea" providerId="ADAL" clId="{FB81332B-BD02-4858-B820-7C3C0EE5CC97}" dt="2022-08-26T19:07:51.824" v="4372" actId="571"/>
          <ac:spMkLst>
            <pc:docMk/>
            <pc:sldMk cId="2066438709" sldId="814"/>
            <ac:spMk id="31" creationId="{6B6DE022-C4D7-8569-35C1-868F52C27CC5}"/>
          </ac:spMkLst>
        </pc:spChg>
        <pc:spChg chg="add mod">
          <ac:chgData name="ARJAV JAIN" userId="0c0bf2fd-5996-4b26-8ea0-493cd03236ea" providerId="ADAL" clId="{FB81332B-BD02-4858-B820-7C3C0EE5CC97}" dt="2022-08-26T19:08:00.070" v="4374" actId="571"/>
          <ac:spMkLst>
            <pc:docMk/>
            <pc:sldMk cId="2066438709" sldId="814"/>
            <ac:spMk id="32" creationId="{DC05F124-D7CB-8D94-CDEF-82A4D101BAC9}"/>
          </ac:spMkLst>
        </pc:spChg>
        <pc:spChg chg="add mod">
          <ac:chgData name="ARJAV JAIN" userId="0c0bf2fd-5996-4b26-8ea0-493cd03236ea" providerId="ADAL" clId="{FB81332B-BD02-4858-B820-7C3C0EE5CC97}" dt="2022-08-26T19:08:00.070" v="4374" actId="571"/>
          <ac:spMkLst>
            <pc:docMk/>
            <pc:sldMk cId="2066438709" sldId="814"/>
            <ac:spMk id="33" creationId="{27EBDB74-51E5-DCDF-D78A-09B29DE6213D}"/>
          </ac:spMkLst>
        </pc:spChg>
        <pc:spChg chg="add mod">
          <ac:chgData name="ARJAV JAIN" userId="0c0bf2fd-5996-4b26-8ea0-493cd03236ea" providerId="ADAL" clId="{FB81332B-BD02-4858-B820-7C3C0EE5CC97}" dt="2022-08-26T19:08:00.070" v="4374" actId="571"/>
          <ac:spMkLst>
            <pc:docMk/>
            <pc:sldMk cId="2066438709" sldId="814"/>
            <ac:spMk id="35" creationId="{AF9956FC-2FC6-3A11-8E22-4B9CEE6CF86D}"/>
          </ac:spMkLst>
        </pc:spChg>
        <pc:spChg chg="add mod">
          <ac:chgData name="ARJAV JAIN" userId="0c0bf2fd-5996-4b26-8ea0-493cd03236ea" providerId="ADAL" clId="{FB81332B-BD02-4858-B820-7C3C0EE5CC97}" dt="2022-08-26T19:08:06.860" v="4376" actId="571"/>
          <ac:spMkLst>
            <pc:docMk/>
            <pc:sldMk cId="2066438709" sldId="814"/>
            <ac:spMk id="36" creationId="{435D2F5F-82BB-6ADE-7813-3617C96CB499}"/>
          </ac:spMkLst>
        </pc:spChg>
        <pc:spChg chg="add mod">
          <ac:chgData name="ARJAV JAIN" userId="0c0bf2fd-5996-4b26-8ea0-493cd03236ea" providerId="ADAL" clId="{FB81332B-BD02-4858-B820-7C3C0EE5CC97}" dt="2022-08-26T19:08:06.860" v="4376" actId="571"/>
          <ac:spMkLst>
            <pc:docMk/>
            <pc:sldMk cId="2066438709" sldId="814"/>
            <ac:spMk id="37" creationId="{9BE203E8-54C4-D9C3-C87B-51773F39DC1E}"/>
          </ac:spMkLst>
        </pc:spChg>
        <pc:spChg chg="add mod">
          <ac:chgData name="ARJAV JAIN" userId="0c0bf2fd-5996-4b26-8ea0-493cd03236ea" providerId="ADAL" clId="{FB81332B-BD02-4858-B820-7C3C0EE5CC97}" dt="2022-08-26T19:08:06.860" v="4376" actId="571"/>
          <ac:spMkLst>
            <pc:docMk/>
            <pc:sldMk cId="2066438709" sldId="814"/>
            <ac:spMk id="39" creationId="{3AB17C81-B848-651A-F202-EBC6AFA74ECB}"/>
          </ac:spMkLst>
        </pc:spChg>
        <pc:spChg chg="add mod">
          <ac:chgData name="ARJAV JAIN" userId="0c0bf2fd-5996-4b26-8ea0-493cd03236ea" providerId="ADAL" clId="{FB81332B-BD02-4858-B820-7C3C0EE5CC97}" dt="2022-08-26T19:47:25.962" v="4931" actId="20577"/>
          <ac:spMkLst>
            <pc:docMk/>
            <pc:sldMk cId="2066438709" sldId="814"/>
            <ac:spMk id="40" creationId="{8EF7623C-9794-EE9F-C02A-ED340E2B48B9}"/>
          </ac:spMkLst>
        </pc:spChg>
        <pc:spChg chg="add mod">
          <ac:chgData name="ARJAV JAIN" userId="0c0bf2fd-5996-4b26-8ea0-493cd03236ea" providerId="ADAL" clId="{FB81332B-BD02-4858-B820-7C3C0EE5CC97}" dt="2022-08-26T19:08:31.756" v="4378" actId="1076"/>
          <ac:spMkLst>
            <pc:docMk/>
            <pc:sldMk cId="2066438709" sldId="814"/>
            <ac:spMk id="41" creationId="{249683AE-B5B5-63CA-5103-F967D82C79B7}"/>
          </ac:spMkLst>
        </pc:spChg>
        <pc:spChg chg="add del mod">
          <ac:chgData name="ARJAV JAIN" userId="0c0bf2fd-5996-4b26-8ea0-493cd03236ea" providerId="ADAL" clId="{FB81332B-BD02-4858-B820-7C3C0EE5CC97}" dt="2022-08-26T19:27:37.214" v="4787" actId="478"/>
          <ac:spMkLst>
            <pc:docMk/>
            <pc:sldMk cId="2066438709" sldId="814"/>
            <ac:spMk id="43" creationId="{90D3CB2D-6567-7B0A-446A-42FB55AE1931}"/>
          </ac:spMkLst>
        </pc:spChg>
        <pc:spChg chg="add del mod">
          <ac:chgData name="ARJAV JAIN" userId="0c0bf2fd-5996-4b26-8ea0-493cd03236ea" providerId="ADAL" clId="{FB81332B-BD02-4858-B820-7C3C0EE5CC97}" dt="2022-08-26T19:30:06.484" v="4833" actId="478"/>
          <ac:spMkLst>
            <pc:docMk/>
            <pc:sldMk cId="2066438709" sldId="814"/>
            <ac:spMk id="44" creationId="{313D285E-1583-D63B-DC80-0DB9591340DE}"/>
          </ac:spMkLst>
        </pc:spChg>
        <pc:spChg chg="add del mod">
          <ac:chgData name="ARJAV JAIN" userId="0c0bf2fd-5996-4b26-8ea0-493cd03236ea" providerId="ADAL" clId="{FB81332B-BD02-4858-B820-7C3C0EE5CC97}" dt="2022-08-26T19:25:56.217" v="4769" actId="478"/>
          <ac:spMkLst>
            <pc:docMk/>
            <pc:sldMk cId="2066438709" sldId="814"/>
            <ac:spMk id="45" creationId="{2FBFA37B-1F58-AA3D-E767-61EE292FD5FE}"/>
          </ac:spMkLst>
        </pc:spChg>
        <pc:spChg chg="add mod">
          <ac:chgData name="ARJAV JAIN" userId="0c0bf2fd-5996-4b26-8ea0-493cd03236ea" providerId="ADAL" clId="{FB81332B-BD02-4858-B820-7C3C0EE5CC97}" dt="2022-08-26T19:30:13.876" v="4834" actId="1076"/>
          <ac:spMkLst>
            <pc:docMk/>
            <pc:sldMk cId="2066438709" sldId="814"/>
            <ac:spMk id="46" creationId="{1A827577-A5E3-C8A9-909B-7B0A00B7BC49}"/>
          </ac:spMkLst>
        </pc:spChg>
        <pc:spChg chg="add mod">
          <ac:chgData name="ARJAV JAIN" userId="0c0bf2fd-5996-4b26-8ea0-493cd03236ea" providerId="ADAL" clId="{FB81332B-BD02-4858-B820-7C3C0EE5CC97}" dt="2022-08-26T19:30:13.876" v="4834" actId="1076"/>
          <ac:spMkLst>
            <pc:docMk/>
            <pc:sldMk cId="2066438709" sldId="814"/>
            <ac:spMk id="47" creationId="{E3A4BD32-3D7D-1A72-ED8F-6861694C37F2}"/>
          </ac:spMkLst>
        </pc:spChg>
        <pc:spChg chg="add del mod">
          <ac:chgData name="ARJAV JAIN" userId="0c0bf2fd-5996-4b26-8ea0-493cd03236ea" providerId="ADAL" clId="{FB81332B-BD02-4858-B820-7C3C0EE5CC97}" dt="2022-08-26T19:17:08.793" v="4572" actId="478"/>
          <ac:spMkLst>
            <pc:docMk/>
            <pc:sldMk cId="2066438709" sldId="814"/>
            <ac:spMk id="48" creationId="{C5A6DA64-6C45-D0AB-F9AE-78EE8DFFFC7F}"/>
          </ac:spMkLst>
        </pc:spChg>
        <pc:spChg chg="add mod">
          <ac:chgData name="ARJAV JAIN" userId="0c0bf2fd-5996-4b26-8ea0-493cd03236ea" providerId="ADAL" clId="{FB81332B-BD02-4858-B820-7C3C0EE5CC97}" dt="2022-08-26T19:30:13.876" v="4834" actId="1076"/>
          <ac:spMkLst>
            <pc:docMk/>
            <pc:sldMk cId="2066438709" sldId="814"/>
            <ac:spMk id="49" creationId="{511C976D-BD6C-68C0-82E8-686E03EA87C3}"/>
          </ac:spMkLst>
        </pc:spChg>
        <pc:spChg chg="add mod">
          <ac:chgData name="ARJAV JAIN" userId="0c0bf2fd-5996-4b26-8ea0-493cd03236ea" providerId="ADAL" clId="{FB81332B-BD02-4858-B820-7C3C0EE5CC97}" dt="2022-08-26T19:30:13.876" v="4834" actId="1076"/>
          <ac:spMkLst>
            <pc:docMk/>
            <pc:sldMk cId="2066438709" sldId="814"/>
            <ac:spMk id="50" creationId="{ECED790A-B082-C33E-6D90-FE7E53818A91}"/>
          </ac:spMkLst>
        </pc:spChg>
        <pc:spChg chg="add del mod">
          <ac:chgData name="ARJAV JAIN" userId="0c0bf2fd-5996-4b26-8ea0-493cd03236ea" providerId="ADAL" clId="{FB81332B-BD02-4858-B820-7C3C0EE5CC97}" dt="2022-08-26T19:27:32.929" v="4786" actId="478"/>
          <ac:spMkLst>
            <pc:docMk/>
            <pc:sldMk cId="2066438709" sldId="814"/>
            <ac:spMk id="51" creationId="{D78930EA-1C5E-7BFB-2637-7085E22C6D05}"/>
          </ac:spMkLst>
        </pc:spChg>
        <pc:spChg chg="add del mod">
          <ac:chgData name="ARJAV JAIN" userId="0c0bf2fd-5996-4b26-8ea0-493cd03236ea" providerId="ADAL" clId="{FB81332B-BD02-4858-B820-7C3C0EE5CC97}" dt="2022-08-26T19:26:04.912" v="4770" actId="478"/>
          <ac:spMkLst>
            <pc:docMk/>
            <pc:sldMk cId="2066438709" sldId="814"/>
            <ac:spMk id="52" creationId="{E7F444CB-A2AC-2CE6-AA42-3B0CADD67A09}"/>
          </ac:spMkLst>
        </pc:spChg>
        <pc:spChg chg="add mod">
          <ac:chgData name="ARJAV JAIN" userId="0c0bf2fd-5996-4b26-8ea0-493cd03236ea" providerId="ADAL" clId="{FB81332B-BD02-4858-B820-7C3C0EE5CC97}" dt="2022-08-26T19:33:43.085" v="4888" actId="404"/>
          <ac:spMkLst>
            <pc:docMk/>
            <pc:sldMk cId="2066438709" sldId="814"/>
            <ac:spMk id="53" creationId="{2074EE20-0A4E-6C6D-0839-FC1819DC350D}"/>
          </ac:spMkLst>
        </pc:spChg>
        <pc:spChg chg="add del mod">
          <ac:chgData name="ARJAV JAIN" userId="0c0bf2fd-5996-4b26-8ea0-493cd03236ea" providerId="ADAL" clId="{FB81332B-BD02-4858-B820-7C3C0EE5CC97}" dt="2022-08-26T19:25:02.159" v="4746" actId="478"/>
          <ac:spMkLst>
            <pc:docMk/>
            <pc:sldMk cId="2066438709" sldId="814"/>
            <ac:spMk id="54" creationId="{58AB9523-BCE8-BD7C-D34B-FF426D410CCA}"/>
          </ac:spMkLst>
        </pc:spChg>
        <pc:graphicFrameChg chg="mod modGraphic">
          <ac:chgData name="ARJAV JAIN" userId="0c0bf2fd-5996-4b26-8ea0-493cd03236ea" providerId="ADAL" clId="{FB81332B-BD02-4858-B820-7C3C0EE5CC97}" dt="2022-08-26T19:46:47.773" v="4927" actId="1076"/>
          <ac:graphicFrameMkLst>
            <pc:docMk/>
            <pc:sldMk cId="2066438709" sldId="814"/>
            <ac:graphicFrameMk id="9" creationId="{9417D264-4EFD-7077-C72A-07834D0BE62F}"/>
          </ac:graphicFrameMkLst>
        </pc:graphicFrameChg>
        <pc:graphicFrameChg chg="mod modGraphic">
          <ac:chgData name="ARJAV JAIN" userId="0c0bf2fd-5996-4b26-8ea0-493cd03236ea" providerId="ADAL" clId="{FB81332B-BD02-4858-B820-7C3C0EE5CC97}" dt="2022-08-26T19:32:04.813" v="4846" actId="404"/>
          <ac:graphicFrameMkLst>
            <pc:docMk/>
            <pc:sldMk cId="2066438709" sldId="814"/>
            <ac:graphicFrameMk id="10" creationId="{F172C119-56FE-6C90-C5BE-7170FD1D634F}"/>
          </ac:graphicFrameMkLst>
        </pc:graphicFrameChg>
        <pc:graphicFrameChg chg="add mod modGraphic">
          <ac:chgData name="ARJAV JAIN" userId="0c0bf2fd-5996-4b26-8ea0-493cd03236ea" providerId="ADAL" clId="{FB81332B-BD02-4858-B820-7C3C0EE5CC97}" dt="2022-08-26T18:58:37.020" v="4366" actId="403"/>
          <ac:graphicFrameMkLst>
            <pc:docMk/>
            <pc:sldMk cId="2066438709" sldId="814"/>
            <ac:graphicFrameMk id="19" creationId="{7A3E7B42-5177-A5BD-D16F-0E4F72356785}"/>
          </ac:graphicFrameMkLst>
        </pc:graphicFrameChg>
        <pc:picChg chg="del">
          <ac:chgData name="ARJAV JAIN" userId="0c0bf2fd-5996-4b26-8ea0-493cd03236ea" providerId="ADAL" clId="{FB81332B-BD02-4858-B820-7C3C0EE5CC97}" dt="2022-08-26T18:11:48.297" v="3774" actId="478"/>
          <ac:picMkLst>
            <pc:docMk/>
            <pc:sldMk cId="2066438709" sldId="814"/>
            <ac:picMk id="2" creationId="{463BEFE8-0DC4-8BB3-F13E-BB2DCC02E3AC}"/>
          </ac:picMkLst>
        </pc:picChg>
        <pc:picChg chg="del">
          <ac:chgData name="ARJAV JAIN" userId="0c0bf2fd-5996-4b26-8ea0-493cd03236ea" providerId="ADAL" clId="{FB81332B-BD02-4858-B820-7C3C0EE5CC97}" dt="2022-08-26T18:11:48.297" v="3774" actId="478"/>
          <ac:picMkLst>
            <pc:docMk/>
            <pc:sldMk cId="2066438709" sldId="814"/>
            <ac:picMk id="6" creationId="{1DCDD1B1-CE9E-55B2-812F-F2018518CE97}"/>
          </ac:picMkLst>
        </pc:picChg>
        <pc:picChg chg="del mod">
          <ac:chgData name="ARJAV JAIN" userId="0c0bf2fd-5996-4b26-8ea0-493cd03236ea" providerId="ADAL" clId="{FB81332B-BD02-4858-B820-7C3C0EE5CC97}" dt="2022-08-26T19:35:02.379" v="4891" actId="478"/>
          <ac:picMkLst>
            <pc:docMk/>
            <pc:sldMk cId="2066438709" sldId="814"/>
            <ac:picMk id="8" creationId="{4C4DF3CF-713B-BDDF-C416-CAC8D6B99BD2}"/>
          </ac:picMkLst>
        </pc:picChg>
        <pc:picChg chg="del">
          <ac:chgData name="ARJAV JAIN" userId="0c0bf2fd-5996-4b26-8ea0-493cd03236ea" providerId="ADAL" clId="{FB81332B-BD02-4858-B820-7C3C0EE5CC97}" dt="2022-08-26T18:10:56.446" v="3755" actId="478"/>
          <ac:picMkLst>
            <pc:docMk/>
            <pc:sldMk cId="2066438709" sldId="814"/>
            <ac:picMk id="8" creationId="{78B0208E-FB1F-440D-C87D-30D025011FD3}"/>
          </ac:picMkLst>
        </pc:picChg>
        <pc:picChg chg="add del mod">
          <ac:chgData name="ARJAV JAIN" userId="0c0bf2fd-5996-4b26-8ea0-493cd03236ea" providerId="ADAL" clId="{FB81332B-BD02-4858-B820-7C3C0EE5CC97}" dt="2022-08-26T20:16:25.706" v="4968" actId="478"/>
          <ac:picMkLst>
            <pc:docMk/>
            <pc:sldMk cId="2066438709" sldId="814"/>
            <ac:picMk id="13" creationId="{45346835-A802-71CE-47F5-D36600055442}"/>
          </ac:picMkLst>
        </pc:picChg>
        <pc:picChg chg="add mod ord">
          <ac:chgData name="ARJAV JAIN" userId="0c0bf2fd-5996-4b26-8ea0-493cd03236ea" providerId="ADAL" clId="{FB81332B-BD02-4858-B820-7C3C0EE5CC97}" dt="2022-08-26T19:30:32.648" v="4836" actId="167"/>
          <ac:picMkLst>
            <pc:docMk/>
            <pc:sldMk cId="2066438709" sldId="814"/>
            <ac:picMk id="15" creationId="{2CEF7932-974C-815C-50C7-45858F503D14}"/>
          </ac:picMkLst>
        </pc:picChg>
        <pc:picChg chg="add mod ord">
          <ac:chgData name="ARJAV JAIN" userId="0c0bf2fd-5996-4b26-8ea0-493cd03236ea" providerId="ADAL" clId="{FB81332B-BD02-4858-B820-7C3C0EE5CC97}" dt="2022-08-26T19:30:32.648" v="4836" actId="167"/>
          <ac:picMkLst>
            <pc:docMk/>
            <pc:sldMk cId="2066438709" sldId="814"/>
            <ac:picMk id="16" creationId="{F2E28041-2D6D-218D-83EB-853D9C2853E8}"/>
          </ac:picMkLst>
        </pc:picChg>
        <pc:picChg chg="add mod">
          <ac:chgData name="ARJAV JAIN" userId="0c0bf2fd-5996-4b26-8ea0-493cd03236ea" providerId="ADAL" clId="{FB81332B-BD02-4858-B820-7C3C0EE5CC97}" dt="2022-08-26T19:45:25.844" v="4913" actId="1076"/>
          <ac:picMkLst>
            <pc:docMk/>
            <pc:sldMk cId="2066438709" sldId="814"/>
            <ac:picMk id="20" creationId="{ED76F218-8E7D-03CF-D362-3CBC97633DA8}"/>
          </ac:picMkLst>
        </pc:picChg>
        <pc:picChg chg="add mod">
          <ac:chgData name="ARJAV JAIN" userId="0c0bf2fd-5996-4b26-8ea0-493cd03236ea" providerId="ADAL" clId="{FB81332B-BD02-4858-B820-7C3C0EE5CC97}" dt="2022-08-26T20:16:31.832" v="4972" actId="1076"/>
          <ac:picMkLst>
            <pc:docMk/>
            <pc:sldMk cId="2066438709" sldId="814"/>
            <ac:picMk id="22" creationId="{970504E6-184F-3CD4-0A52-15F57B6811E8}"/>
          </ac:picMkLst>
        </pc:picChg>
        <pc:picChg chg="add mod">
          <ac:chgData name="ARJAV JAIN" userId="0c0bf2fd-5996-4b26-8ea0-493cd03236ea" providerId="ADAL" clId="{FB81332B-BD02-4858-B820-7C3C0EE5CC97}" dt="2022-08-26T19:07:43.962" v="4368" actId="571"/>
          <ac:picMkLst>
            <pc:docMk/>
            <pc:sldMk cId="2066438709" sldId="814"/>
            <ac:picMk id="22" creationId="{DCC12BCE-03F9-1664-214B-050A1D8F5E05}"/>
          </ac:picMkLst>
        </pc:picChg>
        <pc:picChg chg="add mod">
          <ac:chgData name="ARJAV JAIN" userId="0c0bf2fd-5996-4b26-8ea0-493cd03236ea" providerId="ADAL" clId="{FB81332B-BD02-4858-B820-7C3C0EE5CC97}" dt="2022-08-26T20:16:35.985" v="4973" actId="571"/>
          <ac:picMkLst>
            <pc:docMk/>
            <pc:sldMk cId="2066438709" sldId="814"/>
            <ac:picMk id="23" creationId="{6CCAE612-EA3A-95C6-26BC-21C47A579B47}"/>
          </ac:picMkLst>
        </pc:picChg>
        <pc:picChg chg="add mod">
          <ac:chgData name="ARJAV JAIN" userId="0c0bf2fd-5996-4b26-8ea0-493cd03236ea" providerId="ADAL" clId="{FB81332B-BD02-4858-B820-7C3C0EE5CC97}" dt="2022-08-26T19:07:47.210" v="4370" actId="571"/>
          <ac:picMkLst>
            <pc:docMk/>
            <pc:sldMk cId="2066438709" sldId="814"/>
            <ac:picMk id="26" creationId="{1D67C5A5-0E8B-154B-C28C-F775F82DFC6D}"/>
          </ac:picMkLst>
        </pc:picChg>
        <pc:picChg chg="add mod">
          <ac:chgData name="ARJAV JAIN" userId="0c0bf2fd-5996-4b26-8ea0-493cd03236ea" providerId="ADAL" clId="{FB81332B-BD02-4858-B820-7C3C0EE5CC97}" dt="2022-08-26T19:07:51.824" v="4372" actId="571"/>
          <ac:picMkLst>
            <pc:docMk/>
            <pc:sldMk cId="2066438709" sldId="814"/>
            <ac:picMk id="30" creationId="{5D46E84C-637F-2546-6029-14F6DFE8A8EE}"/>
          </ac:picMkLst>
        </pc:picChg>
        <pc:picChg chg="add mod">
          <ac:chgData name="ARJAV JAIN" userId="0c0bf2fd-5996-4b26-8ea0-493cd03236ea" providerId="ADAL" clId="{FB81332B-BD02-4858-B820-7C3C0EE5CC97}" dt="2022-08-26T19:08:00.070" v="4374" actId="571"/>
          <ac:picMkLst>
            <pc:docMk/>
            <pc:sldMk cId="2066438709" sldId="814"/>
            <ac:picMk id="34" creationId="{C53724C8-E362-B6DC-CF4B-B9531F0B52D6}"/>
          </ac:picMkLst>
        </pc:picChg>
        <pc:picChg chg="add mod">
          <ac:chgData name="ARJAV JAIN" userId="0c0bf2fd-5996-4b26-8ea0-493cd03236ea" providerId="ADAL" clId="{FB81332B-BD02-4858-B820-7C3C0EE5CC97}" dt="2022-08-26T19:08:06.860" v="4376" actId="571"/>
          <ac:picMkLst>
            <pc:docMk/>
            <pc:sldMk cId="2066438709" sldId="814"/>
            <ac:picMk id="38" creationId="{526C212A-F983-85EF-62FE-7BCEB2BBD94D}"/>
          </ac:picMkLst>
        </pc:picChg>
        <pc:picChg chg="add del mod">
          <ac:chgData name="ARJAV JAIN" userId="0c0bf2fd-5996-4b26-8ea0-493cd03236ea" providerId="ADAL" clId="{FB81332B-BD02-4858-B820-7C3C0EE5CC97}" dt="2022-08-26T20:16:29.062" v="4970" actId="478"/>
          <ac:picMkLst>
            <pc:docMk/>
            <pc:sldMk cId="2066438709" sldId="814"/>
            <ac:picMk id="42" creationId="{1636A550-FA6C-72D3-7C8D-72C6393CEB0C}"/>
          </ac:picMkLst>
        </pc:picChg>
      </pc:sldChg>
      <pc:sldChg chg="addSp delSp modSp add del mod ord">
        <pc:chgData name="ARJAV JAIN" userId="0c0bf2fd-5996-4b26-8ea0-493cd03236ea" providerId="ADAL" clId="{FB81332B-BD02-4858-B820-7C3C0EE5CC97}" dt="2022-08-26T16:37:20.711" v="1853" actId="47"/>
        <pc:sldMkLst>
          <pc:docMk/>
          <pc:sldMk cId="1876980502" sldId="815"/>
        </pc:sldMkLst>
        <pc:spChg chg="add mod">
          <ac:chgData name="ARJAV JAIN" userId="0c0bf2fd-5996-4b26-8ea0-493cd03236ea" providerId="ADAL" clId="{FB81332B-BD02-4858-B820-7C3C0EE5CC97}" dt="2022-08-26T08:21:08.865" v="1565" actId="1076"/>
          <ac:spMkLst>
            <pc:docMk/>
            <pc:sldMk cId="1876980502" sldId="815"/>
            <ac:spMk id="3" creationId="{9FD80604-3CE7-960B-B67F-AEB926148016}"/>
          </ac:spMkLst>
        </pc:spChg>
        <pc:spChg chg="mod">
          <ac:chgData name="ARJAV JAIN" userId="0c0bf2fd-5996-4b26-8ea0-493cd03236ea" providerId="ADAL" clId="{FB81332B-BD02-4858-B820-7C3C0EE5CC97}" dt="2022-08-26T08:16:09.202" v="1440" actId="20577"/>
          <ac:spMkLst>
            <pc:docMk/>
            <pc:sldMk cId="1876980502" sldId="815"/>
            <ac:spMk id="4" creationId="{38E3D623-C9F2-5F9E-F1A8-BD534DC7DB1B}"/>
          </ac:spMkLst>
        </pc:spChg>
        <pc:spChg chg="del">
          <ac:chgData name="ARJAV JAIN" userId="0c0bf2fd-5996-4b26-8ea0-493cd03236ea" providerId="ADAL" clId="{FB81332B-BD02-4858-B820-7C3C0EE5CC97}" dt="2022-08-26T16:35:50.592" v="1847" actId="478"/>
          <ac:spMkLst>
            <pc:docMk/>
            <pc:sldMk cId="1876980502" sldId="815"/>
            <ac:spMk id="5" creationId="{7EF5A972-58A9-29F6-E0A2-ED6328ACD0B9}"/>
          </ac:spMkLst>
        </pc:spChg>
        <pc:spChg chg="add mod">
          <ac:chgData name="ARJAV JAIN" userId="0c0bf2fd-5996-4b26-8ea0-493cd03236ea" providerId="ADAL" clId="{FB81332B-BD02-4858-B820-7C3C0EE5CC97}" dt="2022-08-26T16:35:51.489" v="1848"/>
          <ac:spMkLst>
            <pc:docMk/>
            <pc:sldMk cId="1876980502" sldId="815"/>
            <ac:spMk id="9" creationId="{4FE87F38-F191-96E1-9720-7136F5FC46C3}"/>
          </ac:spMkLst>
        </pc:spChg>
        <pc:spChg chg="del">
          <ac:chgData name="ARJAV JAIN" userId="0c0bf2fd-5996-4b26-8ea0-493cd03236ea" providerId="ADAL" clId="{FB81332B-BD02-4858-B820-7C3C0EE5CC97}" dt="2022-08-26T16:35:50.592" v="1847" actId="478"/>
          <ac:spMkLst>
            <pc:docMk/>
            <pc:sldMk cId="1876980502" sldId="815"/>
            <ac:spMk id="11" creationId="{6DE80E13-CFD2-47A0-505F-5967277EFBAF}"/>
          </ac:spMkLst>
        </pc:spChg>
        <pc:spChg chg="add mod">
          <ac:chgData name="ARJAV JAIN" userId="0c0bf2fd-5996-4b26-8ea0-493cd03236ea" providerId="ADAL" clId="{FB81332B-BD02-4858-B820-7C3C0EE5CC97}" dt="2022-08-26T16:35:51.489" v="1848"/>
          <ac:spMkLst>
            <pc:docMk/>
            <pc:sldMk cId="1876980502" sldId="815"/>
            <ac:spMk id="13" creationId="{DA448422-5C5C-7605-D6E4-710A0B71E94C}"/>
          </ac:spMkLst>
        </pc:spChg>
        <pc:picChg chg="del">
          <ac:chgData name="ARJAV JAIN" userId="0c0bf2fd-5996-4b26-8ea0-493cd03236ea" providerId="ADAL" clId="{FB81332B-BD02-4858-B820-7C3C0EE5CC97}" dt="2022-08-26T16:35:50.592" v="1847" actId="478"/>
          <ac:picMkLst>
            <pc:docMk/>
            <pc:sldMk cId="1876980502" sldId="815"/>
            <ac:picMk id="2" creationId="{463BEFE8-0DC4-8BB3-F13E-BB2DCC02E3AC}"/>
          </ac:picMkLst>
        </pc:picChg>
        <pc:picChg chg="del">
          <ac:chgData name="ARJAV JAIN" userId="0c0bf2fd-5996-4b26-8ea0-493cd03236ea" providerId="ADAL" clId="{FB81332B-BD02-4858-B820-7C3C0EE5CC97}" dt="2022-08-26T16:35:50.592" v="1847" actId="478"/>
          <ac:picMkLst>
            <pc:docMk/>
            <pc:sldMk cId="1876980502" sldId="815"/>
            <ac:picMk id="6" creationId="{1DCDD1B1-CE9E-55B2-812F-F2018518CE97}"/>
          </ac:picMkLst>
        </pc:picChg>
        <pc:picChg chg="add mod">
          <ac:chgData name="ARJAV JAIN" userId="0c0bf2fd-5996-4b26-8ea0-493cd03236ea" providerId="ADAL" clId="{FB81332B-BD02-4858-B820-7C3C0EE5CC97}" dt="2022-08-26T16:35:51.489" v="1848"/>
          <ac:picMkLst>
            <pc:docMk/>
            <pc:sldMk cId="1876980502" sldId="815"/>
            <ac:picMk id="10" creationId="{9F6A587B-983A-A8A7-2790-4AA13CF884AB}"/>
          </ac:picMkLst>
        </pc:picChg>
        <pc:picChg chg="add mod">
          <ac:chgData name="ARJAV JAIN" userId="0c0bf2fd-5996-4b26-8ea0-493cd03236ea" providerId="ADAL" clId="{FB81332B-BD02-4858-B820-7C3C0EE5CC97}" dt="2022-08-26T16:35:51.489" v="1848"/>
          <ac:picMkLst>
            <pc:docMk/>
            <pc:sldMk cId="1876980502" sldId="815"/>
            <ac:picMk id="12" creationId="{E48D5DA8-15D9-C854-1193-EEC2CBBB3283}"/>
          </ac:picMkLst>
        </pc:picChg>
      </pc:sldChg>
      <pc:sldChg chg="addSp delSp modSp add del mod">
        <pc:chgData name="ARJAV JAIN" userId="0c0bf2fd-5996-4b26-8ea0-493cd03236ea" providerId="ADAL" clId="{FB81332B-BD02-4858-B820-7C3C0EE5CC97}" dt="2022-08-26T16:37:20.711" v="1853" actId="47"/>
        <pc:sldMkLst>
          <pc:docMk/>
          <pc:sldMk cId="15716704" sldId="816"/>
        </pc:sldMkLst>
        <pc:spChg chg="add mod">
          <ac:chgData name="ARJAV JAIN" userId="0c0bf2fd-5996-4b26-8ea0-493cd03236ea" providerId="ADAL" clId="{FB81332B-BD02-4858-B820-7C3C0EE5CC97}" dt="2022-08-26T16:35:56.629" v="1850"/>
          <ac:spMkLst>
            <pc:docMk/>
            <pc:sldMk cId="15716704" sldId="816"/>
            <ac:spMk id="3" creationId="{D6359B77-0C4D-55D9-2907-6D347FCC4221}"/>
          </ac:spMkLst>
        </pc:spChg>
        <pc:spChg chg="mod">
          <ac:chgData name="ARJAV JAIN" userId="0c0bf2fd-5996-4b26-8ea0-493cd03236ea" providerId="ADAL" clId="{FB81332B-BD02-4858-B820-7C3C0EE5CC97}" dt="2022-08-26T08:16:38.872" v="1490" actId="20577"/>
          <ac:spMkLst>
            <pc:docMk/>
            <pc:sldMk cId="15716704" sldId="816"/>
            <ac:spMk id="4" creationId="{38E3D623-C9F2-5F9E-F1A8-BD534DC7DB1B}"/>
          </ac:spMkLst>
        </pc:spChg>
        <pc:spChg chg="del">
          <ac:chgData name="ARJAV JAIN" userId="0c0bf2fd-5996-4b26-8ea0-493cd03236ea" providerId="ADAL" clId="{FB81332B-BD02-4858-B820-7C3C0EE5CC97}" dt="2022-08-26T16:35:56.166" v="1849" actId="478"/>
          <ac:spMkLst>
            <pc:docMk/>
            <pc:sldMk cId="15716704" sldId="816"/>
            <ac:spMk id="5" creationId="{7EF5A972-58A9-29F6-E0A2-ED6328ACD0B9}"/>
          </ac:spMkLst>
        </pc:spChg>
        <pc:spChg chg="del">
          <ac:chgData name="ARJAV JAIN" userId="0c0bf2fd-5996-4b26-8ea0-493cd03236ea" providerId="ADAL" clId="{FB81332B-BD02-4858-B820-7C3C0EE5CC97}" dt="2022-08-26T16:35:56.166" v="1849" actId="478"/>
          <ac:spMkLst>
            <pc:docMk/>
            <pc:sldMk cId="15716704" sldId="816"/>
            <ac:spMk id="11" creationId="{6DE80E13-CFD2-47A0-505F-5967277EFBAF}"/>
          </ac:spMkLst>
        </pc:spChg>
        <pc:spChg chg="add mod">
          <ac:chgData name="ARJAV JAIN" userId="0c0bf2fd-5996-4b26-8ea0-493cd03236ea" providerId="ADAL" clId="{FB81332B-BD02-4858-B820-7C3C0EE5CC97}" dt="2022-08-26T16:35:56.629" v="1850"/>
          <ac:spMkLst>
            <pc:docMk/>
            <pc:sldMk cId="15716704" sldId="816"/>
            <ac:spMk id="12" creationId="{9815B0D5-C771-CA0B-FFE7-D61FF26E9B19}"/>
          </ac:spMkLst>
        </pc:spChg>
        <pc:picChg chg="del">
          <ac:chgData name="ARJAV JAIN" userId="0c0bf2fd-5996-4b26-8ea0-493cd03236ea" providerId="ADAL" clId="{FB81332B-BD02-4858-B820-7C3C0EE5CC97}" dt="2022-08-26T16:35:56.166" v="1849" actId="478"/>
          <ac:picMkLst>
            <pc:docMk/>
            <pc:sldMk cId="15716704" sldId="816"/>
            <ac:picMk id="2" creationId="{463BEFE8-0DC4-8BB3-F13E-BB2DCC02E3AC}"/>
          </ac:picMkLst>
        </pc:picChg>
        <pc:picChg chg="del">
          <ac:chgData name="ARJAV JAIN" userId="0c0bf2fd-5996-4b26-8ea0-493cd03236ea" providerId="ADAL" clId="{FB81332B-BD02-4858-B820-7C3C0EE5CC97}" dt="2022-08-26T16:35:56.166" v="1849" actId="478"/>
          <ac:picMkLst>
            <pc:docMk/>
            <pc:sldMk cId="15716704" sldId="816"/>
            <ac:picMk id="6" creationId="{1DCDD1B1-CE9E-55B2-812F-F2018518CE97}"/>
          </ac:picMkLst>
        </pc:picChg>
        <pc:picChg chg="add mod">
          <ac:chgData name="ARJAV JAIN" userId="0c0bf2fd-5996-4b26-8ea0-493cd03236ea" providerId="ADAL" clId="{FB81332B-BD02-4858-B820-7C3C0EE5CC97}" dt="2022-08-26T16:35:56.629" v="1850"/>
          <ac:picMkLst>
            <pc:docMk/>
            <pc:sldMk cId="15716704" sldId="816"/>
            <ac:picMk id="9" creationId="{E5D381B8-8331-2877-2084-623A94E2AAD8}"/>
          </ac:picMkLst>
        </pc:picChg>
        <pc:picChg chg="add mod">
          <ac:chgData name="ARJAV JAIN" userId="0c0bf2fd-5996-4b26-8ea0-493cd03236ea" providerId="ADAL" clId="{FB81332B-BD02-4858-B820-7C3C0EE5CC97}" dt="2022-08-26T16:35:56.629" v="1850"/>
          <ac:picMkLst>
            <pc:docMk/>
            <pc:sldMk cId="15716704" sldId="816"/>
            <ac:picMk id="10" creationId="{0484F508-BA4F-6820-05C8-4BBA833F769F}"/>
          </ac:picMkLst>
        </pc:picChg>
      </pc:sldChg>
      <pc:sldChg chg="modSp add del mod">
        <pc:chgData name="ARJAV JAIN" userId="0c0bf2fd-5996-4b26-8ea0-493cd03236ea" providerId="ADAL" clId="{FB81332B-BD02-4858-B820-7C3C0EE5CC97}" dt="2022-08-26T16:37:28.515" v="1854" actId="47"/>
        <pc:sldMkLst>
          <pc:docMk/>
          <pc:sldMk cId="4116201364" sldId="817"/>
        </pc:sldMkLst>
        <pc:spChg chg="mod">
          <ac:chgData name="ARJAV JAIN" userId="0c0bf2fd-5996-4b26-8ea0-493cd03236ea" providerId="ADAL" clId="{FB81332B-BD02-4858-B820-7C3C0EE5CC97}" dt="2022-08-26T08:17:28.932" v="1500" actId="20577"/>
          <ac:spMkLst>
            <pc:docMk/>
            <pc:sldMk cId="4116201364" sldId="817"/>
            <ac:spMk id="4" creationId="{38E3D623-C9F2-5F9E-F1A8-BD534DC7DB1B}"/>
          </ac:spMkLst>
        </pc:spChg>
        <pc:spChg chg="mod">
          <ac:chgData name="ARJAV JAIN" userId="0c0bf2fd-5996-4b26-8ea0-493cd03236ea" providerId="ADAL" clId="{FB81332B-BD02-4858-B820-7C3C0EE5CC97}" dt="2022-08-26T08:19:16.516" v="1518" actId="20577"/>
          <ac:spMkLst>
            <pc:docMk/>
            <pc:sldMk cId="4116201364" sldId="817"/>
            <ac:spMk id="5" creationId="{7EF5A972-58A9-29F6-E0A2-ED6328ACD0B9}"/>
          </ac:spMkLst>
        </pc:spChg>
      </pc:sldChg>
      <pc:sldChg chg="modSp add del mod">
        <pc:chgData name="ARJAV JAIN" userId="0c0bf2fd-5996-4b26-8ea0-493cd03236ea" providerId="ADAL" clId="{FB81332B-BD02-4858-B820-7C3C0EE5CC97}" dt="2022-08-26T16:37:28.515" v="1854" actId="47"/>
        <pc:sldMkLst>
          <pc:docMk/>
          <pc:sldMk cId="3064521924" sldId="818"/>
        </pc:sldMkLst>
        <pc:spChg chg="mod">
          <ac:chgData name="ARJAV JAIN" userId="0c0bf2fd-5996-4b26-8ea0-493cd03236ea" providerId="ADAL" clId="{FB81332B-BD02-4858-B820-7C3C0EE5CC97}" dt="2022-08-26T08:17:37.596" v="1505" actId="20577"/>
          <ac:spMkLst>
            <pc:docMk/>
            <pc:sldMk cId="3064521924" sldId="818"/>
            <ac:spMk id="4" creationId="{38E3D623-C9F2-5F9E-F1A8-BD534DC7DB1B}"/>
          </ac:spMkLst>
        </pc:spChg>
        <pc:spChg chg="mod">
          <ac:chgData name="ARJAV JAIN" userId="0c0bf2fd-5996-4b26-8ea0-493cd03236ea" providerId="ADAL" clId="{FB81332B-BD02-4858-B820-7C3C0EE5CC97}" dt="2022-08-26T08:19:21.669" v="1527" actId="20577"/>
          <ac:spMkLst>
            <pc:docMk/>
            <pc:sldMk cId="3064521924" sldId="818"/>
            <ac:spMk id="5" creationId="{7EF5A972-58A9-29F6-E0A2-ED6328ACD0B9}"/>
          </ac:spMkLst>
        </pc:spChg>
      </pc:sldChg>
      <pc:sldChg chg="ord">
        <pc:chgData name="ARJAV JAIN" userId="0c0bf2fd-5996-4b26-8ea0-493cd03236ea" providerId="ADAL" clId="{FB81332B-BD02-4858-B820-7C3C0EE5CC97}" dt="2022-08-26T22:55:45.199" v="7772"/>
        <pc:sldMkLst>
          <pc:docMk/>
          <pc:sldMk cId="1271161211" sldId="819"/>
        </pc:sldMkLst>
      </pc:sldChg>
      <pc:sldChg chg="addSp delSp modSp add mod ord">
        <pc:chgData name="ARJAV JAIN" userId="0c0bf2fd-5996-4b26-8ea0-493cd03236ea" providerId="ADAL" clId="{FB81332B-BD02-4858-B820-7C3C0EE5CC97}" dt="2022-08-26T22:13:44.962" v="6298"/>
        <pc:sldMkLst>
          <pc:docMk/>
          <pc:sldMk cId="3581179997" sldId="820"/>
        </pc:sldMkLst>
        <pc:spChg chg="add mod">
          <ac:chgData name="ARJAV JAIN" userId="0c0bf2fd-5996-4b26-8ea0-493cd03236ea" providerId="ADAL" clId="{FB81332B-BD02-4858-B820-7C3C0EE5CC97}" dt="2022-08-26T12:22:19.390" v="1735" actId="20577"/>
          <ac:spMkLst>
            <pc:docMk/>
            <pc:sldMk cId="3581179997" sldId="820"/>
            <ac:spMk id="5" creationId="{B4F121E8-E3D3-2D38-EAF0-DBC05E826991}"/>
          </ac:spMkLst>
        </pc:spChg>
        <pc:spChg chg="del">
          <ac:chgData name="ARJAV JAIN" userId="0c0bf2fd-5996-4b26-8ea0-493cd03236ea" providerId="ADAL" clId="{FB81332B-BD02-4858-B820-7C3C0EE5CC97}" dt="2022-08-26T11:59:18.166" v="1721" actId="478"/>
          <ac:spMkLst>
            <pc:docMk/>
            <pc:sldMk cId="3581179997" sldId="820"/>
            <ac:spMk id="10" creationId="{7D5191B7-D324-82EC-091A-266F0B2C738F}"/>
          </ac:spMkLst>
        </pc:spChg>
        <pc:spChg chg="add mod">
          <ac:chgData name="ARJAV JAIN" userId="0c0bf2fd-5996-4b26-8ea0-493cd03236ea" providerId="ADAL" clId="{FB81332B-BD02-4858-B820-7C3C0EE5CC97}" dt="2022-08-26T12:23:39.768" v="1752" actId="20577"/>
          <ac:spMkLst>
            <pc:docMk/>
            <pc:sldMk cId="3581179997" sldId="820"/>
            <ac:spMk id="14" creationId="{981D982F-2B1F-E660-0151-E9FD9450DD4C}"/>
          </ac:spMkLst>
        </pc:spChg>
        <pc:spChg chg="add mod">
          <ac:chgData name="ARJAV JAIN" userId="0c0bf2fd-5996-4b26-8ea0-493cd03236ea" providerId="ADAL" clId="{FB81332B-BD02-4858-B820-7C3C0EE5CC97}" dt="2022-08-26T12:25:09.303" v="1765" actId="20577"/>
          <ac:spMkLst>
            <pc:docMk/>
            <pc:sldMk cId="3581179997" sldId="820"/>
            <ac:spMk id="17" creationId="{D05175F9-637D-E718-72C9-0BB70081EEF0}"/>
          </ac:spMkLst>
        </pc:spChg>
        <pc:spChg chg="del">
          <ac:chgData name="ARJAV JAIN" userId="0c0bf2fd-5996-4b26-8ea0-493cd03236ea" providerId="ADAL" clId="{FB81332B-BD02-4858-B820-7C3C0EE5CC97}" dt="2022-08-26T11:59:18.166" v="1721" actId="478"/>
          <ac:spMkLst>
            <pc:docMk/>
            <pc:sldMk cId="3581179997" sldId="820"/>
            <ac:spMk id="20" creationId="{0A71C9BD-98DC-6E60-BD98-B72BA1D0F34D}"/>
          </ac:spMkLst>
        </pc:spChg>
        <pc:spChg chg="add mod">
          <ac:chgData name="ARJAV JAIN" userId="0c0bf2fd-5996-4b26-8ea0-493cd03236ea" providerId="ADAL" clId="{FB81332B-BD02-4858-B820-7C3C0EE5CC97}" dt="2022-08-26T12:27:52.324" v="1789" actId="1076"/>
          <ac:spMkLst>
            <pc:docMk/>
            <pc:sldMk cId="3581179997" sldId="820"/>
            <ac:spMk id="21" creationId="{28366CEC-1CAF-16ED-0E1B-3A4BFA2CA99B}"/>
          </ac:spMkLst>
        </pc:spChg>
        <pc:spChg chg="add mod">
          <ac:chgData name="ARJAV JAIN" userId="0c0bf2fd-5996-4b26-8ea0-493cd03236ea" providerId="ADAL" clId="{FB81332B-BD02-4858-B820-7C3C0EE5CC97}" dt="2022-08-26T12:49:40.796" v="1797" actId="571"/>
          <ac:spMkLst>
            <pc:docMk/>
            <pc:sldMk cId="3581179997" sldId="820"/>
            <ac:spMk id="29" creationId="{1D657E47-189C-CAB4-56BB-A02D5C887A95}"/>
          </ac:spMkLst>
        </pc:spChg>
        <pc:spChg chg="add mod">
          <ac:chgData name="ARJAV JAIN" userId="0c0bf2fd-5996-4b26-8ea0-493cd03236ea" providerId="ADAL" clId="{FB81332B-BD02-4858-B820-7C3C0EE5CC97}" dt="2022-08-26T12:49:50.498" v="1818" actId="20577"/>
          <ac:spMkLst>
            <pc:docMk/>
            <pc:sldMk cId="3581179997" sldId="820"/>
            <ac:spMk id="31" creationId="{78A88EE9-38E3-52B8-C8AA-919741FDECD6}"/>
          </ac:spMkLst>
        </pc:spChg>
        <pc:picChg chg="add mod">
          <ac:chgData name="ARJAV JAIN" userId="0c0bf2fd-5996-4b26-8ea0-493cd03236ea" providerId="ADAL" clId="{FB81332B-BD02-4858-B820-7C3C0EE5CC97}" dt="2022-08-26T11:59:23.614" v="1726" actId="1076"/>
          <ac:picMkLst>
            <pc:docMk/>
            <pc:sldMk cId="3581179997" sldId="820"/>
            <ac:picMk id="4" creationId="{47E19B98-1376-B346-8524-13C2AF838DCF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7" creationId="{132A6438-25F2-62B2-B435-CC99B50A754F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9" creationId="{518B593E-3E7A-D7A0-D1DC-6FFB871D4DBA}"/>
          </ac:picMkLst>
        </pc:picChg>
        <pc:picChg chg="add mod">
          <ac:chgData name="ARJAV JAIN" userId="0c0bf2fd-5996-4b26-8ea0-493cd03236ea" providerId="ADAL" clId="{FB81332B-BD02-4858-B820-7C3C0EE5CC97}" dt="2022-08-26T12:23:08.205" v="1741" actId="14100"/>
          <ac:picMkLst>
            <pc:docMk/>
            <pc:sldMk cId="3581179997" sldId="820"/>
            <ac:picMk id="12" creationId="{1E08C014-F492-EF75-B2C7-126E57E6E8C0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13" creationId="{A4499C1E-4CF3-3EF4-A7A2-8A727CA9EB4A}"/>
          </ac:picMkLst>
        </pc:picChg>
        <pc:picChg chg="add mod">
          <ac:chgData name="ARJAV JAIN" userId="0c0bf2fd-5996-4b26-8ea0-493cd03236ea" providerId="ADAL" clId="{FB81332B-BD02-4858-B820-7C3C0EE5CC97}" dt="2022-08-26T12:24:48.828" v="1761" actId="14100"/>
          <ac:picMkLst>
            <pc:docMk/>
            <pc:sldMk cId="3581179997" sldId="820"/>
            <ac:picMk id="16" creationId="{E33CE4CB-8CCD-FC5A-8F7E-4F3A58A16C2C}"/>
          </ac:picMkLst>
        </pc:picChg>
        <pc:picChg chg="add mod">
          <ac:chgData name="ARJAV JAIN" userId="0c0bf2fd-5996-4b26-8ea0-493cd03236ea" providerId="ADAL" clId="{FB81332B-BD02-4858-B820-7C3C0EE5CC97}" dt="2022-08-26T12:27:30.124" v="1772" actId="1076"/>
          <ac:picMkLst>
            <pc:docMk/>
            <pc:sldMk cId="3581179997" sldId="820"/>
            <ac:picMk id="19" creationId="{8B41E8E8-A13F-9644-8B34-C9DBFDB9D1F6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22" creationId="{D3A9CB82-CFC6-D58B-7DF3-79BE6E10165C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24" creationId="{143BFBB9-D4FA-FDEB-F468-C4C526DC0EFC}"/>
          </ac:picMkLst>
        </pc:picChg>
        <pc:picChg chg="add del mod">
          <ac:chgData name="ARJAV JAIN" userId="0c0bf2fd-5996-4b26-8ea0-493cd03236ea" providerId="ADAL" clId="{FB81332B-BD02-4858-B820-7C3C0EE5CC97}" dt="2022-08-26T12:31:00.817" v="1792" actId="478"/>
          <ac:picMkLst>
            <pc:docMk/>
            <pc:sldMk cId="3581179997" sldId="820"/>
            <ac:picMk id="25" creationId="{C277977B-2D64-6AF5-D1AC-AD5DE2497C01}"/>
          </ac:picMkLst>
        </pc:picChg>
        <pc:picChg chg="del">
          <ac:chgData name="ARJAV JAIN" userId="0c0bf2fd-5996-4b26-8ea0-493cd03236ea" providerId="ADAL" clId="{FB81332B-BD02-4858-B820-7C3C0EE5CC97}" dt="2022-08-26T11:59:18.166" v="1721" actId="478"/>
          <ac:picMkLst>
            <pc:docMk/>
            <pc:sldMk cId="3581179997" sldId="820"/>
            <ac:picMk id="26" creationId="{2B31832F-0610-79DE-4785-B923BA7557B7}"/>
          </ac:picMkLst>
        </pc:picChg>
        <pc:picChg chg="add mod">
          <ac:chgData name="ARJAV JAIN" userId="0c0bf2fd-5996-4b26-8ea0-493cd03236ea" providerId="ADAL" clId="{FB81332B-BD02-4858-B820-7C3C0EE5CC97}" dt="2022-08-26T12:49:23.828" v="1795" actId="1076"/>
          <ac:picMkLst>
            <pc:docMk/>
            <pc:sldMk cId="3581179997" sldId="820"/>
            <ac:picMk id="28" creationId="{CC1F8936-60B8-F3E7-BBC3-3D35A6CE29C8}"/>
          </ac:picMkLst>
        </pc:picChg>
        <pc:picChg chg="add mod">
          <ac:chgData name="ARJAV JAIN" userId="0c0bf2fd-5996-4b26-8ea0-493cd03236ea" providerId="ADAL" clId="{FB81332B-BD02-4858-B820-7C3C0EE5CC97}" dt="2022-08-26T12:49:40.796" v="1797" actId="571"/>
          <ac:picMkLst>
            <pc:docMk/>
            <pc:sldMk cId="3581179997" sldId="820"/>
            <ac:picMk id="30" creationId="{89E111A7-06FA-C767-C7E4-7B8437027ABD}"/>
          </ac:picMkLst>
        </pc:picChg>
      </pc:sldChg>
      <pc:sldChg chg="ord">
        <pc:chgData name="ARJAV JAIN" userId="0c0bf2fd-5996-4b26-8ea0-493cd03236ea" providerId="ADAL" clId="{FB81332B-BD02-4858-B820-7C3C0EE5CC97}" dt="2022-08-26T22:13:55.696" v="6300"/>
        <pc:sldMkLst>
          <pc:docMk/>
          <pc:sldMk cId="3949640873" sldId="821"/>
        </pc:sldMkLst>
      </pc:sldChg>
      <pc:sldChg chg="ord">
        <pc:chgData name="ARJAV JAIN" userId="0c0bf2fd-5996-4b26-8ea0-493cd03236ea" providerId="ADAL" clId="{FB81332B-BD02-4858-B820-7C3C0EE5CC97}" dt="2022-08-26T22:55:47.843" v="7774"/>
        <pc:sldMkLst>
          <pc:docMk/>
          <pc:sldMk cId="99335071" sldId="822"/>
        </pc:sldMkLst>
      </pc:sldChg>
      <pc:sldChg chg="del">
        <pc:chgData name="ARJAV JAIN" userId="0c0bf2fd-5996-4b26-8ea0-493cd03236ea" providerId="ADAL" clId="{FB81332B-BD02-4858-B820-7C3C0EE5CC97}" dt="2022-08-26T22:28:51.400" v="6912" actId="47"/>
        <pc:sldMkLst>
          <pc:docMk/>
          <pc:sldMk cId="2774630101" sldId="823"/>
        </pc:sldMkLst>
      </pc:sldChg>
      <pc:sldChg chg="addSp delSp modSp add mod delAnim">
        <pc:chgData name="ARJAV JAIN" userId="0c0bf2fd-5996-4b26-8ea0-493cd03236ea" providerId="ADAL" clId="{FB81332B-BD02-4858-B820-7C3C0EE5CC97}" dt="2022-08-26T21:44:47.202" v="5767" actId="1076"/>
        <pc:sldMkLst>
          <pc:docMk/>
          <pc:sldMk cId="1330001044" sldId="824"/>
        </pc:sldMkLst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2" creationId="{2214E97E-2411-711A-A96B-960CAEFA08B0}"/>
          </ac:spMkLst>
        </pc:spChg>
        <pc:spChg chg="add mod">
          <ac:chgData name="ARJAV JAIN" userId="0c0bf2fd-5996-4b26-8ea0-493cd03236ea" providerId="ADAL" clId="{FB81332B-BD02-4858-B820-7C3C0EE5CC97}" dt="2022-08-26T20:44:01.967" v="5103" actId="20577"/>
          <ac:spMkLst>
            <pc:docMk/>
            <pc:sldMk cId="1330001044" sldId="824"/>
            <ac:spMk id="2" creationId="{ADF66EE7-C510-E252-898C-437F7BA72294}"/>
          </ac:spMkLst>
        </pc:spChg>
        <pc:spChg chg="mod">
          <ac:chgData name="ARJAV JAIN" userId="0c0bf2fd-5996-4b26-8ea0-493cd03236ea" providerId="ADAL" clId="{FB81332B-BD02-4858-B820-7C3C0EE5CC97}" dt="2022-08-26T19:47:42.702" v="4948" actId="207"/>
          <ac:spMkLst>
            <pc:docMk/>
            <pc:sldMk cId="1330001044" sldId="824"/>
            <ac:spMk id="3" creationId="{71006755-B991-AE5C-25A4-DC7F5DD65EA7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4" creationId="{71F73C57-C7B4-A8A1-B42C-8BF350B311D9}"/>
          </ac:spMkLst>
        </pc:spChg>
        <pc:spChg chg="add mod">
          <ac:chgData name="ARJAV JAIN" userId="0c0bf2fd-5996-4b26-8ea0-493cd03236ea" providerId="ADAL" clId="{FB81332B-BD02-4858-B820-7C3C0EE5CC97}" dt="2022-08-26T21:44:47.202" v="5767" actId="1076"/>
          <ac:spMkLst>
            <pc:docMk/>
            <pc:sldMk cId="1330001044" sldId="824"/>
            <ac:spMk id="4" creationId="{9ABEE33D-3209-6AE8-9648-4B7C92BE5365}"/>
          </ac:spMkLst>
        </pc:spChg>
        <pc:spChg chg="add del mod">
          <ac:chgData name="ARJAV JAIN" userId="0c0bf2fd-5996-4b26-8ea0-493cd03236ea" providerId="ADAL" clId="{FB81332B-BD02-4858-B820-7C3C0EE5CC97}" dt="2022-08-26T20:39:56.166" v="5062" actId="478"/>
          <ac:spMkLst>
            <pc:docMk/>
            <pc:sldMk cId="1330001044" sldId="824"/>
            <ac:spMk id="4" creationId="{BB2C2CFB-CAEF-3006-0227-5C8C1DC26D28}"/>
          </ac:spMkLst>
        </pc:spChg>
        <pc:spChg chg="add mod">
          <ac:chgData name="ARJAV JAIN" userId="0c0bf2fd-5996-4b26-8ea0-493cd03236ea" providerId="ADAL" clId="{FB81332B-BD02-4858-B820-7C3C0EE5CC97}" dt="2022-08-26T20:58:53.345" v="5205" actId="14100"/>
          <ac:spMkLst>
            <pc:docMk/>
            <pc:sldMk cId="1330001044" sldId="824"/>
            <ac:spMk id="5" creationId="{AD0B2427-3456-101F-3FCE-FD8974F1AAFE}"/>
          </ac:spMkLst>
        </pc:spChg>
        <pc:spChg chg="add mod">
          <ac:chgData name="ARJAV JAIN" userId="0c0bf2fd-5996-4b26-8ea0-493cd03236ea" providerId="ADAL" clId="{FB81332B-BD02-4858-B820-7C3C0EE5CC97}" dt="2022-08-26T20:43:51.741" v="5074"/>
          <ac:spMkLst>
            <pc:docMk/>
            <pc:sldMk cId="1330001044" sldId="824"/>
            <ac:spMk id="6" creationId="{E2BF59F8-63BA-7F98-D6B2-E39DFEDE586B}"/>
          </ac:spMkLst>
        </pc:spChg>
        <pc:spChg chg="add del mod">
          <ac:chgData name="ARJAV JAIN" userId="0c0bf2fd-5996-4b26-8ea0-493cd03236ea" providerId="ADAL" clId="{FB81332B-BD02-4858-B820-7C3C0EE5CC97}" dt="2022-08-26T19:58:09.074" v="4960"/>
          <ac:spMkLst>
            <pc:docMk/>
            <pc:sldMk cId="1330001044" sldId="824"/>
            <ac:spMk id="7" creationId="{F72CA71A-60F7-9AA0-10F3-77BCEF10ADF0}"/>
          </ac:spMkLst>
        </pc:spChg>
        <pc:spChg chg="add mod ord">
          <ac:chgData name="ARJAV JAIN" userId="0c0bf2fd-5996-4b26-8ea0-493cd03236ea" providerId="ADAL" clId="{FB81332B-BD02-4858-B820-7C3C0EE5CC97}" dt="2022-08-26T20:38:58.664" v="5057" actId="1076"/>
          <ac:spMkLst>
            <pc:docMk/>
            <pc:sldMk cId="1330001044" sldId="824"/>
            <ac:spMk id="8" creationId="{5C51D102-61BE-FAB5-ECA1-74677A869104}"/>
          </ac:spMkLst>
        </pc:spChg>
        <pc:spChg chg="del">
          <ac:chgData name="ARJAV JAIN" userId="0c0bf2fd-5996-4b26-8ea0-493cd03236ea" providerId="ADAL" clId="{FB81332B-BD02-4858-B820-7C3C0EE5CC97}" dt="2022-08-26T19:36:48.328" v="4904" actId="478"/>
          <ac:spMkLst>
            <pc:docMk/>
            <pc:sldMk cId="1330001044" sldId="824"/>
            <ac:spMk id="18" creationId="{FE02D01D-2CF1-6133-386B-8FABB903388B}"/>
          </ac:spMkLst>
        </pc:spChg>
        <pc:spChg chg="add mod">
          <ac:chgData name="ARJAV JAIN" userId="0c0bf2fd-5996-4b26-8ea0-493cd03236ea" providerId="ADAL" clId="{FB81332B-BD02-4858-B820-7C3C0EE5CC97}" dt="2022-08-26T20:24:51.968" v="5007" actId="20577"/>
          <ac:spMkLst>
            <pc:docMk/>
            <pc:sldMk cId="1330001044" sldId="824"/>
            <ac:spMk id="25" creationId="{5CA19B02-6387-F57A-73F5-532D33E0E95F}"/>
          </ac:spMkLst>
        </pc:spChg>
        <pc:spChg chg="del">
          <ac:chgData name="ARJAV JAIN" userId="0c0bf2fd-5996-4b26-8ea0-493cd03236ea" providerId="ADAL" clId="{FB81332B-BD02-4858-B820-7C3C0EE5CC97}" dt="2022-08-26T19:36:46.918" v="4903" actId="478"/>
          <ac:spMkLst>
            <pc:docMk/>
            <pc:sldMk cId="1330001044" sldId="824"/>
            <ac:spMk id="40" creationId="{8EF7623C-9794-EE9F-C02A-ED340E2B48B9}"/>
          </ac:spMkLst>
        </pc:spChg>
        <pc:spChg chg="del">
          <ac:chgData name="ARJAV JAIN" userId="0c0bf2fd-5996-4b26-8ea0-493cd03236ea" providerId="ADAL" clId="{FB81332B-BD02-4858-B820-7C3C0EE5CC97}" dt="2022-08-26T19:36:46.918" v="4903" actId="478"/>
          <ac:spMkLst>
            <pc:docMk/>
            <pc:sldMk cId="1330001044" sldId="824"/>
            <ac:spMk id="41" creationId="{249683AE-B5B5-63CA-5103-F967D82C79B7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46" creationId="{1A827577-A5E3-C8A9-909B-7B0A00B7BC49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47" creationId="{E3A4BD32-3D7D-1A72-ED8F-6861694C37F2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49" creationId="{511C976D-BD6C-68C0-82E8-686E03EA87C3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50" creationId="{ECED790A-B082-C33E-6D90-FE7E53818A91}"/>
          </ac:spMkLst>
        </pc:spChg>
        <pc:spChg chg="del">
          <ac:chgData name="ARJAV JAIN" userId="0c0bf2fd-5996-4b26-8ea0-493cd03236ea" providerId="ADAL" clId="{FB81332B-BD02-4858-B820-7C3C0EE5CC97}" dt="2022-08-26T19:36:44.115" v="4902" actId="478"/>
          <ac:spMkLst>
            <pc:docMk/>
            <pc:sldMk cId="1330001044" sldId="824"/>
            <ac:spMk id="53" creationId="{2074EE20-0A4E-6C6D-0839-FC1819DC350D}"/>
          </ac:spMkLst>
        </pc:spChg>
        <pc:graphicFrameChg chg="del">
          <ac:chgData name="ARJAV JAIN" userId="0c0bf2fd-5996-4b26-8ea0-493cd03236ea" providerId="ADAL" clId="{FB81332B-BD02-4858-B820-7C3C0EE5CC97}" dt="2022-08-26T19:36:44.115" v="4902" actId="478"/>
          <ac:graphicFrameMkLst>
            <pc:docMk/>
            <pc:sldMk cId="1330001044" sldId="824"/>
            <ac:graphicFrameMk id="9" creationId="{9417D264-4EFD-7077-C72A-07834D0BE62F}"/>
          </ac:graphicFrameMkLst>
        </pc:graphicFrameChg>
        <pc:graphicFrameChg chg="del">
          <ac:chgData name="ARJAV JAIN" userId="0c0bf2fd-5996-4b26-8ea0-493cd03236ea" providerId="ADAL" clId="{FB81332B-BD02-4858-B820-7C3C0EE5CC97}" dt="2022-08-26T19:36:44.115" v="4902" actId="478"/>
          <ac:graphicFrameMkLst>
            <pc:docMk/>
            <pc:sldMk cId="1330001044" sldId="824"/>
            <ac:graphicFrameMk id="10" creationId="{F172C119-56FE-6C90-C5BE-7170FD1D634F}"/>
          </ac:graphicFrameMkLst>
        </pc:graphicFrameChg>
        <pc:graphicFrameChg chg="del">
          <ac:chgData name="ARJAV JAIN" userId="0c0bf2fd-5996-4b26-8ea0-493cd03236ea" providerId="ADAL" clId="{FB81332B-BD02-4858-B820-7C3C0EE5CC97}" dt="2022-08-26T19:36:44.115" v="4902" actId="478"/>
          <ac:graphicFrameMkLst>
            <pc:docMk/>
            <pc:sldMk cId="1330001044" sldId="824"/>
            <ac:graphicFrameMk id="19" creationId="{7A3E7B42-5177-A5BD-D16F-0E4F72356785}"/>
          </ac:graphicFrameMkLst>
        </pc:graphicFrameChg>
        <pc:graphicFrameChg chg="add del mod">
          <ac:chgData name="ARJAV JAIN" userId="0c0bf2fd-5996-4b26-8ea0-493cd03236ea" providerId="ADAL" clId="{FB81332B-BD02-4858-B820-7C3C0EE5CC97}" dt="2022-08-26T20:29:25.421" v="5024" actId="478"/>
          <ac:graphicFrameMkLst>
            <pc:docMk/>
            <pc:sldMk cId="1330001044" sldId="824"/>
            <ac:graphicFrameMk id="26" creationId="{F9A35A11-88A9-AF1C-DC83-AE9B975A2DFE}"/>
          </ac:graphicFrameMkLst>
        </pc:graphicFrameChg>
        <pc:graphicFrameChg chg="add del mod">
          <ac:chgData name="ARJAV JAIN" userId="0c0bf2fd-5996-4b26-8ea0-493cd03236ea" providerId="ADAL" clId="{FB81332B-BD02-4858-B820-7C3C0EE5CC97}" dt="2022-08-26T20:34:16.657" v="5028" actId="478"/>
          <ac:graphicFrameMkLst>
            <pc:docMk/>
            <pc:sldMk cId="1330001044" sldId="824"/>
            <ac:graphicFrameMk id="27" creationId="{F9A35A11-88A9-AF1C-DC83-AE9B975A2DFE}"/>
          </ac:graphicFrameMkLst>
        </pc:graphicFrameChg>
        <pc:graphicFrameChg chg="add del mod">
          <ac:chgData name="ARJAV JAIN" userId="0c0bf2fd-5996-4b26-8ea0-493cd03236ea" providerId="ADAL" clId="{FB81332B-BD02-4858-B820-7C3C0EE5CC97}" dt="2022-08-26T20:34:31.740" v="5031" actId="478"/>
          <ac:graphicFrameMkLst>
            <pc:docMk/>
            <pc:sldMk cId="1330001044" sldId="824"/>
            <ac:graphicFrameMk id="28" creationId="{F9A35A11-88A9-AF1C-DC83-AE9B975A2DFE}"/>
          </ac:graphicFrameMkLst>
        </pc:graphicFrameChg>
        <pc:graphicFrameChg chg="add del mod">
          <ac:chgData name="ARJAV JAIN" userId="0c0bf2fd-5996-4b26-8ea0-493cd03236ea" providerId="ADAL" clId="{FB81332B-BD02-4858-B820-7C3C0EE5CC97}" dt="2022-08-26T20:34:45.544" v="5034" actId="478"/>
          <ac:graphicFrameMkLst>
            <pc:docMk/>
            <pc:sldMk cId="1330001044" sldId="824"/>
            <ac:graphicFrameMk id="29" creationId="{F9A35A11-88A9-AF1C-DC83-AE9B975A2DFE}"/>
          </ac:graphicFrameMkLst>
        </pc:graphicFrameChg>
        <pc:graphicFrameChg chg="add del mod">
          <ac:chgData name="ARJAV JAIN" userId="0c0bf2fd-5996-4b26-8ea0-493cd03236ea" providerId="ADAL" clId="{FB81332B-BD02-4858-B820-7C3C0EE5CC97}" dt="2022-08-26T20:38:49.673" v="5055" actId="478"/>
          <ac:graphicFrameMkLst>
            <pc:docMk/>
            <pc:sldMk cId="1330001044" sldId="824"/>
            <ac:graphicFrameMk id="32" creationId="{F9A35A11-88A9-AF1C-DC83-AE9B975A2DFE}"/>
          </ac:graphicFrameMkLst>
        </pc:graphicFrameChg>
        <pc:picChg chg="add del">
          <ac:chgData name="ARJAV JAIN" userId="0c0bf2fd-5996-4b26-8ea0-493cd03236ea" providerId="ADAL" clId="{FB81332B-BD02-4858-B820-7C3C0EE5CC97}" dt="2022-08-26T19:55:12.149" v="4958" actId="478"/>
          <ac:picMkLst>
            <pc:docMk/>
            <pc:sldMk cId="1330001044" sldId="824"/>
            <ac:picMk id="6" creationId="{0F157CCC-B716-658A-7BC6-92FFC412B0E7}"/>
          </ac:picMkLst>
        </pc:picChg>
        <pc:picChg chg="add mod">
          <ac:chgData name="ARJAV JAIN" userId="0c0bf2fd-5996-4b26-8ea0-493cd03236ea" providerId="ADAL" clId="{FB81332B-BD02-4858-B820-7C3C0EE5CC97}" dt="2022-08-26T20:43:51.741" v="5074"/>
          <ac:picMkLst>
            <pc:docMk/>
            <pc:sldMk cId="1330001044" sldId="824"/>
            <ac:picMk id="9" creationId="{AD1545B8-9222-86FC-3BF0-755BDE5E5F76}"/>
          </ac:picMkLst>
        </pc:picChg>
        <pc:picChg chg="del">
          <ac:chgData name="ARJAV JAIN" userId="0c0bf2fd-5996-4b26-8ea0-493cd03236ea" providerId="ADAL" clId="{FB81332B-BD02-4858-B820-7C3C0EE5CC97}" dt="2022-08-26T20:16:41.543" v="4974" actId="478"/>
          <ac:picMkLst>
            <pc:docMk/>
            <pc:sldMk cId="1330001044" sldId="824"/>
            <ac:picMk id="13" creationId="{45346835-A802-71CE-47F5-D36600055442}"/>
          </ac:picMkLst>
        </pc:picChg>
        <pc:picChg chg="mod">
          <ac:chgData name="ARJAV JAIN" userId="0c0bf2fd-5996-4b26-8ea0-493cd03236ea" providerId="ADAL" clId="{FB81332B-BD02-4858-B820-7C3C0EE5CC97}" dt="2022-08-26T20:43:45.409" v="5073" actId="1076"/>
          <ac:picMkLst>
            <pc:docMk/>
            <pc:sldMk cId="1330001044" sldId="824"/>
            <ac:picMk id="13" creationId="{886FCC1F-813B-83F8-9BB2-AACE1ACB24A1}"/>
          </ac:picMkLst>
        </pc:picChg>
        <pc:picChg chg="mod">
          <ac:chgData name="ARJAV JAIN" userId="0c0bf2fd-5996-4b26-8ea0-493cd03236ea" providerId="ADAL" clId="{FB81332B-BD02-4858-B820-7C3C0EE5CC97}" dt="2022-08-26T20:44:37.449" v="5111" actId="1076"/>
          <ac:picMkLst>
            <pc:docMk/>
            <pc:sldMk cId="1330001044" sldId="824"/>
            <ac:picMk id="19" creationId="{2B999264-4146-94A4-03A1-F68E4888DEBE}"/>
          </ac:picMkLst>
        </pc:picChg>
        <pc:picChg chg="del">
          <ac:chgData name="ARJAV JAIN" userId="0c0bf2fd-5996-4b26-8ea0-493cd03236ea" providerId="ADAL" clId="{FB81332B-BD02-4858-B820-7C3C0EE5CC97}" dt="2022-08-26T19:36:44.115" v="4902" actId="478"/>
          <ac:picMkLst>
            <pc:docMk/>
            <pc:sldMk cId="1330001044" sldId="824"/>
            <ac:picMk id="20" creationId="{ED76F218-8E7D-03CF-D362-3CBC97633DA8}"/>
          </ac:picMkLst>
        </pc:picChg>
        <pc:picChg chg="add del mod">
          <ac:chgData name="ARJAV JAIN" userId="0c0bf2fd-5996-4b26-8ea0-493cd03236ea" providerId="ADAL" clId="{FB81332B-BD02-4858-B820-7C3C0EE5CC97}" dt="2022-08-26T20:03:27.542" v="4967" actId="478"/>
          <ac:picMkLst>
            <pc:docMk/>
            <pc:sldMk cId="1330001044" sldId="824"/>
            <ac:picMk id="21" creationId="{77149272-C332-B320-B7EB-11BDCC761D95}"/>
          </ac:picMkLst>
        </pc:picChg>
        <pc:picChg chg="add mod">
          <ac:chgData name="ARJAV JAIN" userId="0c0bf2fd-5996-4b26-8ea0-493cd03236ea" providerId="ADAL" clId="{FB81332B-BD02-4858-B820-7C3C0EE5CC97}" dt="2022-08-26T20:16:42.645" v="4975"/>
          <ac:picMkLst>
            <pc:docMk/>
            <pc:sldMk cId="1330001044" sldId="824"/>
            <ac:picMk id="22" creationId="{6E67C7FE-19BF-9B05-FF2E-30B009F35446}"/>
          </ac:picMkLst>
        </pc:picChg>
        <pc:picChg chg="add mod">
          <ac:chgData name="ARJAV JAIN" userId="0c0bf2fd-5996-4b26-8ea0-493cd03236ea" providerId="ADAL" clId="{FB81332B-BD02-4858-B820-7C3C0EE5CC97}" dt="2022-08-26T20:23:19.245" v="4977" actId="1076"/>
          <ac:picMkLst>
            <pc:docMk/>
            <pc:sldMk cId="1330001044" sldId="824"/>
            <ac:picMk id="24" creationId="{7C8612D7-2A19-34BE-5544-4DE7C5B42039}"/>
          </ac:picMkLst>
        </pc:picChg>
        <pc:picChg chg="add mod">
          <ac:chgData name="ARJAV JAIN" userId="0c0bf2fd-5996-4b26-8ea0-493cd03236ea" providerId="ADAL" clId="{FB81332B-BD02-4858-B820-7C3C0EE5CC97}" dt="2022-08-26T20:35:05.237" v="5035" actId="931"/>
          <ac:picMkLst>
            <pc:docMk/>
            <pc:sldMk cId="1330001044" sldId="824"/>
            <ac:picMk id="31" creationId="{EBE00BAC-7477-294D-662D-EE512E0A2990}"/>
          </ac:picMkLst>
        </pc:picChg>
        <pc:picChg chg="mod">
          <ac:chgData name="ARJAV JAIN" userId="0c0bf2fd-5996-4b26-8ea0-493cd03236ea" providerId="ADAL" clId="{FB81332B-BD02-4858-B820-7C3C0EE5CC97}" dt="2022-08-26T20:58:50.294" v="5204" actId="1076"/>
          <ac:picMkLst>
            <pc:docMk/>
            <pc:sldMk cId="1330001044" sldId="824"/>
            <ac:picMk id="33" creationId="{3A352EFA-72FE-BBF9-9B7F-1B1D81F4827C}"/>
          </ac:picMkLst>
        </pc:picChg>
        <pc:picChg chg="del">
          <ac:chgData name="ARJAV JAIN" userId="0c0bf2fd-5996-4b26-8ea0-493cd03236ea" providerId="ADAL" clId="{FB81332B-BD02-4858-B820-7C3C0EE5CC97}" dt="2022-08-26T19:36:46.918" v="4903" actId="478"/>
          <ac:picMkLst>
            <pc:docMk/>
            <pc:sldMk cId="1330001044" sldId="824"/>
            <ac:picMk id="42" creationId="{1636A550-FA6C-72D3-7C8D-72C6393CEB0C}"/>
          </ac:picMkLst>
        </pc:picChg>
        <pc:picChg chg="mod">
          <ac:chgData name="ARJAV JAIN" userId="0c0bf2fd-5996-4b26-8ea0-493cd03236ea" providerId="ADAL" clId="{FB81332B-BD02-4858-B820-7C3C0EE5CC97}" dt="2022-08-26T20:44:12.664" v="5105" actId="1076"/>
          <ac:picMkLst>
            <pc:docMk/>
            <pc:sldMk cId="1330001044" sldId="824"/>
            <ac:picMk id="1026" creationId="{29164043-3ECD-3607-A50C-F32EBEFCAB47}"/>
          </ac:picMkLst>
        </pc:picChg>
        <pc:picChg chg="mod">
          <ac:chgData name="ARJAV JAIN" userId="0c0bf2fd-5996-4b26-8ea0-493cd03236ea" providerId="ADAL" clId="{FB81332B-BD02-4858-B820-7C3C0EE5CC97}" dt="2022-08-26T20:44:09.151" v="5104" actId="1076"/>
          <ac:picMkLst>
            <pc:docMk/>
            <pc:sldMk cId="1330001044" sldId="824"/>
            <ac:picMk id="2050" creationId="{ADA3D26F-6917-74C2-FEEA-58CBB201C3B0}"/>
          </ac:picMkLst>
        </pc:picChg>
      </pc:sldChg>
      <pc:sldChg chg="addSp delSp modSp del mod">
        <pc:chgData name="ARJAV JAIN" userId="0c0bf2fd-5996-4b26-8ea0-493cd03236ea" providerId="ADAL" clId="{FB81332B-BD02-4858-B820-7C3C0EE5CC97}" dt="2022-08-26T23:08:15.153" v="7911" actId="47"/>
        <pc:sldMkLst>
          <pc:docMk/>
          <pc:sldMk cId="1154762556" sldId="825"/>
        </pc:sldMkLst>
        <pc:spChg chg="mod">
          <ac:chgData name="ARJAV JAIN" userId="0c0bf2fd-5996-4b26-8ea0-493cd03236ea" providerId="ADAL" clId="{FB81332B-BD02-4858-B820-7C3C0EE5CC97}" dt="2022-08-26T20:51:46.067" v="5158" actId="20577"/>
          <ac:spMkLst>
            <pc:docMk/>
            <pc:sldMk cId="1154762556" sldId="825"/>
            <ac:spMk id="3" creationId="{71006755-B991-AE5C-25A4-DC7F5DD65EA7}"/>
          </ac:spMkLst>
        </pc:spChg>
        <pc:spChg chg="add mod ord">
          <ac:chgData name="ARJAV JAIN" userId="0c0bf2fd-5996-4b26-8ea0-493cd03236ea" providerId="ADAL" clId="{FB81332B-BD02-4858-B820-7C3C0EE5CC97}" dt="2022-08-26T22:13:19.676" v="6296" actId="14100"/>
          <ac:spMkLst>
            <pc:docMk/>
            <pc:sldMk cId="1154762556" sldId="825"/>
            <ac:spMk id="4" creationId="{9FAB3BA9-1A50-E115-8264-BE380F0042C0}"/>
          </ac:spMkLst>
        </pc:spChg>
        <pc:spChg chg="del">
          <ac:chgData name="ARJAV JAIN" userId="0c0bf2fd-5996-4b26-8ea0-493cd03236ea" providerId="ADAL" clId="{FB81332B-BD02-4858-B820-7C3C0EE5CC97}" dt="2022-08-26T21:12:17.962" v="5468" actId="478"/>
          <ac:spMkLst>
            <pc:docMk/>
            <pc:sldMk cId="1154762556" sldId="825"/>
            <ac:spMk id="8" creationId="{5C51D102-61BE-FAB5-ECA1-74677A869104}"/>
          </ac:spMkLst>
        </pc:spChg>
      </pc:sldChg>
      <pc:sldChg chg="del">
        <pc:chgData name="ARJAV JAIN" userId="0c0bf2fd-5996-4b26-8ea0-493cd03236ea" providerId="ADAL" clId="{FB81332B-BD02-4858-B820-7C3C0EE5CC97}" dt="2022-08-26T22:39:04.213" v="7323" actId="47"/>
        <pc:sldMkLst>
          <pc:docMk/>
          <pc:sldMk cId="2283317107" sldId="826"/>
        </pc:sldMkLst>
      </pc:sldChg>
      <pc:sldChg chg="addSp delSp modSp add del mod">
        <pc:chgData name="ARJAV JAIN" userId="0c0bf2fd-5996-4b26-8ea0-493cd03236ea" providerId="ADAL" clId="{FB81332B-BD02-4858-B820-7C3C0EE5CC97}" dt="2022-08-26T22:12:58.816" v="6293" actId="47"/>
        <pc:sldMkLst>
          <pc:docMk/>
          <pc:sldMk cId="35266501" sldId="827"/>
        </pc:sldMkLst>
        <pc:spChg chg="add del mod">
          <ac:chgData name="ARJAV JAIN" userId="0c0bf2fd-5996-4b26-8ea0-493cd03236ea" providerId="ADAL" clId="{FB81332B-BD02-4858-B820-7C3C0EE5CC97}" dt="2022-08-26T21:58:32.226" v="6113" actId="1036"/>
          <ac:spMkLst>
            <pc:docMk/>
            <pc:sldMk cId="35266501" sldId="827"/>
            <ac:spMk id="2" creationId="{C56EF2FB-0631-8846-B1CB-66C172B30D5E}"/>
          </ac:spMkLst>
        </pc:spChg>
        <pc:spChg chg="add del mod">
          <ac:chgData name="ARJAV JAIN" userId="0c0bf2fd-5996-4b26-8ea0-493cd03236ea" providerId="ADAL" clId="{FB81332B-BD02-4858-B820-7C3C0EE5CC97}" dt="2022-08-26T21:58:32.226" v="6113" actId="1036"/>
          <ac:spMkLst>
            <pc:docMk/>
            <pc:sldMk cId="35266501" sldId="827"/>
            <ac:spMk id="4" creationId="{F248D814-A468-73C1-E7A1-F1EDB3A18DEE}"/>
          </ac:spMkLst>
        </pc:spChg>
        <pc:spChg chg="add del mod">
          <ac:chgData name="ARJAV JAIN" userId="0c0bf2fd-5996-4b26-8ea0-493cd03236ea" providerId="ADAL" clId="{FB81332B-BD02-4858-B820-7C3C0EE5CC97}" dt="2022-08-26T22:00:17.525" v="6126" actId="1076"/>
          <ac:spMkLst>
            <pc:docMk/>
            <pc:sldMk cId="35266501" sldId="827"/>
            <ac:spMk id="5" creationId="{C456FCD6-B6FF-6E35-21F0-0DA9C5EF8646}"/>
          </ac:spMkLst>
        </pc:spChg>
        <pc:spChg chg="add mod">
          <ac:chgData name="ARJAV JAIN" userId="0c0bf2fd-5996-4b26-8ea0-493cd03236ea" providerId="ADAL" clId="{FB81332B-BD02-4858-B820-7C3C0EE5CC97}" dt="2022-08-26T21:56:24.511" v="6027" actId="1035"/>
          <ac:spMkLst>
            <pc:docMk/>
            <pc:sldMk cId="35266501" sldId="827"/>
            <ac:spMk id="6" creationId="{4807D3D5-2DFB-A4B4-1F32-353E93BF69D1}"/>
          </ac:spMkLst>
        </pc:spChg>
        <pc:spChg chg="add mod">
          <ac:chgData name="ARJAV JAIN" userId="0c0bf2fd-5996-4b26-8ea0-493cd03236ea" providerId="ADAL" clId="{FB81332B-BD02-4858-B820-7C3C0EE5CC97}" dt="2022-08-26T21:56:24.511" v="6027" actId="1035"/>
          <ac:spMkLst>
            <pc:docMk/>
            <pc:sldMk cId="35266501" sldId="827"/>
            <ac:spMk id="7" creationId="{1D1DDFA0-9E47-B878-A02A-37E8E763DF25}"/>
          </ac:spMkLst>
        </pc:spChg>
        <pc:spChg chg="mod">
          <ac:chgData name="ARJAV JAIN" userId="0c0bf2fd-5996-4b26-8ea0-493cd03236ea" providerId="ADAL" clId="{FB81332B-BD02-4858-B820-7C3C0EE5CC97}" dt="2022-08-26T21:13:31.017" v="5470" actId="1076"/>
          <ac:spMkLst>
            <pc:docMk/>
            <pc:sldMk cId="35266501" sldId="827"/>
            <ac:spMk id="8" creationId="{5C51D102-61BE-FAB5-ECA1-74677A869104}"/>
          </ac:spMkLst>
        </pc:spChg>
        <pc:spChg chg="add del mod">
          <ac:chgData name="ARJAV JAIN" userId="0c0bf2fd-5996-4b26-8ea0-493cd03236ea" providerId="ADAL" clId="{FB81332B-BD02-4858-B820-7C3C0EE5CC97}" dt="2022-08-26T21:55:43.804" v="6007" actId="478"/>
          <ac:spMkLst>
            <pc:docMk/>
            <pc:sldMk cId="35266501" sldId="827"/>
            <ac:spMk id="9" creationId="{9741C3CE-82F3-B904-0AF0-389E59052550}"/>
          </ac:spMkLst>
        </pc:spChg>
        <pc:spChg chg="add mod">
          <ac:chgData name="ARJAV JAIN" userId="0c0bf2fd-5996-4b26-8ea0-493cd03236ea" providerId="ADAL" clId="{FB81332B-BD02-4858-B820-7C3C0EE5CC97}" dt="2022-08-26T21:56:24.511" v="6027" actId="1035"/>
          <ac:spMkLst>
            <pc:docMk/>
            <pc:sldMk cId="35266501" sldId="827"/>
            <ac:spMk id="10" creationId="{7C4C4F9F-D975-EF68-0B57-92508D5416B1}"/>
          </ac:spMkLst>
        </pc:spChg>
        <pc:spChg chg="add del mod">
          <ac:chgData name="ARJAV JAIN" userId="0c0bf2fd-5996-4b26-8ea0-493cd03236ea" providerId="ADAL" clId="{FB81332B-BD02-4858-B820-7C3C0EE5CC97}" dt="2022-08-26T21:46:38.518" v="5803" actId="478"/>
          <ac:spMkLst>
            <pc:docMk/>
            <pc:sldMk cId="35266501" sldId="827"/>
            <ac:spMk id="13" creationId="{0C49D68F-0397-3DD7-74C1-15F1EC10D3F4}"/>
          </ac:spMkLst>
        </pc:spChg>
        <pc:spChg chg="add mod">
          <ac:chgData name="ARJAV JAIN" userId="0c0bf2fd-5996-4b26-8ea0-493cd03236ea" providerId="ADAL" clId="{FB81332B-BD02-4858-B820-7C3C0EE5CC97}" dt="2022-08-26T21:56:24.511" v="6027" actId="1035"/>
          <ac:spMkLst>
            <pc:docMk/>
            <pc:sldMk cId="35266501" sldId="827"/>
            <ac:spMk id="18" creationId="{10387872-6EB8-E36A-4B0F-5BDD3006F12B}"/>
          </ac:spMkLst>
        </pc:spChg>
        <pc:spChg chg="add mod">
          <ac:chgData name="ARJAV JAIN" userId="0c0bf2fd-5996-4b26-8ea0-493cd03236ea" providerId="ADAL" clId="{FB81332B-BD02-4858-B820-7C3C0EE5CC97}" dt="2022-08-26T21:56:24.511" v="6027" actId="1035"/>
          <ac:spMkLst>
            <pc:docMk/>
            <pc:sldMk cId="35266501" sldId="827"/>
            <ac:spMk id="19" creationId="{9BAE8173-46B0-F62C-B679-DA3CF88A696A}"/>
          </ac:spMkLst>
        </pc:spChg>
        <pc:spChg chg="add mod">
          <ac:chgData name="ARJAV JAIN" userId="0c0bf2fd-5996-4b26-8ea0-493cd03236ea" providerId="ADAL" clId="{FB81332B-BD02-4858-B820-7C3C0EE5CC97}" dt="2022-08-26T22:00:14.652" v="6125" actId="1076"/>
          <ac:spMkLst>
            <pc:docMk/>
            <pc:sldMk cId="35266501" sldId="827"/>
            <ac:spMk id="20" creationId="{FBABCB26-D35A-3ABA-9784-22806884CA34}"/>
          </ac:spMkLst>
        </pc:spChg>
        <pc:spChg chg="add mod">
          <ac:chgData name="ARJAV JAIN" userId="0c0bf2fd-5996-4b26-8ea0-493cd03236ea" providerId="ADAL" clId="{FB81332B-BD02-4858-B820-7C3C0EE5CC97}" dt="2022-08-26T21:57:34.788" v="6051" actId="1076"/>
          <ac:spMkLst>
            <pc:docMk/>
            <pc:sldMk cId="35266501" sldId="827"/>
            <ac:spMk id="21" creationId="{EBF81ED8-887B-A0B6-E52F-7CCEE0C2CA26}"/>
          </ac:spMkLst>
        </pc:spChg>
        <pc:spChg chg="add del mod">
          <ac:chgData name="ARJAV JAIN" userId="0c0bf2fd-5996-4b26-8ea0-493cd03236ea" providerId="ADAL" clId="{FB81332B-BD02-4858-B820-7C3C0EE5CC97}" dt="2022-08-26T22:05:55.776" v="6142" actId="478"/>
          <ac:spMkLst>
            <pc:docMk/>
            <pc:sldMk cId="35266501" sldId="827"/>
            <ac:spMk id="23" creationId="{A43D38D5-72F7-248C-D4E1-125CBD0049C4}"/>
          </ac:spMkLst>
        </pc:spChg>
        <pc:spChg chg="add del mod">
          <ac:chgData name="ARJAV JAIN" userId="0c0bf2fd-5996-4b26-8ea0-493cd03236ea" providerId="ADAL" clId="{FB81332B-BD02-4858-B820-7C3C0EE5CC97}" dt="2022-08-26T22:05:54.174" v="6140" actId="478"/>
          <ac:spMkLst>
            <pc:docMk/>
            <pc:sldMk cId="35266501" sldId="827"/>
            <ac:spMk id="24" creationId="{31C011D2-AB7A-D9C4-EC8F-DAEFFC2E5B4B}"/>
          </ac:spMkLst>
        </pc:spChg>
        <pc:spChg chg="add del mod">
          <ac:chgData name="ARJAV JAIN" userId="0c0bf2fd-5996-4b26-8ea0-493cd03236ea" providerId="ADAL" clId="{FB81332B-BD02-4858-B820-7C3C0EE5CC97}" dt="2022-08-26T22:05:54.714" v="6141" actId="478"/>
          <ac:spMkLst>
            <pc:docMk/>
            <pc:sldMk cId="35266501" sldId="827"/>
            <ac:spMk id="25" creationId="{7F598A5B-8FBF-DA99-417A-B66AD93C7BF6}"/>
          </ac:spMkLst>
        </pc:spChg>
        <pc:picChg chg="del">
          <ac:chgData name="ARJAV JAIN" userId="0c0bf2fd-5996-4b26-8ea0-493cd03236ea" providerId="ADAL" clId="{FB81332B-BD02-4858-B820-7C3C0EE5CC97}" dt="2022-08-26T21:12:33.986" v="5469" actId="478"/>
          <ac:picMkLst>
            <pc:docMk/>
            <pc:sldMk cId="35266501" sldId="827"/>
            <ac:picMk id="33" creationId="{B31C970A-BDD9-8403-6E69-619DE4A1D975}"/>
          </ac:picMkLst>
        </pc:picChg>
        <pc:picChg chg="del">
          <ac:chgData name="ARJAV JAIN" userId="0c0bf2fd-5996-4b26-8ea0-493cd03236ea" providerId="ADAL" clId="{FB81332B-BD02-4858-B820-7C3C0EE5CC97}" dt="2022-08-26T21:12:33.986" v="5469" actId="478"/>
          <ac:picMkLst>
            <pc:docMk/>
            <pc:sldMk cId="35266501" sldId="827"/>
            <ac:picMk id="48" creationId="{7E5BFA3E-EE46-AA7B-DC95-DB4AE2CE01F9}"/>
          </ac:picMkLst>
        </pc:picChg>
        <pc:cxnChg chg="add del mod">
          <ac:chgData name="ARJAV JAIN" userId="0c0bf2fd-5996-4b26-8ea0-493cd03236ea" providerId="ADAL" clId="{FB81332B-BD02-4858-B820-7C3C0EE5CC97}" dt="2022-08-26T22:05:51.012" v="6137" actId="478"/>
          <ac:cxnSpMkLst>
            <pc:docMk/>
            <pc:sldMk cId="35266501" sldId="827"/>
            <ac:cxnSpMk id="27" creationId="{E4E53613-A9B4-BBB3-7D77-E6D97154DC47}"/>
          </ac:cxnSpMkLst>
        </pc:cxnChg>
        <pc:cxnChg chg="add del mod">
          <ac:chgData name="ARJAV JAIN" userId="0c0bf2fd-5996-4b26-8ea0-493cd03236ea" providerId="ADAL" clId="{FB81332B-BD02-4858-B820-7C3C0EE5CC97}" dt="2022-08-26T22:05:51.884" v="6138" actId="478"/>
          <ac:cxnSpMkLst>
            <pc:docMk/>
            <pc:sldMk cId="35266501" sldId="827"/>
            <ac:cxnSpMk id="28" creationId="{957D59F1-A441-BC3F-D6D3-D7A057D636A7}"/>
          </ac:cxnSpMkLst>
        </pc:cxnChg>
        <pc:cxnChg chg="add del mod">
          <ac:chgData name="ARJAV JAIN" userId="0c0bf2fd-5996-4b26-8ea0-493cd03236ea" providerId="ADAL" clId="{FB81332B-BD02-4858-B820-7C3C0EE5CC97}" dt="2022-08-26T22:05:52.709" v="6139" actId="478"/>
          <ac:cxnSpMkLst>
            <pc:docMk/>
            <pc:sldMk cId="35266501" sldId="827"/>
            <ac:cxnSpMk id="31" creationId="{2430C65F-9D69-A1BB-F3D7-14DC4FFD113D}"/>
          </ac:cxnSpMkLst>
        </pc:cxnChg>
      </pc:sldChg>
      <pc:sldChg chg="addSp delSp modSp add del mod">
        <pc:chgData name="ARJAV JAIN" userId="0c0bf2fd-5996-4b26-8ea0-493cd03236ea" providerId="ADAL" clId="{FB81332B-BD02-4858-B820-7C3C0EE5CC97}" dt="2022-08-26T20:38:42.906" v="5054" actId="47"/>
        <pc:sldMkLst>
          <pc:docMk/>
          <pc:sldMk cId="1013612039" sldId="827"/>
        </pc:sldMkLst>
        <pc:spChg chg="add del mod">
          <ac:chgData name="ARJAV JAIN" userId="0c0bf2fd-5996-4b26-8ea0-493cd03236ea" providerId="ADAL" clId="{FB81332B-BD02-4858-B820-7C3C0EE5CC97}" dt="2022-08-26T20:38:21.600" v="5051"/>
          <ac:spMkLst>
            <pc:docMk/>
            <pc:sldMk cId="1013612039" sldId="827"/>
            <ac:spMk id="2" creationId="{FC2F7CB1-B383-31EB-ED7C-90F8D8ED5B7C}"/>
          </ac:spMkLst>
        </pc:spChg>
        <pc:spChg chg="del">
          <ac:chgData name="ARJAV JAIN" userId="0c0bf2fd-5996-4b26-8ea0-493cd03236ea" providerId="ADAL" clId="{FB81332B-BD02-4858-B820-7C3C0EE5CC97}" dt="2022-08-26T20:36:32.833" v="5041" actId="478"/>
          <ac:spMkLst>
            <pc:docMk/>
            <pc:sldMk cId="1013612039" sldId="827"/>
            <ac:spMk id="25" creationId="{5CA19B02-6387-F57A-73F5-532D33E0E95F}"/>
          </ac:spMkLst>
        </pc:spChg>
        <pc:graphicFrameChg chg="del mod">
          <ac:chgData name="ARJAV JAIN" userId="0c0bf2fd-5996-4b26-8ea0-493cd03236ea" providerId="ADAL" clId="{FB81332B-BD02-4858-B820-7C3C0EE5CC97}" dt="2022-08-26T20:38:40.527" v="5052" actId="478"/>
          <ac:graphicFrameMkLst>
            <pc:docMk/>
            <pc:sldMk cId="1013612039" sldId="827"/>
            <ac:graphicFrameMk id="32" creationId="{F9A35A11-88A9-AF1C-DC83-AE9B975A2DFE}"/>
          </ac:graphicFrameMkLst>
        </pc:graphicFrameChg>
        <pc:picChg chg="del">
          <ac:chgData name="ARJAV JAIN" userId="0c0bf2fd-5996-4b26-8ea0-493cd03236ea" providerId="ADAL" clId="{FB81332B-BD02-4858-B820-7C3C0EE5CC97}" dt="2022-08-26T20:36:30.562" v="5040" actId="478"/>
          <ac:picMkLst>
            <pc:docMk/>
            <pc:sldMk cId="1013612039" sldId="827"/>
            <ac:picMk id="24" creationId="{7C8612D7-2A19-34BE-5544-4DE7C5B42039}"/>
          </ac:picMkLst>
        </pc:picChg>
        <pc:picChg chg="del mod">
          <ac:chgData name="ARJAV JAIN" userId="0c0bf2fd-5996-4b26-8ea0-493cd03236ea" providerId="ADAL" clId="{FB81332B-BD02-4858-B820-7C3C0EE5CC97}" dt="2022-08-26T20:38:41.644" v="5053" actId="478"/>
          <ac:picMkLst>
            <pc:docMk/>
            <pc:sldMk cId="1013612039" sldId="827"/>
            <ac:picMk id="2050" creationId="{ADA3D26F-6917-74C2-FEEA-58CBB201C3B0}"/>
          </ac:picMkLst>
        </pc:picChg>
      </pc:sldChg>
      <pc:sldChg chg="addSp delSp modSp add mod">
        <pc:chgData name="ARJAV JAIN" userId="0c0bf2fd-5996-4b26-8ea0-493cd03236ea" providerId="ADAL" clId="{FB81332B-BD02-4858-B820-7C3C0EE5CC97}" dt="2022-08-26T23:14:54.336" v="8061" actId="207"/>
        <pc:sldMkLst>
          <pc:docMk/>
          <pc:sldMk cId="3628587557" sldId="828"/>
        </pc:sldMkLst>
        <pc:spChg chg="mod">
          <ac:chgData name="ARJAV JAIN" userId="0c0bf2fd-5996-4b26-8ea0-493cd03236ea" providerId="ADAL" clId="{FB81332B-BD02-4858-B820-7C3C0EE5CC97}" dt="2022-08-26T23:10:33.106" v="8003" actId="1036"/>
          <ac:spMkLst>
            <pc:docMk/>
            <pc:sldMk cId="3628587557" sldId="828"/>
            <ac:spMk id="2" creationId="{C56EF2FB-0631-8846-B1CB-66C172B30D5E}"/>
          </ac:spMkLst>
        </pc:spChg>
        <pc:spChg chg="del">
          <ac:chgData name="ARJAV JAIN" userId="0c0bf2fd-5996-4b26-8ea0-493cd03236ea" providerId="ADAL" clId="{FB81332B-BD02-4858-B820-7C3C0EE5CC97}" dt="2022-08-26T22:09:24.298" v="6145" actId="478"/>
          <ac:spMkLst>
            <pc:docMk/>
            <pc:sldMk cId="3628587557" sldId="828"/>
            <ac:spMk id="4" creationId="{F248D814-A468-73C1-E7A1-F1EDB3A18DEE}"/>
          </ac:spMkLst>
        </pc:spChg>
        <pc:spChg chg="del">
          <ac:chgData name="ARJAV JAIN" userId="0c0bf2fd-5996-4b26-8ea0-493cd03236ea" providerId="ADAL" clId="{FB81332B-BD02-4858-B820-7C3C0EE5CC97}" dt="2022-08-26T22:09:25.656" v="6146" actId="478"/>
          <ac:spMkLst>
            <pc:docMk/>
            <pc:sldMk cId="3628587557" sldId="828"/>
            <ac:spMk id="5" creationId="{C456FCD6-B6FF-6E35-21F0-0DA9C5EF8646}"/>
          </ac:spMkLst>
        </pc:spChg>
        <pc:spChg chg="mod">
          <ac:chgData name="ARJAV JAIN" userId="0c0bf2fd-5996-4b26-8ea0-493cd03236ea" providerId="ADAL" clId="{FB81332B-BD02-4858-B820-7C3C0EE5CC97}" dt="2022-08-26T23:10:33.106" v="8003" actId="1036"/>
          <ac:spMkLst>
            <pc:docMk/>
            <pc:sldMk cId="3628587557" sldId="828"/>
            <ac:spMk id="6" creationId="{4807D3D5-2DFB-A4B4-1F32-353E93BF69D1}"/>
          </ac:spMkLst>
        </pc:spChg>
        <pc:spChg chg="del">
          <ac:chgData name="ARJAV JAIN" userId="0c0bf2fd-5996-4b26-8ea0-493cd03236ea" providerId="ADAL" clId="{FB81332B-BD02-4858-B820-7C3C0EE5CC97}" dt="2022-08-26T22:09:23.499" v="6144" actId="478"/>
          <ac:spMkLst>
            <pc:docMk/>
            <pc:sldMk cId="3628587557" sldId="828"/>
            <ac:spMk id="7" creationId="{1D1DDFA0-9E47-B878-A02A-37E8E763DF25}"/>
          </ac:spMkLst>
        </pc:spChg>
        <pc:spChg chg="mod">
          <ac:chgData name="ARJAV JAIN" userId="0c0bf2fd-5996-4b26-8ea0-493cd03236ea" providerId="ADAL" clId="{FB81332B-BD02-4858-B820-7C3C0EE5CC97}" dt="2022-08-26T22:12:15.331" v="6248" actId="14100"/>
          <ac:spMkLst>
            <pc:docMk/>
            <pc:sldMk cId="3628587557" sldId="828"/>
            <ac:spMk id="8" creationId="{5C51D102-61BE-FAB5-ECA1-74677A869104}"/>
          </ac:spMkLst>
        </pc:spChg>
        <pc:spChg chg="add mod">
          <ac:chgData name="ARJAV JAIN" userId="0c0bf2fd-5996-4b26-8ea0-493cd03236ea" providerId="ADAL" clId="{FB81332B-BD02-4858-B820-7C3C0EE5CC97}" dt="2022-08-26T23:10:53.718" v="8008" actId="14100"/>
          <ac:spMkLst>
            <pc:docMk/>
            <pc:sldMk cId="3628587557" sldId="828"/>
            <ac:spMk id="9" creationId="{2B415F5B-1FF3-1DF5-5CBE-C2E3B96758D3}"/>
          </ac:spMkLst>
        </pc:spChg>
        <pc:spChg chg="del mod">
          <ac:chgData name="ARJAV JAIN" userId="0c0bf2fd-5996-4b26-8ea0-493cd03236ea" providerId="ADAL" clId="{FB81332B-BD02-4858-B820-7C3C0EE5CC97}" dt="2022-08-26T23:12:42.433" v="8032" actId="478"/>
          <ac:spMkLst>
            <pc:docMk/>
            <pc:sldMk cId="3628587557" sldId="828"/>
            <ac:spMk id="10" creationId="{78AB2A6D-4B19-019C-7137-84FDF6FBE764}"/>
          </ac:spMkLst>
        </pc:spChg>
        <pc:spChg chg="del">
          <ac:chgData name="ARJAV JAIN" userId="0c0bf2fd-5996-4b26-8ea0-493cd03236ea" providerId="ADAL" clId="{FB81332B-BD02-4858-B820-7C3C0EE5CC97}" dt="2022-08-26T22:09:23.499" v="6144" actId="478"/>
          <ac:spMkLst>
            <pc:docMk/>
            <pc:sldMk cId="3628587557" sldId="828"/>
            <ac:spMk id="10" creationId="{7C4C4F9F-D975-EF68-0B57-92508D5416B1}"/>
          </ac:spMkLst>
        </pc:spChg>
        <pc:spChg chg="add mod">
          <ac:chgData name="ARJAV JAIN" userId="0c0bf2fd-5996-4b26-8ea0-493cd03236ea" providerId="ADAL" clId="{FB81332B-BD02-4858-B820-7C3C0EE5CC97}" dt="2022-08-26T23:10:33.106" v="8003" actId="1036"/>
          <ac:spMkLst>
            <pc:docMk/>
            <pc:sldMk cId="3628587557" sldId="828"/>
            <ac:spMk id="11" creationId="{767FC613-775C-49DA-C9C5-2F0985DA6C85}"/>
          </ac:spMkLst>
        </pc:spChg>
        <pc:spChg chg="mod">
          <ac:chgData name="ARJAV JAIN" userId="0c0bf2fd-5996-4b26-8ea0-493cd03236ea" providerId="ADAL" clId="{FB81332B-BD02-4858-B820-7C3C0EE5CC97}" dt="2022-08-26T23:10:27.439" v="7993" actId="1036"/>
          <ac:spMkLst>
            <pc:docMk/>
            <pc:sldMk cId="3628587557" sldId="828"/>
            <ac:spMk id="12" creationId="{FDEF6C26-2D98-483D-7F3B-57B7AD2B4D67}"/>
          </ac:spMkLst>
        </pc:spChg>
        <pc:spChg chg="add mod">
          <ac:chgData name="ARJAV JAIN" userId="0c0bf2fd-5996-4b26-8ea0-493cd03236ea" providerId="ADAL" clId="{FB81332B-BD02-4858-B820-7C3C0EE5CC97}" dt="2022-08-26T23:10:33.106" v="8003" actId="1036"/>
          <ac:spMkLst>
            <pc:docMk/>
            <pc:sldMk cId="3628587557" sldId="828"/>
            <ac:spMk id="13" creationId="{CEBFA166-1234-0A74-4352-9B2DCC0E6D11}"/>
          </ac:spMkLst>
        </pc:spChg>
        <pc:spChg chg="mod">
          <ac:chgData name="ARJAV JAIN" userId="0c0bf2fd-5996-4b26-8ea0-493cd03236ea" providerId="ADAL" clId="{FB81332B-BD02-4858-B820-7C3C0EE5CC97}" dt="2022-08-26T22:12:05.888" v="6230" actId="1076"/>
          <ac:spMkLst>
            <pc:docMk/>
            <pc:sldMk cId="3628587557" sldId="828"/>
            <ac:spMk id="14" creationId="{D2521EE9-6F16-428E-9D06-BA4D59978FC1}"/>
          </ac:spMkLst>
        </pc:spChg>
        <pc:spChg chg="mod">
          <ac:chgData name="ARJAV JAIN" userId="0c0bf2fd-5996-4b26-8ea0-493cd03236ea" providerId="ADAL" clId="{FB81332B-BD02-4858-B820-7C3C0EE5CC97}" dt="2022-08-26T23:10:27.439" v="7993" actId="1036"/>
          <ac:spMkLst>
            <pc:docMk/>
            <pc:sldMk cId="3628587557" sldId="828"/>
            <ac:spMk id="17" creationId="{AE409D53-CB4E-C6E8-C51B-1CC89CC04CC5}"/>
          </ac:spMkLst>
        </pc:spChg>
        <pc:spChg chg="del">
          <ac:chgData name="ARJAV JAIN" userId="0c0bf2fd-5996-4b26-8ea0-493cd03236ea" providerId="ADAL" clId="{FB81332B-BD02-4858-B820-7C3C0EE5CC97}" dt="2022-08-26T22:09:23.499" v="6144" actId="478"/>
          <ac:spMkLst>
            <pc:docMk/>
            <pc:sldMk cId="3628587557" sldId="828"/>
            <ac:spMk id="18" creationId="{10387872-6EB8-E36A-4B0F-5BDD3006F12B}"/>
          </ac:spMkLst>
        </pc:spChg>
        <pc:spChg chg="mod">
          <ac:chgData name="ARJAV JAIN" userId="0c0bf2fd-5996-4b26-8ea0-493cd03236ea" providerId="ADAL" clId="{FB81332B-BD02-4858-B820-7C3C0EE5CC97}" dt="2022-08-26T23:10:33.106" v="8003" actId="1036"/>
          <ac:spMkLst>
            <pc:docMk/>
            <pc:sldMk cId="3628587557" sldId="828"/>
            <ac:spMk id="19" creationId="{9BAE8173-46B0-F62C-B679-DA3CF88A696A}"/>
          </ac:spMkLst>
        </pc:spChg>
        <pc:spChg chg="del">
          <ac:chgData name="ARJAV JAIN" userId="0c0bf2fd-5996-4b26-8ea0-493cd03236ea" providerId="ADAL" clId="{FB81332B-BD02-4858-B820-7C3C0EE5CC97}" dt="2022-08-26T22:09:25.656" v="6146" actId="478"/>
          <ac:spMkLst>
            <pc:docMk/>
            <pc:sldMk cId="3628587557" sldId="828"/>
            <ac:spMk id="20" creationId="{FBABCB26-D35A-3ABA-9784-22806884CA34}"/>
          </ac:spMkLst>
        </pc:spChg>
        <pc:spChg chg="del">
          <ac:chgData name="ARJAV JAIN" userId="0c0bf2fd-5996-4b26-8ea0-493cd03236ea" providerId="ADAL" clId="{FB81332B-BD02-4858-B820-7C3C0EE5CC97}" dt="2022-08-26T22:09:25.656" v="6146" actId="478"/>
          <ac:spMkLst>
            <pc:docMk/>
            <pc:sldMk cId="3628587557" sldId="828"/>
            <ac:spMk id="21" creationId="{EBF81ED8-887B-A0B6-E52F-7CCEE0C2CA26}"/>
          </ac:spMkLst>
        </pc:spChg>
        <pc:spChg chg="add mod">
          <ac:chgData name="ARJAV JAIN" userId="0c0bf2fd-5996-4b26-8ea0-493cd03236ea" providerId="ADAL" clId="{FB81332B-BD02-4858-B820-7C3C0EE5CC97}" dt="2022-08-26T23:10:37.654" v="8004" actId="1076"/>
          <ac:spMkLst>
            <pc:docMk/>
            <pc:sldMk cId="3628587557" sldId="828"/>
            <ac:spMk id="23" creationId="{D5963EE3-C5A8-8D05-8B4B-1CA335D8ADBF}"/>
          </ac:spMkLst>
        </pc:spChg>
        <pc:spChg chg="add mod">
          <ac:chgData name="ARJAV JAIN" userId="0c0bf2fd-5996-4b26-8ea0-493cd03236ea" providerId="ADAL" clId="{FB81332B-BD02-4858-B820-7C3C0EE5CC97}" dt="2022-08-26T23:11:01.263" v="8010" actId="14100"/>
          <ac:spMkLst>
            <pc:docMk/>
            <pc:sldMk cId="3628587557" sldId="828"/>
            <ac:spMk id="24" creationId="{48A6F41C-D4BB-369D-7EDD-E8C6864A730F}"/>
          </ac:spMkLst>
        </pc:spChg>
        <pc:spChg chg="add mod">
          <ac:chgData name="ARJAV JAIN" userId="0c0bf2fd-5996-4b26-8ea0-493cd03236ea" providerId="ADAL" clId="{FB81332B-BD02-4858-B820-7C3C0EE5CC97}" dt="2022-08-26T23:10:46.838" v="8006" actId="14100"/>
          <ac:spMkLst>
            <pc:docMk/>
            <pc:sldMk cId="3628587557" sldId="828"/>
            <ac:spMk id="25" creationId="{F63F3056-C45A-5CAF-1509-F036ECBCB398}"/>
          </ac:spMkLst>
        </pc:spChg>
        <pc:spChg chg="add mod">
          <ac:chgData name="ARJAV JAIN" userId="0c0bf2fd-5996-4b26-8ea0-493cd03236ea" providerId="ADAL" clId="{FB81332B-BD02-4858-B820-7C3C0EE5CC97}" dt="2022-08-26T23:06:43.416" v="7903" actId="1076"/>
          <ac:spMkLst>
            <pc:docMk/>
            <pc:sldMk cId="3628587557" sldId="828"/>
            <ac:spMk id="26" creationId="{F0545E63-559A-8637-2DE9-73F616CBCF07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37" creationId="{B9D3BEF2-B90B-5E12-55CC-95039B73069B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38" creationId="{82DD206A-E871-4040-9483-55D8F237C30B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39" creationId="{7A33F117-87C8-4703-9180-8DDF7F353058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0" creationId="{330BAEFE-2305-484B-2AA4-1DCD3837FECE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1" creationId="{1E91CB84-52F6-1CBF-6FC0-4523B631E3E7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2" creationId="{590295EC-D965-6E15-5F04-C42E438B7966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3" creationId="{FD4244FF-FBF6-034F-4C4B-366881610D4B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4" creationId="{DF03B19C-7A95-C099-0BFE-FD5949B53CBF}"/>
          </ac:spMkLst>
        </pc:spChg>
        <pc:spChg chg="add del mod">
          <ac:chgData name="ARJAV JAIN" userId="0c0bf2fd-5996-4b26-8ea0-493cd03236ea" providerId="ADAL" clId="{FB81332B-BD02-4858-B820-7C3C0EE5CC97}" dt="2022-08-26T23:03:38.162" v="7832"/>
          <ac:spMkLst>
            <pc:docMk/>
            <pc:sldMk cId="3628587557" sldId="828"/>
            <ac:spMk id="45" creationId="{B50A0C99-9FD0-1BF6-0093-326849C94D96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46" creationId="{11E5FC97-5DC9-0AE8-ABB1-3FC83AE5731B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47" creationId="{ED2672E8-30DA-C8C7-D222-C817DDADB524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48" creationId="{3C1AB51E-6E19-E1C4-BBB0-5350B463EA08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49" creationId="{E770BA75-7A17-E1CA-4345-A6DA3547D077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50" creationId="{BEB6C7E3-2AA5-7E04-B78B-06D89544CC77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51" creationId="{654609DC-C16D-2919-C4CC-57836DD1AEB6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52" creationId="{698596D9-BC71-4ABC-18F4-1C58C7C48882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53" creationId="{8E09E636-15A4-2759-109F-3830D4F5F3B2}"/>
          </ac:spMkLst>
        </pc:spChg>
        <pc:spChg chg="add del mod">
          <ac:chgData name="ARJAV JAIN" userId="0c0bf2fd-5996-4b26-8ea0-493cd03236ea" providerId="ADAL" clId="{FB81332B-BD02-4858-B820-7C3C0EE5CC97}" dt="2022-08-26T23:03:37.966" v="7831"/>
          <ac:spMkLst>
            <pc:docMk/>
            <pc:sldMk cId="3628587557" sldId="828"/>
            <ac:spMk id="54" creationId="{DD8C32A0-5295-8C73-AAFC-4C5A472EB651}"/>
          </ac:spMkLst>
        </pc:spChg>
        <pc:spChg chg="add mod">
          <ac:chgData name="ARJAV JAIN" userId="0c0bf2fd-5996-4b26-8ea0-493cd03236ea" providerId="ADAL" clId="{FB81332B-BD02-4858-B820-7C3C0EE5CC97}" dt="2022-08-26T23:14:54.336" v="8061" actId="207"/>
          <ac:spMkLst>
            <pc:docMk/>
            <pc:sldMk cId="3628587557" sldId="828"/>
            <ac:spMk id="55" creationId="{E8EB1893-0E9B-DC4B-AD02-CF9F45925634}"/>
          </ac:spMkLst>
        </pc:spChg>
        <pc:spChg chg="add mod">
          <ac:chgData name="ARJAV JAIN" userId="0c0bf2fd-5996-4b26-8ea0-493cd03236ea" providerId="ADAL" clId="{FB81332B-BD02-4858-B820-7C3C0EE5CC97}" dt="2022-08-26T23:14:54.336" v="8061" actId="207"/>
          <ac:spMkLst>
            <pc:docMk/>
            <pc:sldMk cId="3628587557" sldId="828"/>
            <ac:spMk id="56" creationId="{931A7EFE-8249-269F-7039-CA76EFF04965}"/>
          </ac:spMkLst>
        </pc:spChg>
        <pc:spChg chg="add mod">
          <ac:chgData name="ARJAV JAIN" userId="0c0bf2fd-5996-4b26-8ea0-493cd03236ea" providerId="ADAL" clId="{FB81332B-BD02-4858-B820-7C3C0EE5CC97}" dt="2022-08-26T23:14:54.336" v="8061" actId="207"/>
          <ac:spMkLst>
            <pc:docMk/>
            <pc:sldMk cId="3628587557" sldId="828"/>
            <ac:spMk id="57" creationId="{FA936667-089C-14A3-0ADF-0536AD879294}"/>
          </ac:spMkLst>
        </pc:spChg>
        <pc:spChg chg="add mod">
          <ac:chgData name="ARJAV JAIN" userId="0c0bf2fd-5996-4b26-8ea0-493cd03236ea" providerId="ADAL" clId="{FB81332B-BD02-4858-B820-7C3C0EE5CC97}" dt="2022-08-26T23:12:48.559" v="8034" actId="1076"/>
          <ac:spMkLst>
            <pc:docMk/>
            <pc:sldMk cId="3628587557" sldId="828"/>
            <ac:spMk id="58" creationId="{8628CF22-71DB-F662-B372-6A5AA3FA0A24}"/>
          </ac:spMkLst>
        </pc:spChg>
        <pc:spChg chg="add mod">
          <ac:chgData name="ARJAV JAIN" userId="0c0bf2fd-5996-4b26-8ea0-493cd03236ea" providerId="ADAL" clId="{FB81332B-BD02-4858-B820-7C3C0EE5CC97}" dt="2022-08-26T23:11:56.992" v="8016" actId="1076"/>
          <ac:spMkLst>
            <pc:docMk/>
            <pc:sldMk cId="3628587557" sldId="828"/>
            <ac:spMk id="59" creationId="{BA528473-1642-808D-07EE-EA33E8FA5A9D}"/>
          </ac:spMkLst>
        </pc:spChg>
        <pc:spChg chg="add mod">
          <ac:chgData name="ARJAV JAIN" userId="0c0bf2fd-5996-4b26-8ea0-493cd03236ea" providerId="ADAL" clId="{FB81332B-BD02-4858-B820-7C3C0EE5CC97}" dt="2022-08-26T23:12:36.822" v="8028" actId="1076"/>
          <ac:spMkLst>
            <pc:docMk/>
            <pc:sldMk cId="3628587557" sldId="828"/>
            <ac:spMk id="60" creationId="{A2AB9391-96A7-E0AF-62B3-C5E8E1AB5DB8}"/>
          </ac:spMkLst>
        </pc:spChg>
        <pc:spChg chg="add del mod">
          <ac:chgData name="ARJAV JAIN" userId="0c0bf2fd-5996-4b26-8ea0-493cd03236ea" providerId="ADAL" clId="{FB81332B-BD02-4858-B820-7C3C0EE5CC97}" dt="2022-08-26T23:12:41.706" v="8031" actId="478"/>
          <ac:spMkLst>
            <pc:docMk/>
            <pc:sldMk cId="3628587557" sldId="828"/>
            <ac:spMk id="61" creationId="{675FE82B-0A35-5014-699D-1489F0C477DF}"/>
          </ac:spMkLst>
        </pc:spChg>
        <pc:spChg chg="add del mod">
          <ac:chgData name="ARJAV JAIN" userId="0c0bf2fd-5996-4b26-8ea0-493cd03236ea" providerId="ADAL" clId="{FB81332B-BD02-4858-B820-7C3C0EE5CC97}" dt="2022-08-26T23:12:39.731" v="8030" actId="478"/>
          <ac:spMkLst>
            <pc:docMk/>
            <pc:sldMk cId="3628587557" sldId="828"/>
            <ac:spMk id="62" creationId="{BFAC40AE-2231-E97D-C451-EF12656394A8}"/>
          </ac:spMkLst>
        </pc:spChg>
        <pc:spChg chg="add del mod">
          <ac:chgData name="ARJAV JAIN" userId="0c0bf2fd-5996-4b26-8ea0-493cd03236ea" providerId="ADAL" clId="{FB81332B-BD02-4858-B820-7C3C0EE5CC97}" dt="2022-08-26T23:12:43.162" v="8033" actId="478"/>
          <ac:spMkLst>
            <pc:docMk/>
            <pc:sldMk cId="3628587557" sldId="828"/>
            <ac:spMk id="63" creationId="{160F4E6D-A55B-A054-3C0E-843462DE7D57}"/>
          </ac:spMkLst>
        </pc:spChg>
        <pc:spChg chg="add mod">
          <ac:chgData name="ARJAV JAIN" userId="0c0bf2fd-5996-4b26-8ea0-493cd03236ea" providerId="ADAL" clId="{FB81332B-BD02-4858-B820-7C3C0EE5CC97}" dt="2022-08-26T23:13:49.734" v="8051" actId="14100"/>
          <ac:spMkLst>
            <pc:docMk/>
            <pc:sldMk cId="3628587557" sldId="828"/>
            <ac:spMk id="73" creationId="{019AB670-FDA0-A670-2CB8-555A8B7FA741}"/>
          </ac:spMkLst>
        </pc:spChg>
        <pc:spChg chg="add mod">
          <ac:chgData name="ARJAV JAIN" userId="0c0bf2fd-5996-4b26-8ea0-493cd03236ea" providerId="ADAL" clId="{FB81332B-BD02-4858-B820-7C3C0EE5CC97}" dt="2022-08-26T23:13:56.733" v="8055" actId="1037"/>
          <ac:spMkLst>
            <pc:docMk/>
            <pc:sldMk cId="3628587557" sldId="828"/>
            <ac:spMk id="74" creationId="{45E64846-CC1E-AFC5-0C13-3C6BE039B011}"/>
          </ac:spMkLst>
        </pc:spChg>
        <pc:spChg chg="add mod">
          <ac:chgData name="ARJAV JAIN" userId="0c0bf2fd-5996-4b26-8ea0-493cd03236ea" providerId="ADAL" clId="{FB81332B-BD02-4858-B820-7C3C0EE5CC97}" dt="2022-08-26T23:14:04.622" v="8056" actId="1076"/>
          <ac:spMkLst>
            <pc:docMk/>
            <pc:sldMk cId="3628587557" sldId="828"/>
            <ac:spMk id="75" creationId="{6EE90E4E-3111-8E6C-CFDC-247D9B239022}"/>
          </ac:spMkLst>
        </pc:spChg>
        <pc:graphicFrameChg chg="mod modGraphic">
          <ac:chgData name="ARJAV JAIN" userId="0c0bf2fd-5996-4b26-8ea0-493cd03236ea" providerId="ADAL" clId="{FB81332B-BD02-4858-B820-7C3C0EE5CC97}" dt="2022-08-26T23:11:13.639" v="8011" actId="1076"/>
          <ac:graphicFrameMkLst>
            <pc:docMk/>
            <pc:sldMk cId="3628587557" sldId="828"/>
            <ac:graphicFrameMk id="5" creationId="{3500E187-403F-12A5-AD25-E88717C06541}"/>
          </ac:graphicFrameMkLst>
        </pc:graphicFrameChg>
        <pc:graphicFrameChg chg="mod modGraphic">
          <ac:chgData name="ARJAV JAIN" userId="0c0bf2fd-5996-4b26-8ea0-493cd03236ea" providerId="ADAL" clId="{FB81332B-BD02-4858-B820-7C3C0EE5CC97}" dt="2022-08-26T23:11:19.430" v="8012" actId="1076"/>
          <ac:graphicFrameMkLst>
            <pc:docMk/>
            <pc:sldMk cId="3628587557" sldId="828"/>
            <ac:graphicFrameMk id="7" creationId="{6DAE8B98-7F13-667D-1343-2E35009E3642}"/>
          </ac:graphicFrameMkLst>
        </pc:graphicFrameChg>
        <pc:picChg chg="mod">
          <ac:chgData name="ARJAV JAIN" userId="0c0bf2fd-5996-4b26-8ea0-493cd03236ea" providerId="ADAL" clId="{FB81332B-BD02-4858-B820-7C3C0EE5CC97}" dt="2022-08-26T23:10:27.439" v="7993" actId="1036"/>
          <ac:picMkLst>
            <pc:docMk/>
            <pc:sldMk cId="3628587557" sldId="828"/>
            <ac:picMk id="22" creationId="{6E67C7FE-19BF-9B05-FF2E-30B009F35446}"/>
          </ac:picMkLst>
        </pc:picChg>
        <pc:cxnChg chg="add mod">
          <ac:chgData name="ARJAV JAIN" userId="0c0bf2fd-5996-4b26-8ea0-493cd03236ea" providerId="ADAL" clId="{FB81332B-BD02-4858-B820-7C3C0EE5CC97}" dt="2022-08-26T23:10:33.106" v="8003" actId="1036"/>
          <ac:cxnSpMkLst>
            <pc:docMk/>
            <pc:sldMk cId="3628587557" sldId="828"/>
            <ac:cxnSpMk id="28" creationId="{FA52BB80-7482-A0AE-05DD-FF8B89A4E09D}"/>
          </ac:cxnSpMkLst>
        </pc:cxnChg>
        <pc:cxnChg chg="add mod">
          <ac:chgData name="ARJAV JAIN" userId="0c0bf2fd-5996-4b26-8ea0-493cd03236ea" providerId="ADAL" clId="{FB81332B-BD02-4858-B820-7C3C0EE5CC97}" dt="2022-08-26T23:10:53.718" v="8008" actId="14100"/>
          <ac:cxnSpMkLst>
            <pc:docMk/>
            <pc:sldMk cId="3628587557" sldId="828"/>
            <ac:cxnSpMk id="29" creationId="{2E5C2269-AF50-258C-CE57-BD74F10A7F9C}"/>
          </ac:cxnSpMkLst>
        </pc:cxnChg>
        <pc:cxnChg chg="add mod">
          <ac:chgData name="ARJAV JAIN" userId="0c0bf2fd-5996-4b26-8ea0-493cd03236ea" providerId="ADAL" clId="{FB81332B-BD02-4858-B820-7C3C0EE5CC97}" dt="2022-08-26T23:11:01.263" v="8010" actId="14100"/>
          <ac:cxnSpMkLst>
            <pc:docMk/>
            <pc:sldMk cId="3628587557" sldId="828"/>
            <ac:cxnSpMk id="32" creationId="{FAAC4261-0E71-0142-A958-1B09C31CA388}"/>
          </ac:cxnSpMkLst>
        </pc:cxnChg>
      </pc:sldChg>
      <pc:sldChg chg="addSp delSp modSp add mod delAnim modAnim">
        <pc:chgData name="ARJAV JAIN" userId="0c0bf2fd-5996-4b26-8ea0-493cd03236ea" providerId="ADAL" clId="{FB81332B-BD02-4858-B820-7C3C0EE5CC97}" dt="2022-08-27T04:02:24.286" v="8111" actId="1076"/>
        <pc:sldMkLst>
          <pc:docMk/>
          <pc:sldMk cId="2784367968" sldId="829"/>
        </pc:sldMkLst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2" creationId="{C56EF2FB-0631-8846-B1CB-66C172B30D5E}"/>
          </ac:spMkLst>
        </pc:spChg>
        <pc:spChg chg="add del mod">
          <ac:chgData name="ARJAV JAIN" userId="0c0bf2fd-5996-4b26-8ea0-493cd03236ea" providerId="ADAL" clId="{FB81332B-BD02-4858-B820-7C3C0EE5CC97}" dt="2022-08-26T22:14:16.536" v="6309" actId="20577"/>
          <ac:spMkLst>
            <pc:docMk/>
            <pc:sldMk cId="2784367968" sldId="829"/>
            <ac:spMk id="3" creationId="{71006755-B991-AE5C-25A4-DC7F5DD65EA7}"/>
          </ac:spMkLst>
        </pc:spChg>
        <pc:spChg chg="add del mod">
          <ac:chgData name="ARJAV JAIN" userId="0c0bf2fd-5996-4b26-8ea0-493cd03236ea" providerId="ADAL" clId="{FB81332B-BD02-4858-B820-7C3C0EE5CC97}" dt="2022-08-26T22:17:34.503" v="6320"/>
          <ac:spMkLst>
            <pc:docMk/>
            <pc:sldMk cId="2784367968" sldId="829"/>
            <ac:spMk id="4" creationId="{BC46047E-4596-9F41-E367-D082DF144B36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6" creationId="{4807D3D5-2DFB-A4B4-1F32-353E93BF69D1}"/>
          </ac:spMkLst>
        </pc:spChg>
        <pc:spChg chg="add mod">
          <ac:chgData name="ARJAV JAIN" userId="0c0bf2fd-5996-4b26-8ea0-493cd03236ea" providerId="ADAL" clId="{FB81332B-BD02-4858-B820-7C3C0EE5CC97}" dt="2022-08-26T22:18:56.340" v="6460" actId="1076"/>
          <ac:spMkLst>
            <pc:docMk/>
            <pc:sldMk cId="2784367968" sldId="829"/>
            <ac:spMk id="7" creationId="{9EC07383-4492-162D-00F3-5D8D010DC8EE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9" creationId="{2B415F5B-1FF3-1DF5-5CBE-C2E3B96758D3}"/>
          </ac:spMkLst>
        </pc:spChg>
        <pc:spChg chg="add mod">
          <ac:chgData name="ARJAV JAIN" userId="0c0bf2fd-5996-4b26-8ea0-493cd03236ea" providerId="ADAL" clId="{FB81332B-BD02-4858-B820-7C3C0EE5CC97}" dt="2022-08-26T22:20:36.552" v="6639" actId="207"/>
          <ac:spMkLst>
            <pc:docMk/>
            <pc:sldMk cId="2784367968" sldId="829"/>
            <ac:spMk id="10" creationId="{E029FCE8-FA53-5A46-31C1-0BD596E477DA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11" creationId="{767FC613-775C-49DA-C9C5-2F0985DA6C85}"/>
          </ac:spMkLst>
        </pc:spChg>
        <pc:spChg chg="add del">
          <ac:chgData name="ARJAV JAIN" userId="0c0bf2fd-5996-4b26-8ea0-493cd03236ea" providerId="ADAL" clId="{FB81332B-BD02-4858-B820-7C3C0EE5CC97}" dt="2022-08-26T22:14:10.645" v="6303" actId="478"/>
          <ac:spMkLst>
            <pc:docMk/>
            <pc:sldMk cId="2784367968" sldId="829"/>
            <ac:spMk id="12" creationId="{FDEF6C26-2D98-483D-7F3B-57B7AD2B4D67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13" creationId="{CEBFA166-1234-0A74-4352-9B2DCC0E6D11}"/>
          </ac:spMkLst>
        </pc:spChg>
        <pc:spChg chg="add mod">
          <ac:chgData name="ARJAV JAIN" userId="0c0bf2fd-5996-4b26-8ea0-493cd03236ea" providerId="ADAL" clId="{FB81332B-BD02-4858-B820-7C3C0EE5CC97}" dt="2022-08-26T22:18:41.239" v="6456" actId="571"/>
          <ac:spMkLst>
            <pc:docMk/>
            <pc:sldMk cId="2784367968" sldId="829"/>
            <ac:spMk id="18" creationId="{A57F94B0-9675-8A78-595B-D040B7E0CE14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19" creationId="{9BAE8173-46B0-F62C-B679-DA3CF88A696A}"/>
          </ac:spMkLst>
        </pc:spChg>
        <pc:spChg chg="add mod">
          <ac:chgData name="ARJAV JAIN" userId="0c0bf2fd-5996-4b26-8ea0-493cd03236ea" providerId="ADAL" clId="{FB81332B-BD02-4858-B820-7C3C0EE5CC97}" dt="2022-08-26T22:20:05.455" v="6624" actId="20577"/>
          <ac:spMkLst>
            <pc:docMk/>
            <pc:sldMk cId="2784367968" sldId="829"/>
            <ac:spMk id="21" creationId="{0C55816B-94BE-BB4D-8E3D-592C13FD6C3C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23" creationId="{D5963EE3-C5A8-8D05-8B4B-1CA335D8ADBF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24" creationId="{48A6F41C-D4BB-369D-7EDD-E8C6864A730F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25" creationId="{F63F3056-C45A-5CAF-1509-F036ECBCB398}"/>
          </ac:spMkLst>
        </pc:spChg>
        <pc:spChg chg="add del">
          <ac:chgData name="ARJAV JAIN" userId="0c0bf2fd-5996-4b26-8ea0-493cd03236ea" providerId="ADAL" clId="{FB81332B-BD02-4858-B820-7C3C0EE5CC97}" dt="2022-08-26T22:14:12.681" v="6304" actId="478"/>
          <ac:spMkLst>
            <pc:docMk/>
            <pc:sldMk cId="2784367968" sldId="829"/>
            <ac:spMk id="26" creationId="{F0545E63-559A-8637-2DE9-73F616CBCF07}"/>
          </ac:spMkLst>
        </pc:spChg>
        <pc:spChg chg="add del mod">
          <ac:chgData name="ARJAV JAIN" userId="0c0bf2fd-5996-4b26-8ea0-493cd03236ea" providerId="ADAL" clId="{FB81332B-BD02-4858-B820-7C3C0EE5CC97}" dt="2022-08-26T22:22:44.899" v="6747" actId="478"/>
          <ac:spMkLst>
            <pc:docMk/>
            <pc:sldMk cId="2784367968" sldId="829"/>
            <ac:spMk id="27" creationId="{9672D6C4-DD1A-2589-FA8F-BDC9EEBD1FAD}"/>
          </ac:spMkLst>
        </pc:spChg>
        <pc:spChg chg="add del mod">
          <ac:chgData name="ARJAV JAIN" userId="0c0bf2fd-5996-4b26-8ea0-493cd03236ea" providerId="ADAL" clId="{FB81332B-BD02-4858-B820-7C3C0EE5CC97}" dt="2022-08-26T22:23:21.628" v="6795" actId="478"/>
          <ac:spMkLst>
            <pc:docMk/>
            <pc:sldMk cId="2784367968" sldId="829"/>
            <ac:spMk id="30" creationId="{ECAD80E5-CBC7-4855-4796-CDE2FA9143A7}"/>
          </ac:spMkLst>
        </pc:spChg>
        <pc:spChg chg="add del mod">
          <ac:chgData name="ARJAV JAIN" userId="0c0bf2fd-5996-4b26-8ea0-493cd03236ea" providerId="ADAL" clId="{FB81332B-BD02-4858-B820-7C3C0EE5CC97}" dt="2022-08-26T22:23:21.628" v="6795" actId="478"/>
          <ac:spMkLst>
            <pc:docMk/>
            <pc:sldMk cId="2784367968" sldId="829"/>
            <ac:spMk id="31" creationId="{2D7207F8-F323-6D12-D93A-A451EF2EACDE}"/>
          </ac:spMkLst>
        </pc:spChg>
        <pc:spChg chg="add del mod">
          <ac:chgData name="ARJAV JAIN" userId="0c0bf2fd-5996-4b26-8ea0-493cd03236ea" providerId="ADAL" clId="{FB81332B-BD02-4858-B820-7C3C0EE5CC97}" dt="2022-08-26T22:23:21.628" v="6795" actId="478"/>
          <ac:spMkLst>
            <pc:docMk/>
            <pc:sldMk cId="2784367968" sldId="829"/>
            <ac:spMk id="33" creationId="{D21BE2D4-8329-EA24-78DF-08A22A7D0B3B}"/>
          </ac:spMkLst>
        </pc:spChg>
        <pc:spChg chg="add del mod">
          <ac:chgData name="ARJAV JAIN" userId="0c0bf2fd-5996-4b26-8ea0-493cd03236ea" providerId="ADAL" clId="{FB81332B-BD02-4858-B820-7C3C0EE5CC97}" dt="2022-08-26T22:23:21.628" v="6795" actId="478"/>
          <ac:spMkLst>
            <pc:docMk/>
            <pc:sldMk cId="2784367968" sldId="829"/>
            <ac:spMk id="34" creationId="{C95FA98C-F0D7-58DB-AE01-D8682D92BEB3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35" creationId="{94436B5A-79F3-D767-CB69-AD00125B8096}"/>
          </ac:spMkLst>
        </pc:spChg>
        <pc:spChg chg="add del mod">
          <ac:chgData name="ARJAV JAIN" userId="0c0bf2fd-5996-4b26-8ea0-493cd03236ea" providerId="ADAL" clId="{FB81332B-BD02-4858-B820-7C3C0EE5CC97}" dt="2022-08-26T22:23:21.628" v="6795" actId="478"/>
          <ac:spMkLst>
            <pc:docMk/>
            <pc:sldMk cId="2784367968" sldId="829"/>
            <ac:spMk id="36" creationId="{25045C4C-6719-4787-FBD4-D2051FB87DE3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37" creationId="{F62CD2A5-DAA6-2C64-4F55-4D00F2ADEACF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38" creationId="{A5C6F733-ED44-9466-B120-D22E173D22F4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39" creationId="{0DA06C7D-C693-B71E-873F-CC98FF7FD041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40" creationId="{78EF45C4-2709-9E49-0CF8-11B9180F3303}"/>
          </ac:spMkLst>
        </pc:spChg>
        <pc:spChg chg="add mod">
          <ac:chgData name="ARJAV JAIN" userId="0c0bf2fd-5996-4b26-8ea0-493cd03236ea" providerId="ADAL" clId="{FB81332B-BD02-4858-B820-7C3C0EE5CC97}" dt="2022-08-26T22:23:04.876" v="6790" actId="1038"/>
          <ac:spMkLst>
            <pc:docMk/>
            <pc:sldMk cId="2784367968" sldId="829"/>
            <ac:spMk id="41" creationId="{E9EDC708-0307-5BB7-8B42-8C03171D4959}"/>
          </ac:spMkLst>
        </pc:spChg>
        <pc:spChg chg="add mod">
          <ac:chgData name="ARJAV JAIN" userId="0c0bf2fd-5996-4b26-8ea0-493cd03236ea" providerId="ADAL" clId="{FB81332B-BD02-4858-B820-7C3C0EE5CC97}" dt="2022-08-26T22:23:17.435" v="6794" actId="1035"/>
          <ac:spMkLst>
            <pc:docMk/>
            <pc:sldMk cId="2784367968" sldId="829"/>
            <ac:spMk id="42" creationId="{395673CF-0F62-D961-3378-09D29CA71371}"/>
          </ac:spMkLst>
        </pc:spChg>
        <pc:spChg chg="add mod">
          <ac:chgData name="ARJAV JAIN" userId="0c0bf2fd-5996-4b26-8ea0-493cd03236ea" providerId="ADAL" clId="{FB81332B-BD02-4858-B820-7C3C0EE5CC97}" dt="2022-08-26T22:23:50.321" v="6809" actId="20577"/>
          <ac:spMkLst>
            <pc:docMk/>
            <pc:sldMk cId="2784367968" sldId="829"/>
            <ac:spMk id="43" creationId="{D0E11B5C-E6E9-A35F-2B07-CA654C05F33E}"/>
          </ac:spMkLst>
        </pc:spChg>
        <pc:spChg chg="add mod">
          <ac:chgData name="ARJAV JAIN" userId="0c0bf2fd-5996-4b26-8ea0-493cd03236ea" providerId="ADAL" clId="{FB81332B-BD02-4858-B820-7C3C0EE5CC97}" dt="2022-08-26T22:23:40.407" v="6796"/>
          <ac:spMkLst>
            <pc:docMk/>
            <pc:sldMk cId="2784367968" sldId="829"/>
            <ac:spMk id="44" creationId="{564BD5B6-0637-F488-31CF-8B89DB26F7B8}"/>
          </ac:spMkLst>
        </pc:spChg>
        <pc:spChg chg="add mod">
          <ac:chgData name="ARJAV JAIN" userId="0c0bf2fd-5996-4b26-8ea0-493cd03236ea" providerId="ADAL" clId="{FB81332B-BD02-4858-B820-7C3C0EE5CC97}" dt="2022-08-26T22:24:32.078" v="6878" actId="1076"/>
          <ac:spMkLst>
            <pc:docMk/>
            <pc:sldMk cId="2784367968" sldId="829"/>
            <ac:spMk id="46" creationId="{F5F10D9A-4D76-82E7-B3B6-FBBB1B7617CD}"/>
          </ac:spMkLst>
        </pc:spChg>
        <pc:spChg chg="add del mod">
          <ac:chgData name="ARJAV JAIN" userId="0c0bf2fd-5996-4b26-8ea0-493cd03236ea" providerId="ADAL" clId="{FB81332B-BD02-4858-B820-7C3C0EE5CC97}" dt="2022-08-26T22:26:05.615" v="6904" actId="478"/>
          <ac:spMkLst>
            <pc:docMk/>
            <pc:sldMk cId="2784367968" sldId="829"/>
            <ac:spMk id="47" creationId="{D85A0EA8-1423-AD75-A492-5D2EFB487E89}"/>
          </ac:spMkLst>
        </pc:spChg>
        <pc:spChg chg="add mod">
          <ac:chgData name="ARJAV JAIN" userId="0c0bf2fd-5996-4b26-8ea0-493cd03236ea" providerId="ADAL" clId="{FB81332B-BD02-4858-B820-7C3C0EE5CC97}" dt="2022-08-26T22:26:11.024" v="6906" actId="1076"/>
          <ac:spMkLst>
            <pc:docMk/>
            <pc:sldMk cId="2784367968" sldId="829"/>
            <ac:spMk id="48" creationId="{9B8B8DF9-69DD-CCC7-C9A6-28CF008466A9}"/>
          </ac:spMkLst>
        </pc:spChg>
        <pc:spChg chg="add mod">
          <ac:chgData name="ARJAV JAIN" userId="0c0bf2fd-5996-4b26-8ea0-493cd03236ea" providerId="ADAL" clId="{FB81332B-BD02-4858-B820-7C3C0EE5CC97}" dt="2022-08-26T22:30:47.190" v="6961" actId="20577"/>
          <ac:spMkLst>
            <pc:docMk/>
            <pc:sldMk cId="2784367968" sldId="829"/>
            <ac:spMk id="50" creationId="{A3CA463C-918E-244B-699C-FD949575C355}"/>
          </ac:spMkLst>
        </pc:spChg>
        <pc:spChg chg="add mod">
          <ac:chgData name="ARJAV JAIN" userId="0c0bf2fd-5996-4b26-8ea0-493cd03236ea" providerId="ADAL" clId="{FB81332B-BD02-4858-B820-7C3C0EE5CC97}" dt="2022-08-26T22:30:33.590" v="6937" actId="571"/>
          <ac:spMkLst>
            <pc:docMk/>
            <pc:sldMk cId="2784367968" sldId="829"/>
            <ac:spMk id="51" creationId="{6F514CD7-5386-9652-D776-CF1375826408}"/>
          </ac:spMkLst>
        </pc:spChg>
        <pc:picChg chg="mod">
          <ac:chgData name="ARJAV JAIN" userId="0c0bf2fd-5996-4b26-8ea0-493cd03236ea" providerId="ADAL" clId="{FB81332B-BD02-4858-B820-7C3C0EE5CC97}" dt="2022-08-26T22:30:53.501" v="6962" actId="1076"/>
          <ac:picMkLst>
            <pc:docMk/>
            <pc:sldMk cId="2784367968" sldId="829"/>
            <ac:picMk id="4" creationId="{C79888E5-0FF7-2F4E-7174-CD71ADE6FBBE}"/>
          </ac:picMkLst>
        </pc:picChg>
        <pc:picChg chg="add del mod">
          <ac:chgData name="ARJAV JAIN" userId="0c0bf2fd-5996-4b26-8ea0-493cd03236ea" providerId="ADAL" clId="{FB81332B-BD02-4858-B820-7C3C0EE5CC97}" dt="2022-08-26T22:17:40.594" v="6324"/>
          <ac:picMkLst>
            <pc:docMk/>
            <pc:sldMk cId="2784367968" sldId="829"/>
            <ac:picMk id="5" creationId="{9723C509-C16F-6F53-24ED-30E0C458A120}"/>
          </ac:picMkLst>
        </pc:picChg>
        <pc:picChg chg="mod">
          <ac:chgData name="ARJAV JAIN" userId="0c0bf2fd-5996-4b26-8ea0-493cd03236ea" providerId="ADAL" clId="{FB81332B-BD02-4858-B820-7C3C0EE5CC97}" dt="2022-08-27T04:02:24.286" v="8111" actId="1076"/>
          <ac:picMkLst>
            <pc:docMk/>
            <pc:sldMk cId="2784367968" sldId="829"/>
            <ac:picMk id="6" creationId="{9F9C70EB-FC15-6DC0-AF2D-EFEAF7110B47}"/>
          </ac:picMkLst>
        </pc:picChg>
        <pc:picChg chg="add mod">
          <ac:chgData name="ARJAV JAIN" userId="0c0bf2fd-5996-4b26-8ea0-493cd03236ea" providerId="ADAL" clId="{FB81332B-BD02-4858-B820-7C3C0EE5CC97}" dt="2022-08-26T22:18:41.239" v="6456" actId="571"/>
          <ac:picMkLst>
            <pc:docMk/>
            <pc:sldMk cId="2784367968" sldId="829"/>
            <ac:picMk id="20" creationId="{72C28D7F-06EF-BEDB-B70C-572CBA2783A9}"/>
          </ac:picMkLst>
        </pc:picChg>
        <pc:picChg chg="add del">
          <ac:chgData name="ARJAV JAIN" userId="0c0bf2fd-5996-4b26-8ea0-493cd03236ea" providerId="ADAL" clId="{FB81332B-BD02-4858-B820-7C3C0EE5CC97}" dt="2022-08-26T22:14:10.645" v="6303" actId="478"/>
          <ac:picMkLst>
            <pc:docMk/>
            <pc:sldMk cId="2784367968" sldId="829"/>
            <ac:picMk id="22" creationId="{6E67C7FE-19BF-9B05-FF2E-30B009F35446}"/>
          </ac:picMkLst>
        </pc:picChg>
        <pc:picChg chg="add mod">
          <ac:chgData name="ARJAV JAIN" userId="0c0bf2fd-5996-4b26-8ea0-493cd03236ea" providerId="ADAL" clId="{FB81332B-BD02-4858-B820-7C3C0EE5CC97}" dt="2022-08-26T22:23:40.407" v="6796"/>
          <ac:picMkLst>
            <pc:docMk/>
            <pc:sldMk cId="2784367968" sldId="829"/>
            <ac:picMk id="45" creationId="{3DCC30FD-E32F-9C56-5F1B-943A1AEAD502}"/>
          </ac:picMkLst>
        </pc:picChg>
        <pc:picChg chg="add del mod">
          <ac:chgData name="ARJAV JAIN" userId="0c0bf2fd-5996-4b26-8ea0-493cd03236ea" providerId="ADAL" clId="{FB81332B-BD02-4858-B820-7C3C0EE5CC97}" dt="2022-08-26T22:26:25.146" v="6910" actId="478"/>
          <ac:picMkLst>
            <pc:docMk/>
            <pc:sldMk cId="2784367968" sldId="829"/>
            <ac:picMk id="49" creationId="{98093005-B692-BDBF-AE25-A2DF78CDA181}"/>
          </ac:picMkLst>
        </pc:picChg>
        <pc:picChg chg="add mod">
          <ac:chgData name="ARJAV JAIN" userId="0c0bf2fd-5996-4b26-8ea0-493cd03236ea" providerId="ADAL" clId="{FB81332B-BD02-4858-B820-7C3C0EE5CC97}" dt="2022-08-26T22:30:33.590" v="6937" actId="571"/>
          <ac:picMkLst>
            <pc:docMk/>
            <pc:sldMk cId="2784367968" sldId="829"/>
            <ac:picMk id="52" creationId="{AED99DD9-A8DD-3240-0665-D5269E027835}"/>
          </ac:picMkLst>
        </pc:picChg>
        <pc:cxnChg chg="add del mod">
          <ac:chgData name="ARJAV JAIN" userId="0c0bf2fd-5996-4b26-8ea0-493cd03236ea" providerId="ADAL" clId="{FB81332B-BD02-4858-B820-7C3C0EE5CC97}" dt="2022-08-26T22:14:12.681" v="6304" actId="478"/>
          <ac:cxnSpMkLst>
            <pc:docMk/>
            <pc:sldMk cId="2784367968" sldId="829"/>
            <ac:cxnSpMk id="28" creationId="{FA52BB80-7482-A0AE-05DD-FF8B89A4E09D}"/>
          </ac:cxnSpMkLst>
        </pc:cxnChg>
        <pc:cxnChg chg="add del mod">
          <ac:chgData name="ARJAV JAIN" userId="0c0bf2fd-5996-4b26-8ea0-493cd03236ea" providerId="ADAL" clId="{FB81332B-BD02-4858-B820-7C3C0EE5CC97}" dt="2022-08-26T22:14:12.681" v="6304" actId="478"/>
          <ac:cxnSpMkLst>
            <pc:docMk/>
            <pc:sldMk cId="2784367968" sldId="829"/>
            <ac:cxnSpMk id="29" creationId="{2E5C2269-AF50-258C-CE57-BD74F10A7F9C}"/>
          </ac:cxnSpMkLst>
        </pc:cxnChg>
        <pc:cxnChg chg="add del mod">
          <ac:chgData name="ARJAV JAIN" userId="0c0bf2fd-5996-4b26-8ea0-493cd03236ea" providerId="ADAL" clId="{FB81332B-BD02-4858-B820-7C3C0EE5CC97}" dt="2022-08-26T22:14:12.681" v="6304" actId="478"/>
          <ac:cxnSpMkLst>
            <pc:docMk/>
            <pc:sldMk cId="2784367968" sldId="829"/>
            <ac:cxnSpMk id="32" creationId="{FAAC4261-0E71-0142-A958-1B09C31CA388}"/>
          </ac:cxnSpMkLst>
        </pc:cxnChg>
      </pc:sldChg>
      <pc:sldChg chg="addSp delSp modSp add mod">
        <pc:chgData name="ARJAV JAIN" userId="0c0bf2fd-5996-4b26-8ea0-493cd03236ea" providerId="ADAL" clId="{FB81332B-BD02-4858-B820-7C3C0EE5CC97}" dt="2022-08-27T04:02:48.877" v="8115" actId="14100"/>
        <pc:sldMkLst>
          <pc:docMk/>
          <pc:sldMk cId="4263949840" sldId="830"/>
        </pc:sldMkLst>
        <pc:spChg chg="mod">
          <ac:chgData name="ARJAV JAIN" userId="0c0bf2fd-5996-4b26-8ea0-493cd03236ea" providerId="ADAL" clId="{FB81332B-BD02-4858-B820-7C3C0EE5CC97}" dt="2022-08-26T22:28:58.373" v="6923" actId="20577"/>
          <ac:spMkLst>
            <pc:docMk/>
            <pc:sldMk cId="4263949840" sldId="830"/>
            <ac:spMk id="3" creationId="{71006755-B991-AE5C-25A4-DC7F5DD65EA7}"/>
          </ac:spMkLst>
        </pc:spChg>
        <pc:spChg chg="add mod">
          <ac:chgData name="ARJAV JAIN" userId="0c0bf2fd-5996-4b26-8ea0-493cd03236ea" providerId="ADAL" clId="{FB81332B-BD02-4858-B820-7C3C0EE5CC97}" dt="2022-08-26T22:41:51.325" v="7465" actId="1076"/>
          <ac:spMkLst>
            <pc:docMk/>
            <pc:sldMk cId="4263949840" sldId="830"/>
            <ac:spMk id="4" creationId="{268C4BAF-6E46-C8FD-9075-48D17ED03C9D}"/>
          </ac:spMkLst>
        </pc:spChg>
        <pc:spChg chg="add mod">
          <ac:chgData name="ARJAV JAIN" userId="0c0bf2fd-5996-4b26-8ea0-493cd03236ea" providerId="ADAL" clId="{FB81332B-BD02-4858-B820-7C3C0EE5CC97}" dt="2022-08-26T22:41:48.270" v="7464" actId="1076"/>
          <ac:spMkLst>
            <pc:docMk/>
            <pc:sldMk cId="4263949840" sldId="830"/>
            <ac:spMk id="5" creationId="{BD46F173-FF0D-00A4-8FD6-D59662BBF647}"/>
          </ac:spMkLst>
        </pc:spChg>
        <pc:spChg chg="del">
          <ac:chgData name="ARJAV JAIN" userId="0c0bf2fd-5996-4b26-8ea0-493cd03236ea" providerId="ADAL" clId="{FB81332B-BD02-4858-B820-7C3C0EE5CC97}" dt="2022-08-26T22:36:48.634" v="7280" actId="478"/>
          <ac:spMkLst>
            <pc:docMk/>
            <pc:sldMk cId="4263949840" sldId="830"/>
            <ac:spMk id="7" creationId="{9EC07383-4492-162D-00F3-5D8D010DC8EE}"/>
          </ac:spMkLst>
        </pc:spChg>
        <pc:spChg chg="mod">
          <ac:chgData name="ARJAV JAIN" userId="0c0bf2fd-5996-4b26-8ea0-493cd03236ea" providerId="ADAL" clId="{FB81332B-BD02-4858-B820-7C3C0EE5CC97}" dt="2022-08-27T04:02:48.877" v="8115" actId="14100"/>
          <ac:spMkLst>
            <pc:docMk/>
            <pc:sldMk cId="4263949840" sldId="830"/>
            <ac:spMk id="8" creationId="{5C51D102-61BE-FAB5-ECA1-74677A869104}"/>
          </ac:spMkLst>
        </pc:spChg>
        <pc:spChg chg="mod">
          <ac:chgData name="ARJAV JAIN" userId="0c0bf2fd-5996-4b26-8ea0-493cd03236ea" providerId="ADAL" clId="{FB81332B-BD02-4858-B820-7C3C0EE5CC97}" dt="2022-08-26T22:31:13.312" v="6971" actId="20577"/>
          <ac:spMkLst>
            <pc:docMk/>
            <pc:sldMk cId="4263949840" sldId="830"/>
            <ac:spMk id="10" creationId="{E029FCE8-FA53-5A46-31C1-0BD596E477DA}"/>
          </ac:spMkLst>
        </pc:spChg>
        <pc:spChg chg="mod">
          <ac:chgData name="ARJAV JAIN" userId="0c0bf2fd-5996-4b26-8ea0-493cd03236ea" providerId="ADAL" clId="{FB81332B-BD02-4858-B820-7C3C0EE5CC97}" dt="2022-08-26T22:41:03.762" v="7461" actId="20577"/>
          <ac:spMkLst>
            <pc:docMk/>
            <pc:sldMk cId="4263949840" sldId="830"/>
            <ac:spMk id="21" creationId="{0C55816B-94BE-BB4D-8E3D-592C13FD6C3C}"/>
          </ac:spMkLst>
        </pc:spChg>
        <pc:spChg chg="mod">
          <ac:chgData name="ARJAV JAIN" userId="0c0bf2fd-5996-4b26-8ea0-493cd03236ea" providerId="ADAL" clId="{FB81332B-BD02-4858-B820-7C3C0EE5CC97}" dt="2022-08-26T22:34:48.285" v="7153" actId="14100"/>
          <ac:spMkLst>
            <pc:docMk/>
            <pc:sldMk cId="4263949840" sldId="830"/>
            <ac:spMk id="35" creationId="{94436B5A-79F3-D767-CB69-AD00125B8096}"/>
          </ac:spMkLst>
        </pc:spChg>
        <pc:spChg chg="mod">
          <ac:chgData name="ARJAV JAIN" userId="0c0bf2fd-5996-4b26-8ea0-493cd03236ea" providerId="ADAL" clId="{FB81332B-BD02-4858-B820-7C3C0EE5CC97}" dt="2022-08-26T22:34:34.367" v="7150" actId="14100"/>
          <ac:spMkLst>
            <pc:docMk/>
            <pc:sldMk cId="4263949840" sldId="830"/>
            <ac:spMk id="37" creationId="{F62CD2A5-DAA6-2C64-4F55-4D00F2ADEACF}"/>
          </ac:spMkLst>
        </pc:spChg>
        <pc:spChg chg="mod">
          <ac:chgData name="ARJAV JAIN" userId="0c0bf2fd-5996-4b26-8ea0-493cd03236ea" providerId="ADAL" clId="{FB81332B-BD02-4858-B820-7C3C0EE5CC97}" dt="2022-08-26T22:34:45.748" v="7152" actId="14100"/>
          <ac:spMkLst>
            <pc:docMk/>
            <pc:sldMk cId="4263949840" sldId="830"/>
            <ac:spMk id="38" creationId="{A5C6F733-ED44-9466-B120-D22E173D22F4}"/>
          </ac:spMkLst>
        </pc:spChg>
        <pc:spChg chg="mod">
          <ac:chgData name="ARJAV JAIN" userId="0c0bf2fd-5996-4b26-8ea0-493cd03236ea" providerId="ADAL" clId="{FB81332B-BD02-4858-B820-7C3C0EE5CC97}" dt="2022-08-26T22:34:51.253" v="7154" actId="14100"/>
          <ac:spMkLst>
            <pc:docMk/>
            <pc:sldMk cId="4263949840" sldId="830"/>
            <ac:spMk id="39" creationId="{0DA06C7D-C693-B71E-873F-CC98FF7FD041}"/>
          </ac:spMkLst>
        </pc:spChg>
        <pc:spChg chg="mod">
          <ac:chgData name="ARJAV JAIN" userId="0c0bf2fd-5996-4b26-8ea0-493cd03236ea" providerId="ADAL" clId="{FB81332B-BD02-4858-B820-7C3C0EE5CC97}" dt="2022-08-26T22:34:54.212" v="7155" actId="14100"/>
          <ac:spMkLst>
            <pc:docMk/>
            <pc:sldMk cId="4263949840" sldId="830"/>
            <ac:spMk id="40" creationId="{78EF45C4-2709-9E49-0CF8-11B9180F3303}"/>
          </ac:spMkLst>
        </pc:spChg>
        <pc:spChg chg="mod">
          <ac:chgData name="ARJAV JAIN" userId="0c0bf2fd-5996-4b26-8ea0-493cd03236ea" providerId="ADAL" clId="{FB81332B-BD02-4858-B820-7C3C0EE5CC97}" dt="2022-08-26T22:34:22.234" v="7147" actId="20577"/>
          <ac:spMkLst>
            <pc:docMk/>
            <pc:sldMk cId="4263949840" sldId="830"/>
            <ac:spMk id="41" creationId="{E9EDC708-0307-5BB7-8B42-8C03171D4959}"/>
          </ac:spMkLst>
        </pc:spChg>
        <pc:spChg chg="del">
          <ac:chgData name="ARJAV JAIN" userId="0c0bf2fd-5996-4b26-8ea0-493cd03236ea" providerId="ADAL" clId="{FB81332B-BD02-4858-B820-7C3C0EE5CC97}" dt="2022-08-26T22:35:19.909" v="7156" actId="478"/>
          <ac:spMkLst>
            <pc:docMk/>
            <pc:sldMk cId="4263949840" sldId="830"/>
            <ac:spMk id="42" creationId="{395673CF-0F62-D961-3378-09D29CA71371}"/>
          </ac:spMkLst>
        </pc:spChg>
        <pc:spChg chg="mod">
          <ac:chgData name="ARJAV JAIN" userId="0c0bf2fd-5996-4b26-8ea0-493cd03236ea" providerId="ADAL" clId="{FB81332B-BD02-4858-B820-7C3C0EE5CC97}" dt="2022-08-26T22:31:18.439" v="6980" actId="20577"/>
          <ac:spMkLst>
            <pc:docMk/>
            <pc:sldMk cId="4263949840" sldId="830"/>
            <ac:spMk id="43" creationId="{D0E11B5C-E6E9-A35F-2B07-CA654C05F33E}"/>
          </ac:spMkLst>
        </pc:spChg>
        <pc:spChg chg="add del mod">
          <ac:chgData name="ARJAV JAIN" userId="0c0bf2fd-5996-4b26-8ea0-493cd03236ea" providerId="ADAL" clId="{FB81332B-BD02-4858-B820-7C3C0EE5CC97}" dt="2022-08-26T22:37:18.898" v="7310" actId="20577"/>
          <ac:spMkLst>
            <pc:docMk/>
            <pc:sldMk cId="4263949840" sldId="830"/>
            <ac:spMk id="46" creationId="{F5F10D9A-4D76-82E7-B3B6-FBBB1B7617CD}"/>
          </ac:spMkLst>
        </pc:spChg>
        <pc:spChg chg="add">
          <ac:chgData name="ARJAV JAIN" userId="0c0bf2fd-5996-4b26-8ea0-493cd03236ea" providerId="ADAL" clId="{FB81332B-BD02-4858-B820-7C3C0EE5CC97}" dt="2022-08-26T22:37:10.160" v="7282" actId="478"/>
          <ac:spMkLst>
            <pc:docMk/>
            <pc:sldMk cId="4263949840" sldId="830"/>
            <ac:spMk id="48" creationId="{9B8B8DF9-69DD-CCC7-C9A6-28CF008466A9}"/>
          </ac:spMkLst>
        </pc:spChg>
        <pc:graphicFrameChg chg="add mod modGraphic">
          <ac:chgData name="ARJAV JAIN" userId="0c0bf2fd-5996-4b26-8ea0-493cd03236ea" providerId="ADAL" clId="{FB81332B-BD02-4858-B820-7C3C0EE5CC97}" dt="2022-08-27T04:02:41.390" v="8113" actId="1076"/>
          <ac:graphicFrameMkLst>
            <pc:docMk/>
            <pc:sldMk cId="4263949840" sldId="830"/>
            <ac:graphicFrameMk id="2" creationId="{5901973A-7873-7DB5-948A-352BFEF93BC3}"/>
          </ac:graphicFrameMkLst>
        </pc:graphicFrameChg>
      </pc:sldChg>
      <pc:sldChg chg="addSp delSp modSp add mod delAnim modAnim">
        <pc:chgData name="ARJAV JAIN" userId="0c0bf2fd-5996-4b26-8ea0-493cd03236ea" providerId="ADAL" clId="{FB81332B-BD02-4858-B820-7C3C0EE5CC97}" dt="2022-08-27T04:03:13.566" v="8118" actId="14100"/>
        <pc:sldMkLst>
          <pc:docMk/>
          <pc:sldMk cId="1544260170" sldId="831"/>
        </pc:sldMkLst>
        <pc:spChg chg="add del mod">
          <ac:chgData name="ARJAV JAIN" userId="0c0bf2fd-5996-4b26-8ea0-493cd03236ea" providerId="ADAL" clId="{FB81332B-BD02-4858-B820-7C3C0EE5CC97}" dt="2022-08-26T22:43:41.057" v="7668" actId="478"/>
          <ac:spMkLst>
            <pc:docMk/>
            <pc:sldMk cId="1544260170" sldId="831"/>
            <ac:spMk id="2" creationId="{B2FDAB95-A894-088B-3F8A-885CAB012F11}"/>
          </ac:spMkLst>
        </pc:spChg>
        <pc:spChg chg="mod">
          <ac:chgData name="ARJAV JAIN" userId="0c0bf2fd-5996-4b26-8ea0-493cd03236ea" providerId="ADAL" clId="{FB81332B-BD02-4858-B820-7C3C0EE5CC97}" dt="2022-08-26T22:29:06.213" v="6933" actId="20577"/>
          <ac:spMkLst>
            <pc:docMk/>
            <pc:sldMk cId="1544260170" sldId="831"/>
            <ac:spMk id="3" creationId="{71006755-B991-AE5C-25A4-DC7F5DD65EA7}"/>
          </ac:spMkLst>
        </pc:spChg>
        <pc:spChg chg="add mod">
          <ac:chgData name="ARJAV JAIN" userId="0c0bf2fd-5996-4b26-8ea0-493cd03236ea" providerId="ADAL" clId="{FB81332B-BD02-4858-B820-7C3C0EE5CC97}" dt="2022-08-26T22:43:45.544" v="7683" actId="20577"/>
          <ac:spMkLst>
            <pc:docMk/>
            <pc:sldMk cId="1544260170" sldId="831"/>
            <ac:spMk id="4" creationId="{21735936-27BF-7F3B-8D6C-9406A38798CA}"/>
          </ac:spMkLst>
        </pc:spChg>
        <pc:spChg chg="add mod">
          <ac:chgData name="ARJAV JAIN" userId="0c0bf2fd-5996-4b26-8ea0-493cd03236ea" providerId="ADAL" clId="{FB81332B-BD02-4858-B820-7C3C0EE5CC97}" dt="2022-08-26T23:04:09.167" v="7874" actId="20577"/>
          <ac:spMkLst>
            <pc:docMk/>
            <pc:sldMk cId="1544260170" sldId="831"/>
            <ac:spMk id="5" creationId="{E84F7964-BEA6-D965-DA18-EABE1F25A817}"/>
          </ac:spMkLst>
        </pc:spChg>
        <pc:spChg chg="del">
          <ac:chgData name="ARJAV JAIN" userId="0c0bf2fd-5996-4b26-8ea0-493cd03236ea" providerId="ADAL" clId="{FB81332B-BD02-4858-B820-7C3C0EE5CC97}" dt="2022-08-26T22:42:31.352" v="7595" actId="478"/>
          <ac:spMkLst>
            <pc:docMk/>
            <pc:sldMk cId="1544260170" sldId="831"/>
            <ac:spMk id="7" creationId="{9EC07383-4492-162D-00F3-5D8D010DC8EE}"/>
          </ac:spMkLst>
        </pc:spChg>
        <pc:spChg chg="mod">
          <ac:chgData name="ARJAV JAIN" userId="0c0bf2fd-5996-4b26-8ea0-493cd03236ea" providerId="ADAL" clId="{FB81332B-BD02-4858-B820-7C3C0EE5CC97}" dt="2022-08-27T04:03:13.566" v="8118" actId="14100"/>
          <ac:spMkLst>
            <pc:docMk/>
            <pc:sldMk cId="1544260170" sldId="831"/>
            <ac:spMk id="8" creationId="{5C51D102-61BE-FAB5-ECA1-74677A869104}"/>
          </ac:spMkLst>
        </pc:spChg>
        <pc:spChg chg="mod">
          <ac:chgData name="ARJAV JAIN" userId="0c0bf2fd-5996-4b26-8ea0-493cd03236ea" providerId="ADAL" clId="{FB81332B-BD02-4858-B820-7C3C0EE5CC97}" dt="2022-08-26T22:44:01.511" v="7699" actId="20577"/>
          <ac:spMkLst>
            <pc:docMk/>
            <pc:sldMk cId="1544260170" sldId="831"/>
            <ac:spMk id="10" creationId="{E029FCE8-FA53-5A46-31C1-0BD596E477DA}"/>
          </ac:spMkLst>
        </pc:spChg>
        <pc:spChg chg="del mod">
          <ac:chgData name="ARJAV JAIN" userId="0c0bf2fd-5996-4b26-8ea0-493cd03236ea" providerId="ADAL" clId="{FB81332B-BD02-4858-B820-7C3C0EE5CC97}" dt="2022-08-26T22:43:29.799" v="7664" actId="478"/>
          <ac:spMkLst>
            <pc:docMk/>
            <pc:sldMk cId="1544260170" sldId="831"/>
            <ac:spMk id="21" creationId="{0C55816B-94BE-BB4D-8E3D-592C13FD6C3C}"/>
          </ac:spMkLst>
        </pc:spChg>
        <pc:spChg chg="mod">
          <ac:chgData name="ARJAV JAIN" userId="0c0bf2fd-5996-4b26-8ea0-493cd03236ea" providerId="ADAL" clId="{FB81332B-BD02-4858-B820-7C3C0EE5CC97}" dt="2022-08-27T04:03:10.707" v="8117" actId="1076"/>
          <ac:spMkLst>
            <pc:docMk/>
            <pc:sldMk cId="1544260170" sldId="831"/>
            <ac:spMk id="29" creationId="{0618FB6A-0DDC-19A6-DE8E-B55E24820DCC}"/>
          </ac:spMkLst>
        </pc:spChg>
        <pc:spChg chg="mod">
          <ac:chgData name="ARJAV JAIN" userId="0c0bf2fd-5996-4b26-8ea0-493cd03236ea" providerId="ADAL" clId="{FB81332B-BD02-4858-B820-7C3C0EE5CC97}" dt="2022-08-26T22:44:09.417" v="7719" actId="20577"/>
          <ac:spMkLst>
            <pc:docMk/>
            <pc:sldMk cId="1544260170" sldId="831"/>
            <ac:spMk id="35" creationId="{94436B5A-79F3-D767-CB69-AD00125B8096}"/>
          </ac:spMkLst>
        </pc:spChg>
        <pc:spChg chg="mod">
          <ac:chgData name="ARJAV JAIN" userId="0c0bf2fd-5996-4b26-8ea0-493cd03236ea" providerId="ADAL" clId="{FB81332B-BD02-4858-B820-7C3C0EE5CC97}" dt="2022-08-26T22:44:23.915" v="7742" actId="20577"/>
          <ac:spMkLst>
            <pc:docMk/>
            <pc:sldMk cId="1544260170" sldId="831"/>
            <ac:spMk id="37" creationId="{F62CD2A5-DAA6-2C64-4F55-4D00F2ADEACF}"/>
          </ac:spMkLst>
        </pc:spChg>
        <pc:spChg chg="mod">
          <ac:chgData name="ARJAV JAIN" userId="0c0bf2fd-5996-4b26-8ea0-493cd03236ea" providerId="ADAL" clId="{FB81332B-BD02-4858-B820-7C3C0EE5CC97}" dt="2022-08-26T22:47:13.425" v="7770" actId="20577"/>
          <ac:spMkLst>
            <pc:docMk/>
            <pc:sldMk cId="1544260170" sldId="831"/>
            <ac:spMk id="38" creationId="{A5C6F733-ED44-9466-B120-D22E173D22F4}"/>
          </ac:spMkLst>
        </pc:spChg>
        <pc:spChg chg="del">
          <ac:chgData name="ARJAV JAIN" userId="0c0bf2fd-5996-4b26-8ea0-493cd03236ea" providerId="ADAL" clId="{FB81332B-BD02-4858-B820-7C3C0EE5CC97}" dt="2022-08-26T23:02:40.957" v="7823" actId="478"/>
          <ac:spMkLst>
            <pc:docMk/>
            <pc:sldMk cId="1544260170" sldId="831"/>
            <ac:spMk id="39" creationId="{0DA06C7D-C693-B71E-873F-CC98FF7FD041}"/>
          </ac:spMkLst>
        </pc:spChg>
        <pc:spChg chg="del">
          <ac:chgData name="ARJAV JAIN" userId="0c0bf2fd-5996-4b26-8ea0-493cd03236ea" providerId="ADAL" clId="{FB81332B-BD02-4858-B820-7C3C0EE5CC97}" dt="2022-08-26T23:02:40.957" v="7823" actId="478"/>
          <ac:spMkLst>
            <pc:docMk/>
            <pc:sldMk cId="1544260170" sldId="831"/>
            <ac:spMk id="40" creationId="{78EF45C4-2709-9E49-0CF8-11B9180F3303}"/>
          </ac:spMkLst>
        </pc:spChg>
        <pc:spChg chg="del">
          <ac:chgData name="ARJAV JAIN" userId="0c0bf2fd-5996-4b26-8ea0-493cd03236ea" providerId="ADAL" clId="{FB81332B-BD02-4858-B820-7C3C0EE5CC97}" dt="2022-08-26T23:02:40.957" v="7823" actId="478"/>
          <ac:spMkLst>
            <pc:docMk/>
            <pc:sldMk cId="1544260170" sldId="831"/>
            <ac:spMk id="41" creationId="{E9EDC708-0307-5BB7-8B42-8C03171D4959}"/>
          </ac:spMkLst>
        </pc:spChg>
        <pc:spChg chg="add del">
          <ac:chgData name="ARJAV JAIN" userId="0c0bf2fd-5996-4b26-8ea0-493cd03236ea" providerId="ADAL" clId="{FB81332B-BD02-4858-B820-7C3C0EE5CC97}" dt="2022-08-26T23:03:41.247" v="7836" actId="478"/>
          <ac:spMkLst>
            <pc:docMk/>
            <pc:sldMk cId="1544260170" sldId="831"/>
            <ac:spMk id="42" creationId="{395673CF-0F62-D961-3378-09D29CA71371}"/>
          </ac:spMkLst>
        </pc:spChg>
      </pc:sldChg>
      <pc:sldChg chg="addSp delSp modSp add mod modAnim">
        <pc:chgData name="ARJAV JAIN" userId="0c0bf2fd-5996-4b26-8ea0-493cd03236ea" providerId="ADAL" clId="{FB81332B-BD02-4858-B820-7C3C0EE5CC97}" dt="2022-08-27T04:09:33.153" v="8370" actId="1038"/>
        <pc:sldMkLst>
          <pc:docMk/>
          <pc:sldMk cId="1780084305" sldId="832"/>
        </pc:sldMkLst>
        <pc:spChg chg="mod">
          <ac:chgData name="ARJAV JAIN" userId="0c0bf2fd-5996-4b26-8ea0-493cd03236ea" providerId="ADAL" clId="{FB81332B-BD02-4858-B820-7C3C0EE5CC97}" dt="2022-08-27T04:09:33.153" v="8370" actId="1038"/>
          <ac:spMkLst>
            <pc:docMk/>
            <pc:sldMk cId="1780084305" sldId="832"/>
            <ac:spMk id="2" creationId="{ABDB3132-7857-6FCD-8661-1FE86CAE008C}"/>
          </ac:spMkLst>
        </pc:spChg>
        <pc:spChg chg="mod">
          <ac:chgData name="ARJAV JAIN" userId="0c0bf2fd-5996-4b26-8ea0-493cd03236ea" providerId="ADAL" clId="{FB81332B-BD02-4858-B820-7C3C0EE5CC97}" dt="2022-08-27T04:09:33.153" v="8370" actId="1038"/>
          <ac:spMkLst>
            <pc:docMk/>
            <pc:sldMk cId="1780084305" sldId="832"/>
            <ac:spMk id="7" creationId="{9EC07383-4492-162D-00F3-5D8D010DC8EE}"/>
          </ac:spMkLst>
        </pc:spChg>
        <pc:spChg chg="mod">
          <ac:chgData name="ARJAV JAIN" userId="0c0bf2fd-5996-4b26-8ea0-493cd03236ea" providerId="ADAL" clId="{FB81332B-BD02-4858-B820-7C3C0EE5CC97}" dt="2022-08-27T04:04:51.040" v="8136" actId="1076"/>
          <ac:spMkLst>
            <pc:docMk/>
            <pc:sldMk cId="1780084305" sldId="832"/>
            <ac:spMk id="8" creationId="{5C51D102-61BE-FAB5-ECA1-74677A869104}"/>
          </ac:spMkLst>
        </pc:spChg>
        <pc:spChg chg="del mod">
          <ac:chgData name="ARJAV JAIN" userId="0c0bf2fd-5996-4b26-8ea0-493cd03236ea" providerId="ADAL" clId="{FB81332B-BD02-4858-B820-7C3C0EE5CC97}" dt="2022-08-27T04:05:54.342" v="8143" actId="478"/>
          <ac:spMkLst>
            <pc:docMk/>
            <pc:sldMk cId="1780084305" sldId="832"/>
            <ac:spMk id="9" creationId="{8C7E7F76-EC7D-6332-4436-CF5B685D2277}"/>
          </ac:spMkLst>
        </pc:spChg>
        <pc:spChg chg="mod">
          <ac:chgData name="ARJAV JAIN" userId="0c0bf2fd-5996-4b26-8ea0-493cd03236ea" providerId="ADAL" clId="{FB81332B-BD02-4858-B820-7C3C0EE5CC97}" dt="2022-08-27T04:04:07.986" v="8126" actId="14100"/>
          <ac:spMkLst>
            <pc:docMk/>
            <pc:sldMk cId="1780084305" sldId="832"/>
            <ac:spMk id="10" creationId="{9679E51E-986A-DDBA-A7BB-0A00DF41AE9A}"/>
          </ac:spMkLst>
        </pc:spChg>
        <pc:spChg chg="mod">
          <ac:chgData name="ARJAV JAIN" userId="0c0bf2fd-5996-4b26-8ea0-493cd03236ea" providerId="ADAL" clId="{FB81332B-BD02-4858-B820-7C3C0EE5CC97}" dt="2022-08-27T04:04:48.197" v="8134" actId="14100"/>
          <ac:spMkLst>
            <pc:docMk/>
            <pc:sldMk cId="1780084305" sldId="832"/>
            <ac:spMk id="11" creationId="{6AD900BF-D041-D019-3E3B-AA90D0C50D5F}"/>
          </ac:spMkLst>
        </pc:spChg>
        <pc:spChg chg="mod">
          <ac:chgData name="ARJAV JAIN" userId="0c0bf2fd-5996-4b26-8ea0-493cd03236ea" providerId="ADAL" clId="{FB81332B-BD02-4858-B820-7C3C0EE5CC97}" dt="2022-08-27T04:05:07.482" v="8141" actId="1076"/>
          <ac:spMkLst>
            <pc:docMk/>
            <pc:sldMk cId="1780084305" sldId="832"/>
            <ac:spMk id="13" creationId="{5172857F-2F18-AAFE-5997-40E3F3ADCA68}"/>
          </ac:spMkLst>
        </pc:spChg>
        <pc:spChg chg="mod">
          <ac:chgData name="ARJAV JAIN" userId="0c0bf2fd-5996-4b26-8ea0-493cd03236ea" providerId="ADAL" clId="{FB81332B-BD02-4858-B820-7C3C0EE5CC97}" dt="2022-08-26T22:39:12.117" v="7332" actId="20577"/>
          <ac:spMkLst>
            <pc:docMk/>
            <pc:sldMk cId="1780084305" sldId="832"/>
            <ac:spMk id="14" creationId="{D2521EE9-6F16-428E-9D06-BA4D59978FC1}"/>
          </ac:spMkLst>
        </pc:spChg>
        <pc:spChg chg="mod">
          <ac:chgData name="ARJAV JAIN" userId="0c0bf2fd-5996-4b26-8ea0-493cd03236ea" providerId="ADAL" clId="{FB81332B-BD02-4858-B820-7C3C0EE5CC97}" dt="2022-08-27T04:09:33.153" v="8370" actId="1038"/>
          <ac:spMkLst>
            <pc:docMk/>
            <pc:sldMk cId="1780084305" sldId="832"/>
            <ac:spMk id="21" creationId="{0C55816B-94BE-BB4D-8E3D-592C13FD6C3C}"/>
          </ac:spMkLst>
        </pc:spChg>
        <pc:spChg chg="add mod">
          <ac:chgData name="ARJAV JAIN" userId="0c0bf2fd-5996-4b26-8ea0-493cd03236ea" providerId="ADAL" clId="{FB81332B-BD02-4858-B820-7C3C0EE5CC97}" dt="2022-08-27T04:08:03.322" v="8269" actId="1037"/>
          <ac:spMkLst>
            <pc:docMk/>
            <pc:sldMk cId="1780084305" sldId="832"/>
            <ac:spMk id="25" creationId="{452A1324-ED6C-5935-C58E-EDA30EC03C51}"/>
          </ac:spMkLst>
        </pc:spChg>
        <pc:spChg chg="add mod">
          <ac:chgData name="ARJAV JAIN" userId="0c0bf2fd-5996-4b26-8ea0-493cd03236ea" providerId="ADAL" clId="{FB81332B-BD02-4858-B820-7C3C0EE5CC97}" dt="2022-08-27T04:08:03.322" v="8269" actId="1037"/>
          <ac:spMkLst>
            <pc:docMk/>
            <pc:sldMk cId="1780084305" sldId="832"/>
            <ac:spMk id="30" creationId="{DD1C867F-C413-2711-409B-65A13BB0C7F7}"/>
          </ac:spMkLst>
        </pc:spChg>
        <pc:spChg chg="add mod">
          <ac:chgData name="ARJAV JAIN" userId="0c0bf2fd-5996-4b26-8ea0-493cd03236ea" providerId="ADAL" clId="{FB81332B-BD02-4858-B820-7C3C0EE5CC97}" dt="2022-08-27T04:08:03.322" v="8269" actId="1037"/>
          <ac:spMkLst>
            <pc:docMk/>
            <pc:sldMk cId="1780084305" sldId="832"/>
            <ac:spMk id="31" creationId="{9C7759EE-9D8A-BBA5-8979-6A08978E8604}"/>
          </ac:spMkLst>
        </pc:spChg>
        <pc:spChg chg="add mod">
          <ac:chgData name="ARJAV JAIN" userId="0c0bf2fd-5996-4b26-8ea0-493cd03236ea" providerId="ADAL" clId="{FB81332B-BD02-4858-B820-7C3C0EE5CC97}" dt="2022-08-27T04:08:03.322" v="8269" actId="1037"/>
          <ac:spMkLst>
            <pc:docMk/>
            <pc:sldMk cId="1780084305" sldId="832"/>
            <ac:spMk id="32" creationId="{16A44E70-A201-D67E-0CAF-1B82FB36ACED}"/>
          </ac:spMkLst>
        </pc:spChg>
        <pc:spChg chg="add mod">
          <ac:chgData name="ARJAV JAIN" userId="0c0bf2fd-5996-4b26-8ea0-493cd03236ea" providerId="ADAL" clId="{FB81332B-BD02-4858-B820-7C3C0EE5CC97}" dt="2022-08-27T04:08:03.322" v="8269" actId="1037"/>
          <ac:spMkLst>
            <pc:docMk/>
            <pc:sldMk cId="1780084305" sldId="832"/>
            <ac:spMk id="33" creationId="{A33357E0-E306-C792-86E8-7C5BA33AC890}"/>
          </ac:spMkLst>
        </pc:spChg>
        <pc:spChg chg="add mod">
          <ac:chgData name="ARJAV JAIN" userId="0c0bf2fd-5996-4b26-8ea0-493cd03236ea" providerId="ADAL" clId="{FB81332B-BD02-4858-B820-7C3C0EE5CC97}" dt="2022-08-27T04:08:49.396" v="8362" actId="14100"/>
          <ac:spMkLst>
            <pc:docMk/>
            <pc:sldMk cId="1780084305" sldId="832"/>
            <ac:spMk id="34" creationId="{90D424AF-D4E8-C715-BD2D-AC31CB48D8AE}"/>
          </ac:spMkLst>
        </pc:spChg>
        <pc:picChg chg="del">
          <ac:chgData name="ARJAV JAIN" userId="0c0bf2fd-5996-4b26-8ea0-493cd03236ea" providerId="ADAL" clId="{FB81332B-BD02-4858-B820-7C3C0EE5CC97}" dt="2022-08-27T04:09:28.267" v="8363" actId="478"/>
          <ac:picMkLst>
            <pc:docMk/>
            <pc:sldMk cId="1780084305" sldId="832"/>
            <ac:picMk id="20" creationId="{72C28D7F-06EF-BEDB-B70C-572CBA2783A9}"/>
          </ac:picMkLst>
        </pc:picChg>
      </pc:sldChg>
      <pc:sldChg chg="modSp add mod">
        <pc:chgData name="ARJAV JAIN" userId="0c0bf2fd-5996-4b26-8ea0-493cd03236ea" providerId="ADAL" clId="{FB81332B-BD02-4858-B820-7C3C0EE5CC97}" dt="2022-08-26T22:39:19.806" v="7341" actId="20577"/>
        <pc:sldMkLst>
          <pc:docMk/>
          <pc:sldMk cId="1978056225" sldId="833"/>
        </pc:sldMkLst>
        <pc:spChg chg="mod">
          <ac:chgData name="ARJAV JAIN" userId="0c0bf2fd-5996-4b26-8ea0-493cd03236ea" providerId="ADAL" clId="{FB81332B-BD02-4858-B820-7C3C0EE5CC97}" dt="2022-08-26T22:39:19.806" v="7341" actId="20577"/>
          <ac:spMkLst>
            <pc:docMk/>
            <pc:sldMk cId="1978056225" sldId="833"/>
            <ac:spMk id="3" creationId="{71006755-B991-AE5C-25A4-DC7F5DD65EA7}"/>
          </ac:spMkLst>
        </pc:spChg>
      </pc:sldChg>
      <pc:sldChg chg="addSp delSp modSp add del mod setBg">
        <pc:chgData name="ARJAV JAIN" userId="0c0bf2fd-5996-4b26-8ea0-493cd03236ea" providerId="ADAL" clId="{FB81332B-BD02-4858-B820-7C3C0EE5CC97}" dt="2022-08-27T04:16:14.806" v="8376" actId="47"/>
        <pc:sldMkLst>
          <pc:docMk/>
          <pc:sldMk cId="3069713915" sldId="834"/>
        </pc:sldMkLst>
        <pc:spChg chg="del">
          <ac:chgData name="ARJAV JAIN" userId="0c0bf2fd-5996-4b26-8ea0-493cd03236ea" providerId="ADAL" clId="{FB81332B-BD02-4858-B820-7C3C0EE5CC97}" dt="2022-08-26T22:56:25.655" v="7784" actId="478"/>
          <ac:spMkLst>
            <pc:docMk/>
            <pc:sldMk cId="3069713915" sldId="834"/>
            <ac:spMk id="2" creationId="{91A60D12-EFA5-4724-A6F3-0D107C2A344F}"/>
          </ac:spMkLst>
        </pc:spChg>
        <pc:spChg chg="add del mod">
          <ac:chgData name="ARJAV JAIN" userId="0c0bf2fd-5996-4b26-8ea0-493cd03236ea" providerId="ADAL" clId="{FB81332B-BD02-4858-B820-7C3C0EE5CC97}" dt="2022-08-26T22:56:47.835" v="7789" actId="478"/>
          <ac:spMkLst>
            <pc:docMk/>
            <pc:sldMk cId="3069713915" sldId="834"/>
            <ac:spMk id="3" creationId="{991963BF-DB2C-5E91-6684-06235174593B}"/>
          </ac:spMkLst>
        </pc:spChg>
        <pc:spChg chg="add mod">
          <ac:chgData name="ARJAV JAIN" userId="0c0bf2fd-5996-4b26-8ea0-493cd03236ea" providerId="ADAL" clId="{FB81332B-BD02-4858-B820-7C3C0EE5CC97}" dt="2022-08-26T22:57:29.697" v="7817" actId="1036"/>
          <ac:spMkLst>
            <pc:docMk/>
            <pc:sldMk cId="3069713915" sldId="834"/>
            <ac:spMk id="7" creationId="{511848F2-0F05-1BCD-F57E-C4673BBC97FB}"/>
          </ac:spMkLst>
        </pc:spChg>
        <pc:spChg chg="add del mod">
          <ac:chgData name="ARJAV JAIN" userId="0c0bf2fd-5996-4b26-8ea0-493cd03236ea" providerId="ADAL" clId="{FB81332B-BD02-4858-B820-7C3C0EE5CC97}" dt="2022-08-26T22:57:54.939" v="7822" actId="478"/>
          <ac:spMkLst>
            <pc:docMk/>
            <pc:sldMk cId="3069713915" sldId="834"/>
            <ac:spMk id="8" creationId="{C4780465-6344-6095-40AF-8B7EEF9685EF}"/>
          </ac:spMkLst>
        </pc:spChg>
        <pc:spChg chg="del">
          <ac:chgData name="ARJAV JAIN" userId="0c0bf2fd-5996-4b26-8ea0-493cd03236ea" providerId="ADAL" clId="{FB81332B-BD02-4858-B820-7C3C0EE5CC97}" dt="2022-08-26T22:56:25.655" v="7784" actId="478"/>
          <ac:spMkLst>
            <pc:docMk/>
            <pc:sldMk cId="3069713915" sldId="834"/>
            <ac:spMk id="20" creationId="{FA513541-8021-44D6-B0F3-D8B25BCC9CD5}"/>
          </ac:spMkLst>
        </pc:spChg>
        <pc:spChg chg="del">
          <ac:chgData name="ARJAV JAIN" userId="0c0bf2fd-5996-4b26-8ea0-493cd03236ea" providerId="ADAL" clId="{FB81332B-BD02-4858-B820-7C3C0EE5CC97}" dt="2022-08-26T22:56:25.655" v="7784" actId="478"/>
          <ac:spMkLst>
            <pc:docMk/>
            <pc:sldMk cId="3069713915" sldId="834"/>
            <ac:spMk id="21" creationId="{88E97728-B8B0-43A3-9B82-D441608353E8}"/>
          </ac:spMkLst>
        </pc:spChg>
        <pc:spChg chg="del">
          <ac:chgData name="ARJAV JAIN" userId="0c0bf2fd-5996-4b26-8ea0-493cd03236ea" providerId="ADAL" clId="{FB81332B-BD02-4858-B820-7C3C0EE5CC97}" dt="2022-08-26T22:56:25.655" v="7784" actId="478"/>
          <ac:spMkLst>
            <pc:docMk/>
            <pc:sldMk cId="3069713915" sldId="834"/>
            <ac:spMk id="22" creationId="{1DAD297F-DC67-4BE8-A5A5-139AB911BF26}"/>
          </ac:spMkLst>
        </pc:spChg>
        <pc:spChg chg="del">
          <ac:chgData name="ARJAV JAIN" userId="0c0bf2fd-5996-4b26-8ea0-493cd03236ea" providerId="ADAL" clId="{FB81332B-BD02-4858-B820-7C3C0EE5CC97}" dt="2022-08-26T22:56:25.655" v="7784" actId="478"/>
          <ac:spMkLst>
            <pc:docMk/>
            <pc:sldMk cId="3069713915" sldId="834"/>
            <ac:spMk id="26" creationId="{731B2346-72EF-448E-A768-1ADD6BF60980}"/>
          </ac:spMkLst>
        </pc:spChg>
        <pc:spChg chg="mod">
          <ac:chgData name="ARJAV JAIN" userId="0c0bf2fd-5996-4b26-8ea0-493cd03236ea" providerId="ADAL" clId="{FB81332B-BD02-4858-B820-7C3C0EE5CC97}" dt="2022-08-26T22:57:53.269" v="7821" actId="207"/>
          <ac:spMkLst>
            <pc:docMk/>
            <pc:sldMk cId="3069713915" sldId="834"/>
            <ac:spMk id="27" creationId="{8514FFC7-ECB0-47B2-AF82-793F3B5667EA}"/>
          </ac:spMkLst>
        </pc:spChg>
        <pc:spChg chg="del">
          <ac:chgData name="ARJAV JAIN" userId="0c0bf2fd-5996-4b26-8ea0-493cd03236ea" providerId="ADAL" clId="{FB81332B-BD02-4858-B820-7C3C0EE5CC97}" dt="2022-08-26T22:56:27.097" v="7786" actId="478"/>
          <ac:spMkLst>
            <pc:docMk/>
            <pc:sldMk cId="3069713915" sldId="834"/>
            <ac:spMk id="103" creationId="{00000000-0000-0000-0000-000000000000}"/>
          </ac:spMkLst>
        </pc:spChg>
        <pc:spChg chg="del">
          <ac:chgData name="ARJAV JAIN" userId="0c0bf2fd-5996-4b26-8ea0-493cd03236ea" providerId="ADAL" clId="{FB81332B-BD02-4858-B820-7C3C0EE5CC97}" dt="2022-08-26T22:56:26.554" v="7785" actId="478"/>
          <ac:spMkLst>
            <pc:docMk/>
            <pc:sldMk cId="3069713915" sldId="834"/>
            <ac:spMk id="104" creationId="{00000000-0000-0000-0000-000000000000}"/>
          </ac:spMkLst>
        </pc:spChg>
        <pc:grpChg chg="del">
          <ac:chgData name="ARJAV JAIN" userId="0c0bf2fd-5996-4b26-8ea0-493cd03236ea" providerId="ADAL" clId="{FB81332B-BD02-4858-B820-7C3C0EE5CC97}" dt="2022-08-26T22:56:42.718" v="7787" actId="478"/>
          <ac:grpSpMkLst>
            <pc:docMk/>
            <pc:sldMk cId="3069713915" sldId="834"/>
            <ac:grpSpMk id="17" creationId="{63921841-5D10-471D-A704-05793F4E839C}"/>
          </ac:grpSpMkLst>
        </pc:grpChg>
        <pc:picChg chg="add del mod">
          <ac:chgData name="ARJAV JAIN" userId="0c0bf2fd-5996-4b26-8ea0-493cd03236ea" providerId="ADAL" clId="{FB81332B-BD02-4858-B820-7C3C0EE5CC97}" dt="2022-08-26T22:57:07.311" v="7797" actId="478"/>
          <ac:picMkLst>
            <pc:docMk/>
            <pc:sldMk cId="3069713915" sldId="834"/>
            <ac:picMk id="4" creationId="{59C76AFD-6AF6-CBE5-71FF-7A0C3CF993A0}"/>
          </ac:picMkLst>
        </pc:picChg>
        <pc:picChg chg="add mod">
          <ac:chgData name="ARJAV JAIN" userId="0c0bf2fd-5996-4b26-8ea0-493cd03236ea" providerId="ADAL" clId="{FB81332B-BD02-4858-B820-7C3C0EE5CC97}" dt="2022-08-26T22:56:53.373" v="7792" actId="1076"/>
          <ac:picMkLst>
            <pc:docMk/>
            <pc:sldMk cId="3069713915" sldId="834"/>
            <ac:picMk id="5" creationId="{6B38E348-2B80-D5D4-A67E-5CF255976DD5}"/>
          </ac:picMkLst>
        </pc:picChg>
        <pc:picChg chg="mod">
          <ac:chgData name="ARJAV JAIN" userId="0c0bf2fd-5996-4b26-8ea0-493cd03236ea" providerId="ADAL" clId="{FB81332B-BD02-4858-B820-7C3C0EE5CC97}" dt="2022-08-26T22:57:29.697" v="7817" actId="1036"/>
          <ac:picMkLst>
            <pc:docMk/>
            <pc:sldMk cId="3069713915" sldId="834"/>
            <ac:picMk id="6" creationId="{644EAC28-F320-0769-B620-D858DA45CA7C}"/>
          </ac:picMkLst>
        </pc:picChg>
      </pc:sldChg>
      <pc:sldChg chg="addSp delSp modSp add mod">
        <pc:chgData name="ARJAV JAIN" userId="0c0bf2fd-5996-4b26-8ea0-493cd03236ea" providerId="ADAL" clId="{FB81332B-BD02-4858-B820-7C3C0EE5CC97}" dt="2022-08-27T04:17:14.603" v="8414" actId="207"/>
        <pc:sldMkLst>
          <pc:docMk/>
          <pc:sldMk cId="1632675906" sldId="835"/>
        </pc:sldMkLst>
        <pc:spChg chg="add mod">
          <ac:chgData name="ARJAV JAIN" userId="0c0bf2fd-5996-4b26-8ea0-493cd03236ea" providerId="ADAL" clId="{FB81332B-BD02-4858-B820-7C3C0EE5CC97}" dt="2022-08-27T04:17:14.603" v="8414" actId="207"/>
          <ac:spMkLst>
            <pc:docMk/>
            <pc:sldMk cId="1632675906" sldId="835"/>
            <ac:spMk id="2" creationId="{4D57FAA6-9807-9F73-F941-80299A33D508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3" creationId="{71006755-B991-AE5C-25A4-DC7F5DD65EA7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5" creationId="{594FF0B1-6648-861E-F02A-0A2D0BD713DE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7" creationId="{48032910-37F1-8FFF-2E1B-02F38A644D32}"/>
          </ac:spMkLst>
        </pc:spChg>
        <pc:spChg chg="del">
          <ac:chgData name="ARJAV JAIN" userId="0c0bf2fd-5996-4b26-8ea0-493cd03236ea" providerId="ADAL" clId="{FB81332B-BD02-4858-B820-7C3C0EE5CC97}" dt="2022-08-27T04:16:04.657" v="8374" actId="478"/>
          <ac:spMkLst>
            <pc:docMk/>
            <pc:sldMk cId="1632675906" sldId="835"/>
            <ac:spMk id="8" creationId="{5C51D102-61BE-FAB5-ECA1-74677A869104}"/>
          </ac:spMkLst>
        </pc:spChg>
        <pc:spChg chg="add mod">
          <ac:chgData name="ARJAV JAIN" userId="0c0bf2fd-5996-4b26-8ea0-493cd03236ea" providerId="ADAL" clId="{FB81332B-BD02-4858-B820-7C3C0EE5CC97}" dt="2022-08-27T04:16:12.193" v="8375"/>
          <ac:spMkLst>
            <pc:docMk/>
            <pc:sldMk cId="1632675906" sldId="835"/>
            <ac:spMk id="9" creationId="{A7FC3324-9DC9-51C8-82CC-2B61CC71D1BF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10" creationId="{2040C507-9F44-9A5F-051F-317C37DD3141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11" creationId="{724C2B60-438E-B374-DBF6-1AE5CA680E8D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12" creationId="{FDEF6C26-2D98-483D-7F3B-57B7AD2B4D67}"/>
          </ac:spMkLst>
        </pc:spChg>
        <pc:spChg chg="del">
          <ac:chgData name="ARJAV JAIN" userId="0c0bf2fd-5996-4b26-8ea0-493cd03236ea" providerId="ADAL" clId="{FB81332B-BD02-4858-B820-7C3C0EE5CC97}" dt="2022-08-27T04:16:00.156" v="8372" actId="478"/>
          <ac:spMkLst>
            <pc:docMk/>
            <pc:sldMk cId="1632675906" sldId="835"/>
            <ac:spMk id="14" creationId="{D2521EE9-6F16-428E-9D06-BA4D59978FC1}"/>
          </ac:spMkLst>
        </pc:spChg>
        <pc:spChg chg="del">
          <ac:chgData name="ARJAV JAIN" userId="0c0bf2fd-5996-4b26-8ea0-493cd03236ea" providerId="ADAL" clId="{FB81332B-BD02-4858-B820-7C3C0EE5CC97}" dt="2022-08-27T04:16:00.156" v="8372" actId="478"/>
          <ac:spMkLst>
            <pc:docMk/>
            <pc:sldMk cId="1632675906" sldId="835"/>
            <ac:spMk id="17" creationId="{AE409D53-CB4E-C6E8-C51B-1CC89CC04CC5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18" creationId="{CB07551C-FD17-C6F1-830B-516FDAD73E27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19" creationId="{2AEFE40F-F343-A00F-F161-C7C51FA23637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21" creationId="{0C55816B-94BE-BB4D-8E3D-592C13FD6C3C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32" creationId="{C90044F4-2A33-8E22-522F-AABDF763374F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33" creationId="{E95EF362-9737-4FA6-2EB1-26591F1E2FF5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35" creationId="{2D4F4C48-08E8-B75B-A80B-AC414D6D8B7E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40" creationId="{A259C94D-7A15-72DD-74A7-A9664BCA5AD5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42" creationId="{2C97C29F-4718-801B-943D-44F095D3039F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47" creationId="{5B1E7189-08A6-F822-8576-E78043A922BE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48" creationId="{3E5EC510-1B75-B252-8C51-489E29CEB420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53" creationId="{B9019071-0027-909D-6EB1-7A14E9F742FC}"/>
          </ac:spMkLst>
        </pc:spChg>
        <pc:spChg chg="del">
          <ac:chgData name="ARJAV JAIN" userId="0c0bf2fd-5996-4b26-8ea0-493cd03236ea" providerId="ADAL" clId="{FB81332B-BD02-4858-B820-7C3C0EE5CC97}" dt="2022-08-27T04:16:03.157" v="8373" actId="478"/>
          <ac:spMkLst>
            <pc:docMk/>
            <pc:sldMk cId="1632675906" sldId="835"/>
            <ac:spMk id="54" creationId="{CFCE7913-78B7-F2A5-B82A-D22D31BD2B29}"/>
          </ac:spMkLst>
        </pc:spChg>
        <pc:picChg chg="add mod">
          <ac:chgData name="ARJAV JAIN" userId="0c0bf2fd-5996-4b26-8ea0-493cd03236ea" providerId="ADAL" clId="{FB81332B-BD02-4858-B820-7C3C0EE5CC97}" dt="2022-08-27T04:16:12.193" v="8375"/>
          <ac:picMkLst>
            <pc:docMk/>
            <pc:sldMk cId="1632675906" sldId="835"/>
            <ac:picMk id="4" creationId="{18445E5D-D332-D9DF-4EB9-5B4D2C1F08DD}"/>
          </ac:picMkLst>
        </pc:picChg>
        <pc:picChg chg="add mod">
          <ac:chgData name="ARJAV JAIN" userId="0c0bf2fd-5996-4b26-8ea0-493cd03236ea" providerId="ADAL" clId="{FB81332B-BD02-4858-B820-7C3C0EE5CC97}" dt="2022-08-27T04:16:12.193" v="8375"/>
          <ac:picMkLst>
            <pc:docMk/>
            <pc:sldMk cId="1632675906" sldId="835"/>
            <ac:picMk id="6" creationId="{223D5BFE-331C-3B4A-9DCE-69F4AF3449EC}"/>
          </ac:picMkLst>
        </pc:picChg>
        <pc:picChg chg="del">
          <ac:chgData name="ARJAV JAIN" userId="0c0bf2fd-5996-4b26-8ea0-493cd03236ea" providerId="ADAL" clId="{FB81332B-BD02-4858-B820-7C3C0EE5CC97}" dt="2022-08-27T04:16:00.156" v="8372" actId="478"/>
          <ac:picMkLst>
            <pc:docMk/>
            <pc:sldMk cId="1632675906" sldId="835"/>
            <ac:picMk id="15" creationId="{2CEF7932-974C-815C-50C7-45858F503D14}"/>
          </ac:picMkLst>
        </pc:picChg>
        <pc:picChg chg="del">
          <ac:chgData name="ARJAV JAIN" userId="0c0bf2fd-5996-4b26-8ea0-493cd03236ea" providerId="ADAL" clId="{FB81332B-BD02-4858-B820-7C3C0EE5CC97}" dt="2022-08-27T04:16:00.156" v="8372" actId="478"/>
          <ac:picMkLst>
            <pc:docMk/>
            <pc:sldMk cId="1632675906" sldId="835"/>
            <ac:picMk id="16" creationId="{F2E28041-2D6D-218D-83EB-853D9C2853E8}"/>
          </ac:picMkLst>
        </pc:picChg>
        <pc:picChg chg="del">
          <ac:chgData name="ARJAV JAIN" userId="0c0bf2fd-5996-4b26-8ea0-493cd03236ea" providerId="ADAL" clId="{FB81332B-BD02-4858-B820-7C3C0EE5CC97}" dt="2022-08-27T04:16:03.157" v="8373" actId="478"/>
          <ac:picMkLst>
            <pc:docMk/>
            <pc:sldMk cId="1632675906" sldId="835"/>
            <ac:picMk id="22" creationId="{6E67C7FE-19BF-9B05-FF2E-30B009F35446}"/>
          </ac:picMkLst>
        </pc:picChg>
        <pc:picChg chg="del">
          <ac:chgData name="ARJAV JAIN" userId="0c0bf2fd-5996-4b26-8ea0-493cd03236ea" providerId="ADAL" clId="{FB81332B-BD02-4858-B820-7C3C0EE5CC97}" dt="2022-08-27T04:16:03.157" v="8373" actId="478"/>
          <ac:picMkLst>
            <pc:docMk/>
            <pc:sldMk cId="1632675906" sldId="835"/>
            <ac:picMk id="1026" creationId="{DE0CC257-9D1D-7994-DB6B-E75C239BEE4D}"/>
          </ac:picMkLst>
        </pc:picChg>
        <pc:picChg chg="del">
          <ac:chgData name="ARJAV JAIN" userId="0c0bf2fd-5996-4b26-8ea0-493cd03236ea" providerId="ADAL" clId="{FB81332B-BD02-4858-B820-7C3C0EE5CC97}" dt="2022-08-27T04:16:03.157" v="8373" actId="478"/>
          <ac:picMkLst>
            <pc:docMk/>
            <pc:sldMk cId="1632675906" sldId="835"/>
            <ac:picMk id="1028" creationId="{92D8F5C5-4947-F996-B051-D1B413BE2F3C}"/>
          </ac:picMkLst>
        </pc:picChg>
        <pc:picChg chg="del">
          <ac:chgData name="ARJAV JAIN" userId="0c0bf2fd-5996-4b26-8ea0-493cd03236ea" providerId="ADAL" clId="{FB81332B-BD02-4858-B820-7C3C0EE5CC97}" dt="2022-08-27T04:16:03.157" v="8373" actId="478"/>
          <ac:picMkLst>
            <pc:docMk/>
            <pc:sldMk cId="1632675906" sldId="835"/>
            <ac:picMk id="1030" creationId="{3BDDA8DE-9705-7550-A2A1-47CB6F595D3F}"/>
          </ac:picMkLst>
        </pc:pic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23" creationId="{BE10D354-1084-45A1-AAF8-635DF01F1D1E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24" creationId="{B401E8A5-B816-984A-F3D4-40E1A7838103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25" creationId="{F651C03C-0869-6F49-BF15-BC17E12A8BF4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36" creationId="{1F32C585-5411-0C47-D974-A1D9A12D74D1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41" creationId="{5640C7C8-C502-1EFF-45F7-F54420EB9C47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50" creationId="{F8C92D01-3021-E41D-6BF0-C9393F8342A3}"/>
          </ac:cxnSpMkLst>
        </pc:cxnChg>
        <pc:cxnChg chg="del">
          <ac:chgData name="ARJAV JAIN" userId="0c0bf2fd-5996-4b26-8ea0-493cd03236ea" providerId="ADAL" clId="{FB81332B-BD02-4858-B820-7C3C0EE5CC97}" dt="2022-08-27T04:16:03.157" v="8373" actId="478"/>
          <ac:cxnSpMkLst>
            <pc:docMk/>
            <pc:sldMk cId="1632675906" sldId="835"/>
            <ac:cxnSpMk id="51" creationId="{0E64B0D6-B70D-79C1-70BA-86EA6A544238}"/>
          </ac:cxnSpMkLst>
        </pc:cxnChg>
      </pc:sldChg>
      <pc:sldMasterChg chg="delSldLayout">
        <pc:chgData name="ARJAV JAIN" userId="0c0bf2fd-5996-4b26-8ea0-493cd03236ea" providerId="ADAL" clId="{FB81332B-BD02-4858-B820-7C3C0EE5CC97}" dt="2022-08-26T23:14:12.084" v="8057" actId="47"/>
        <pc:sldMasterMkLst>
          <pc:docMk/>
          <pc:sldMasterMk cId="2271184535" sldId="2147483660"/>
        </pc:sldMasterMkLst>
        <pc:sldLayoutChg chg="del">
          <pc:chgData name="ARJAV JAIN" userId="0c0bf2fd-5996-4b26-8ea0-493cd03236ea" providerId="ADAL" clId="{FB81332B-BD02-4858-B820-7C3C0EE5CC97}" dt="2022-08-26T23:14:12.084" v="8057" actId="47"/>
          <pc:sldLayoutMkLst>
            <pc:docMk/>
            <pc:sldMasterMk cId="2271184535" sldId="2147483660"/>
            <pc:sldLayoutMk cId="1497718892" sldId="2147483661"/>
          </pc:sldLayoutMkLst>
        </pc:sldLayoutChg>
        <pc:sldLayoutChg chg="del">
          <pc:chgData name="ARJAV JAIN" userId="0c0bf2fd-5996-4b26-8ea0-493cd03236ea" providerId="ADAL" clId="{FB81332B-BD02-4858-B820-7C3C0EE5CC97}" dt="2022-08-26T23:14:12.084" v="8057" actId="47"/>
          <pc:sldLayoutMkLst>
            <pc:docMk/>
            <pc:sldMasterMk cId="2271184535" sldId="2147483660"/>
            <pc:sldLayoutMk cId="33586181" sldId="2147483671"/>
          </pc:sldLayoutMkLst>
        </pc:sldLayoutChg>
      </pc:sldMasterChg>
    </pc:docChg>
  </pc:docChgLst>
  <pc:docChgLst>
    <pc:chgData name="Guest User" userId="S::urn:spo:anon#c664c0649f78577aa462a1feb445f06ebc2addc7cf99316cd3bf5612fbb7fffa::" providerId="AD" clId="Web-{1A6DCFEB-EB3D-D9E3-F436-62D8A3729782}"/>
    <pc:docChg chg="addSld modSld modSection">
      <pc:chgData name="Guest User" userId="S::urn:spo:anon#c664c0649f78577aa462a1feb445f06ebc2addc7cf99316cd3bf5612fbb7fffa::" providerId="AD" clId="Web-{1A6DCFEB-EB3D-D9E3-F436-62D8A3729782}" dt="2022-08-26T13:26:15.364" v="65" actId="1076"/>
      <pc:docMkLst>
        <pc:docMk/>
      </pc:docMkLst>
      <pc:sldChg chg="addSp delSp modSp add replId">
        <pc:chgData name="Guest User" userId="S::urn:spo:anon#c664c0649f78577aa462a1feb445f06ebc2addc7cf99316cd3bf5612fbb7fffa::" providerId="AD" clId="Web-{1A6DCFEB-EB3D-D9E3-F436-62D8A3729782}" dt="2022-08-26T13:26:15.364" v="65" actId="1076"/>
        <pc:sldMkLst>
          <pc:docMk/>
          <pc:sldMk cId="99335071" sldId="822"/>
        </pc:sldMkLst>
        <pc:spChg chg="del">
          <ac:chgData name="Guest User" userId="S::urn:spo:anon#c664c0649f78577aa462a1feb445f06ebc2addc7cf99316cd3bf5612fbb7fffa::" providerId="AD" clId="Web-{1A6DCFEB-EB3D-D9E3-F436-62D8A3729782}" dt="2022-08-26T13:00:15.936" v="8"/>
          <ac:spMkLst>
            <pc:docMk/>
            <pc:sldMk cId="99335071" sldId="822"/>
            <ac:spMk id="5" creationId="{B4F121E8-E3D3-2D38-EAF0-DBC05E826991}"/>
          </ac:spMkLst>
        </pc:spChg>
        <pc:spChg chg="add mod">
          <ac:chgData name="Guest User" userId="S::urn:spo:anon#c664c0649f78577aa462a1feb445f06ebc2addc7cf99316cd3bf5612fbb7fffa::" providerId="AD" clId="Web-{1A6DCFEB-EB3D-D9E3-F436-62D8A3729782}" dt="2022-08-26T13:26:15.364" v="65" actId="1076"/>
          <ac:spMkLst>
            <pc:docMk/>
            <pc:sldMk cId="99335071" sldId="822"/>
            <ac:spMk id="9" creationId="{A19BC5A1-0825-620A-9CE1-8B4F65E70D04}"/>
          </ac:spMkLst>
        </pc:spChg>
        <pc:spChg chg="del">
          <ac:chgData name="Guest User" userId="S::urn:spo:anon#c664c0649f78577aa462a1feb445f06ebc2addc7cf99316cd3bf5612fbb7fffa::" providerId="AD" clId="Web-{1A6DCFEB-EB3D-D9E3-F436-62D8A3729782}" dt="2022-08-26T13:00:15.936" v="6"/>
          <ac:spMkLst>
            <pc:docMk/>
            <pc:sldMk cId="99335071" sldId="822"/>
            <ac:spMk id="14" creationId="{981D982F-2B1F-E660-0151-E9FD9450DD4C}"/>
          </ac:spMkLst>
        </pc:spChg>
        <pc:spChg chg="del">
          <ac:chgData name="Guest User" userId="S::urn:spo:anon#c664c0649f78577aa462a1feb445f06ebc2addc7cf99316cd3bf5612fbb7fffa::" providerId="AD" clId="Web-{1A6DCFEB-EB3D-D9E3-F436-62D8A3729782}" dt="2022-08-26T13:00:15.936" v="4"/>
          <ac:spMkLst>
            <pc:docMk/>
            <pc:sldMk cId="99335071" sldId="822"/>
            <ac:spMk id="17" creationId="{D05175F9-637D-E718-72C9-0BB70081EEF0}"/>
          </ac:spMkLst>
        </pc:spChg>
        <pc:spChg chg="del">
          <ac:chgData name="Guest User" userId="S::urn:spo:anon#c664c0649f78577aa462a1feb445f06ebc2addc7cf99316cd3bf5612fbb7fffa::" providerId="AD" clId="Web-{1A6DCFEB-EB3D-D9E3-F436-62D8A3729782}" dt="2022-08-26T13:00:15.936" v="2"/>
          <ac:spMkLst>
            <pc:docMk/>
            <pc:sldMk cId="99335071" sldId="822"/>
            <ac:spMk id="21" creationId="{28366CEC-1CAF-16ED-0E1B-3A4BFA2CA99B}"/>
          </ac:spMkLst>
        </pc:spChg>
        <pc:spChg chg="mod">
          <ac:chgData name="Guest User" userId="S::urn:spo:anon#c664c0649f78577aa462a1feb445f06ebc2addc7cf99316cd3bf5612fbb7fffa::" providerId="AD" clId="Web-{1A6DCFEB-EB3D-D9E3-F436-62D8A3729782}" dt="2022-08-26T13:24:56.082" v="57" actId="20577"/>
          <ac:spMkLst>
            <pc:docMk/>
            <pc:sldMk cId="99335071" sldId="822"/>
            <ac:spMk id="31" creationId="{78A88EE9-38E3-52B8-C8AA-919741FDECD6}"/>
          </ac:spMkLst>
        </pc:spChg>
        <pc:picChg chg="add mod">
          <ac:chgData name="Guest User" userId="S::urn:spo:anon#c664c0649f78577aa462a1feb445f06ebc2addc7cf99316cd3bf5612fbb7fffa::" providerId="AD" clId="Web-{1A6DCFEB-EB3D-D9E3-F436-62D8A3729782}" dt="2022-08-26T13:16:02.559" v="27" actId="1076"/>
          <ac:picMkLst>
            <pc:docMk/>
            <pc:sldMk cId="99335071" sldId="822"/>
            <ac:picMk id="3" creationId="{3733C44C-2A53-711E-7DE8-5A5A5D847BE2}"/>
          </ac:picMkLst>
        </pc:picChg>
        <pc:picChg chg="del">
          <ac:chgData name="Guest User" userId="S::urn:spo:anon#c664c0649f78577aa462a1feb445f06ebc2addc7cf99316cd3bf5612fbb7fffa::" providerId="AD" clId="Web-{1A6DCFEB-EB3D-D9E3-F436-62D8A3729782}" dt="2022-08-26T13:00:15.936" v="9"/>
          <ac:picMkLst>
            <pc:docMk/>
            <pc:sldMk cId="99335071" sldId="822"/>
            <ac:picMk id="4" creationId="{47E19B98-1376-B346-8524-13C2AF838DCF}"/>
          </ac:picMkLst>
        </pc:picChg>
        <pc:picChg chg="add del mod">
          <ac:chgData name="Guest User" userId="S::urn:spo:anon#c664c0649f78577aa462a1feb445f06ebc2addc7cf99316cd3bf5612fbb7fffa::" providerId="AD" clId="Web-{1A6DCFEB-EB3D-D9E3-F436-62D8A3729782}" dt="2022-08-26T13:16:08.434" v="31"/>
          <ac:picMkLst>
            <pc:docMk/>
            <pc:sldMk cId="99335071" sldId="822"/>
            <ac:picMk id="7" creationId="{CFC0084B-ED25-70CC-54C0-5776ACE60FA0}"/>
          </ac:picMkLst>
        </pc:picChg>
        <pc:picChg chg="add mod">
          <ac:chgData name="Guest User" userId="S::urn:spo:anon#c664c0649f78577aa462a1feb445f06ebc2addc7cf99316cd3bf5612fbb7fffa::" providerId="AD" clId="Web-{1A6DCFEB-EB3D-D9E3-F436-62D8A3729782}" dt="2022-08-26T13:23:16.784" v="35" actId="1076"/>
          <ac:picMkLst>
            <pc:docMk/>
            <pc:sldMk cId="99335071" sldId="822"/>
            <ac:picMk id="8" creationId="{AE4659EE-E823-8F81-6F8F-2E5E87ADEAE2}"/>
          </ac:picMkLst>
        </pc:picChg>
        <pc:picChg chg="del">
          <ac:chgData name="Guest User" userId="S::urn:spo:anon#c664c0649f78577aa462a1feb445f06ebc2addc7cf99316cd3bf5612fbb7fffa::" providerId="AD" clId="Web-{1A6DCFEB-EB3D-D9E3-F436-62D8A3729782}" dt="2022-08-26T13:00:15.936" v="7"/>
          <ac:picMkLst>
            <pc:docMk/>
            <pc:sldMk cId="99335071" sldId="822"/>
            <ac:picMk id="12" creationId="{1E08C014-F492-EF75-B2C7-126E57E6E8C0}"/>
          </ac:picMkLst>
        </pc:picChg>
        <pc:picChg chg="del">
          <ac:chgData name="Guest User" userId="S::urn:spo:anon#c664c0649f78577aa462a1feb445f06ebc2addc7cf99316cd3bf5612fbb7fffa::" providerId="AD" clId="Web-{1A6DCFEB-EB3D-D9E3-F436-62D8A3729782}" dt="2022-08-26T13:00:15.936" v="5"/>
          <ac:picMkLst>
            <pc:docMk/>
            <pc:sldMk cId="99335071" sldId="822"/>
            <ac:picMk id="16" creationId="{E33CE4CB-8CCD-FC5A-8F7E-4F3A58A16C2C}"/>
          </ac:picMkLst>
        </pc:picChg>
        <pc:picChg chg="del">
          <ac:chgData name="Guest User" userId="S::urn:spo:anon#c664c0649f78577aa462a1feb445f06ebc2addc7cf99316cd3bf5612fbb7fffa::" providerId="AD" clId="Web-{1A6DCFEB-EB3D-D9E3-F436-62D8A3729782}" dt="2022-08-26T13:00:15.936" v="3"/>
          <ac:picMkLst>
            <pc:docMk/>
            <pc:sldMk cId="99335071" sldId="822"/>
            <ac:picMk id="19" creationId="{8B41E8E8-A13F-9644-8B34-C9DBFDB9D1F6}"/>
          </ac:picMkLst>
        </pc:picChg>
        <pc:picChg chg="del">
          <ac:chgData name="Guest User" userId="S::urn:spo:anon#c664c0649f78577aa462a1feb445f06ebc2addc7cf99316cd3bf5612fbb7fffa::" providerId="AD" clId="Web-{1A6DCFEB-EB3D-D9E3-F436-62D8A3729782}" dt="2022-08-26T13:00:15.936" v="1"/>
          <ac:picMkLst>
            <pc:docMk/>
            <pc:sldMk cId="99335071" sldId="822"/>
            <ac:picMk id="28" creationId="{CC1F8936-60B8-F3E7-BBC3-3D35A6CE29C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Driving 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Guwahati</c:v>
                </c:pt>
                <c:pt idx="1">
                  <c:v>Kanpur</c:v>
                </c:pt>
                <c:pt idx="2">
                  <c:v>Jaipur</c:v>
                </c:pt>
                <c:pt idx="3">
                  <c:v>NCR Delhi</c:v>
                </c:pt>
                <c:pt idx="4">
                  <c:v>Kolkata</c:v>
                </c:pt>
                <c:pt idx="5">
                  <c:v>Chennai</c:v>
                </c:pt>
                <c:pt idx="6">
                  <c:v>Bangalore</c:v>
                </c:pt>
                <c:pt idx="7">
                  <c:v>Ahmedabad</c:v>
                </c:pt>
                <c:pt idx="8">
                  <c:v>Mumbai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</c:v>
                </c:pt>
                <c:pt idx="1">
                  <c:v>13.1</c:v>
                </c:pt>
                <c:pt idx="2">
                  <c:v>13</c:v>
                </c:pt>
                <c:pt idx="3">
                  <c:v>12.6</c:v>
                </c:pt>
                <c:pt idx="4">
                  <c:v>12.3</c:v>
                </c:pt>
                <c:pt idx="5">
                  <c:v>11.2</c:v>
                </c:pt>
                <c:pt idx="6">
                  <c:v>11.2</c:v>
                </c:pt>
                <c:pt idx="7">
                  <c:v>10.6</c:v>
                </c:pt>
                <c:pt idx="8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6F-4D16-A6FA-7E8638A4F0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0616576"/>
        <c:axId val="1760608256"/>
      </c:barChart>
      <c:catAx>
        <c:axId val="17606165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08256"/>
        <c:crosses val="autoZero"/>
        <c:auto val="1"/>
        <c:lblAlgn val="ctr"/>
        <c:lblOffset val="100"/>
        <c:noMultiLvlLbl val="0"/>
      </c:catAx>
      <c:valAx>
        <c:axId val="176060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 per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1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3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6B5FA-7FC4-4B4E-8E3E-CE47CC9E69A2}" type="doc">
      <dgm:prSet loTypeId="urn:microsoft.com/office/officeart/2005/8/layout/cycle1" loCatId="cycle" qsTypeId="urn:microsoft.com/office/officeart/2005/8/quickstyle/simple4#3" qsCatId="simple" csTypeId="urn:microsoft.com/office/officeart/2005/8/colors/accent5_2#3" csCatId="accent5" phldr="1"/>
      <dgm:spPr/>
      <dgm:t>
        <a:bodyPr/>
        <a:lstStyle/>
        <a:p>
          <a:endParaRPr lang="en-US"/>
        </a:p>
      </dgm:t>
    </dgm:pt>
    <dgm:pt modelId="{609C07DB-8664-40CB-9DC6-852BA7CF2CB8}">
      <dgm:prSet phldrT="[Text]" custT="1"/>
      <dgm:spPr/>
      <dgm:t>
        <a:bodyPr/>
        <a:lstStyle/>
        <a:p>
          <a:r>
            <a: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Drive</a:t>
          </a:r>
          <a:r>
            <a:rPr lang="en-US" sz="29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(7h)</a:t>
          </a:r>
          <a:endParaRPr lang="en-US" sz="29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39C9D729-F35B-4382-AE57-A6677CDCB225}" type="parTrans" cxnId="{50E81FBB-B756-4583-864B-7D1E0D638F2E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7B04E47-5315-4FA9-A78E-1AC06D2B8A2D}" type="sibTrans" cxnId="{50E81FBB-B756-4583-864B-7D1E0D638F2E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30B402F4-36B5-43C6-A96C-B57BF2AE5C85}">
      <dgm:prSet phldrT="[Text]" custT="1"/>
      <dgm:spPr/>
      <dgm:t>
        <a:bodyPr/>
        <a:lstStyle/>
        <a:p>
          <a:r>
            <a: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Break</a:t>
          </a:r>
          <a:r>
            <a:rPr lang="en-US" sz="29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(2h)</a:t>
          </a:r>
        </a:p>
      </dgm:t>
    </dgm:pt>
    <dgm:pt modelId="{C931551C-941C-455C-87CE-3E9AC8BF1EDE}" type="parTrans" cxnId="{ADDCC202-AB49-4DB9-B9EF-C1D6F22FB841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EC08915-D6D2-4F72-AD4E-1E8927C35790}" type="sibTrans" cxnId="{ADDCC202-AB49-4DB9-B9EF-C1D6F22FB841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BA13769-2EAD-4CD2-9558-B588B55D6212}">
      <dgm:prSet phldrT="[Text]" custT="1"/>
      <dgm:spPr/>
      <dgm:t>
        <a:bodyPr/>
        <a:lstStyle/>
        <a:p>
          <a:r>
            <a: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Drive</a:t>
          </a:r>
          <a:r>
            <a:rPr lang="en-US" sz="3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(5h)</a:t>
          </a:r>
        </a:p>
      </dgm:t>
    </dgm:pt>
    <dgm:pt modelId="{F703511F-A452-4F20-9CFE-1E071201C5E9}" type="parTrans" cxnId="{B0435267-A5B1-4E7B-8ED0-57356014637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80966C4-7E8B-43B0-AAC3-03F6770F98F7}" type="sibTrans" cxnId="{B0435267-A5B1-4E7B-8ED0-57356014637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6F17BF6-4D5B-423E-8BCD-86DEC9A751B7}">
      <dgm:prSet phldrT="[Text]" custT="1"/>
      <dgm:spPr/>
      <dgm:t>
        <a:bodyPr/>
        <a:lstStyle/>
        <a:p>
          <a:r>
            <a: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Sleep</a:t>
          </a:r>
          <a:r>
            <a:rPr lang="en-US" sz="3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(7h)</a:t>
          </a:r>
        </a:p>
      </dgm:t>
    </dgm:pt>
    <dgm:pt modelId="{286A2E53-722C-458B-82BA-7C8D1DD921D9}" type="parTrans" cxnId="{56E0FD94-C8FA-42C3-A282-34D33C85C22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82DADB69-B050-42F0-9398-3B1338BCBBD5}" type="sibTrans" cxnId="{56E0FD94-C8FA-42C3-A282-34D33C85C22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0322E91-DFC8-40D0-9457-0F5DA6B20B8C}" type="pres">
      <dgm:prSet presAssocID="{6346B5FA-7FC4-4B4E-8E3E-CE47CC9E69A2}" presName="cycle" presStyleCnt="0">
        <dgm:presLayoutVars>
          <dgm:dir/>
          <dgm:resizeHandles val="exact"/>
        </dgm:presLayoutVars>
      </dgm:prSet>
      <dgm:spPr/>
    </dgm:pt>
    <dgm:pt modelId="{F9083425-4D1B-4BF3-B885-69958E19A9C4}" type="pres">
      <dgm:prSet presAssocID="{609C07DB-8664-40CB-9DC6-852BA7CF2CB8}" presName="dummy" presStyleCnt="0"/>
      <dgm:spPr/>
    </dgm:pt>
    <dgm:pt modelId="{8FDA9F01-0F96-40CF-B186-BCF732034CCB}" type="pres">
      <dgm:prSet presAssocID="{609C07DB-8664-40CB-9DC6-852BA7CF2CB8}" presName="node" presStyleLbl="revTx" presStyleIdx="0" presStyleCnt="4">
        <dgm:presLayoutVars>
          <dgm:bulletEnabled val="1"/>
        </dgm:presLayoutVars>
      </dgm:prSet>
      <dgm:spPr/>
    </dgm:pt>
    <dgm:pt modelId="{63FAF2B2-0503-4071-AF00-542B77B3632D}" type="pres">
      <dgm:prSet presAssocID="{27B04E47-5315-4FA9-A78E-1AC06D2B8A2D}" presName="sibTrans" presStyleLbl="node1" presStyleIdx="0" presStyleCnt="4"/>
      <dgm:spPr/>
    </dgm:pt>
    <dgm:pt modelId="{9AB9D7AC-AEDA-4724-9221-09D8F059F74F}" type="pres">
      <dgm:prSet presAssocID="{30B402F4-36B5-43C6-A96C-B57BF2AE5C85}" presName="dummy" presStyleCnt="0"/>
      <dgm:spPr/>
    </dgm:pt>
    <dgm:pt modelId="{42BC003A-EC81-4BB6-BBF9-F1B59715181D}" type="pres">
      <dgm:prSet presAssocID="{30B402F4-36B5-43C6-A96C-B57BF2AE5C85}" presName="node" presStyleLbl="revTx" presStyleIdx="1" presStyleCnt="4">
        <dgm:presLayoutVars>
          <dgm:bulletEnabled val="1"/>
        </dgm:presLayoutVars>
      </dgm:prSet>
      <dgm:spPr/>
    </dgm:pt>
    <dgm:pt modelId="{1B2493EC-226D-480F-AE5A-3E79FAADE33E}" type="pres">
      <dgm:prSet presAssocID="{6EC08915-D6D2-4F72-AD4E-1E8927C35790}" presName="sibTrans" presStyleLbl="node1" presStyleIdx="1" presStyleCnt="4"/>
      <dgm:spPr/>
    </dgm:pt>
    <dgm:pt modelId="{4EBFCC07-468C-4FA7-9B51-EFAFCFFFA13E}" type="pres">
      <dgm:prSet presAssocID="{6BA13769-2EAD-4CD2-9558-B588B55D6212}" presName="dummy" presStyleCnt="0"/>
      <dgm:spPr/>
    </dgm:pt>
    <dgm:pt modelId="{FBC87CF5-9FC3-4BBA-8974-479071F0B1CF}" type="pres">
      <dgm:prSet presAssocID="{6BA13769-2EAD-4CD2-9558-B588B55D6212}" presName="node" presStyleLbl="revTx" presStyleIdx="2" presStyleCnt="4">
        <dgm:presLayoutVars>
          <dgm:bulletEnabled val="1"/>
        </dgm:presLayoutVars>
      </dgm:prSet>
      <dgm:spPr/>
    </dgm:pt>
    <dgm:pt modelId="{A21742DF-6430-4554-9193-DD3AD52D1208}" type="pres">
      <dgm:prSet presAssocID="{480966C4-7E8B-43B0-AAC3-03F6770F98F7}" presName="sibTrans" presStyleLbl="node1" presStyleIdx="2" presStyleCnt="4"/>
      <dgm:spPr/>
    </dgm:pt>
    <dgm:pt modelId="{69D3D430-027C-44BC-8258-C374DC844C22}" type="pres">
      <dgm:prSet presAssocID="{B6F17BF6-4D5B-423E-8BCD-86DEC9A751B7}" presName="dummy" presStyleCnt="0"/>
      <dgm:spPr/>
    </dgm:pt>
    <dgm:pt modelId="{11BD541F-86D5-4912-BC39-9FA631BFBDE3}" type="pres">
      <dgm:prSet presAssocID="{B6F17BF6-4D5B-423E-8BCD-86DEC9A751B7}" presName="node" presStyleLbl="revTx" presStyleIdx="3" presStyleCnt="4">
        <dgm:presLayoutVars>
          <dgm:bulletEnabled val="1"/>
        </dgm:presLayoutVars>
      </dgm:prSet>
      <dgm:spPr/>
    </dgm:pt>
    <dgm:pt modelId="{0A50A36B-3753-4845-8EA2-8DB29578609B}" type="pres">
      <dgm:prSet presAssocID="{82DADB69-B050-42F0-9398-3B1338BCBBD5}" presName="sibTrans" presStyleLbl="node1" presStyleIdx="3" presStyleCnt="4"/>
      <dgm:spPr/>
    </dgm:pt>
  </dgm:ptLst>
  <dgm:cxnLst>
    <dgm:cxn modelId="{ADDCC202-AB49-4DB9-B9EF-C1D6F22FB841}" srcId="{6346B5FA-7FC4-4B4E-8E3E-CE47CC9E69A2}" destId="{30B402F4-36B5-43C6-A96C-B57BF2AE5C85}" srcOrd="1" destOrd="0" parTransId="{C931551C-941C-455C-87CE-3E9AC8BF1EDE}" sibTransId="{6EC08915-D6D2-4F72-AD4E-1E8927C35790}"/>
    <dgm:cxn modelId="{882EBE0D-82A6-4A22-9AA5-9714B63B4F4C}" type="presOf" srcId="{30B402F4-36B5-43C6-A96C-B57BF2AE5C85}" destId="{42BC003A-EC81-4BB6-BBF9-F1B59715181D}" srcOrd="0" destOrd="0" presId="urn:microsoft.com/office/officeart/2005/8/layout/cycle1"/>
    <dgm:cxn modelId="{9FC0A429-7300-4BAA-816C-C83613CAE566}" type="presOf" srcId="{82DADB69-B050-42F0-9398-3B1338BCBBD5}" destId="{0A50A36B-3753-4845-8EA2-8DB29578609B}" srcOrd="0" destOrd="0" presId="urn:microsoft.com/office/officeart/2005/8/layout/cycle1"/>
    <dgm:cxn modelId="{B0435267-A5B1-4E7B-8ED0-573560146374}" srcId="{6346B5FA-7FC4-4B4E-8E3E-CE47CC9E69A2}" destId="{6BA13769-2EAD-4CD2-9558-B588B55D6212}" srcOrd="2" destOrd="0" parTransId="{F703511F-A452-4F20-9CFE-1E071201C5E9}" sibTransId="{480966C4-7E8B-43B0-AAC3-03F6770F98F7}"/>
    <dgm:cxn modelId="{07556968-ADA5-4382-AB57-BF9BB4922879}" type="presOf" srcId="{6BA13769-2EAD-4CD2-9558-B588B55D6212}" destId="{FBC87CF5-9FC3-4BBA-8974-479071F0B1CF}" srcOrd="0" destOrd="0" presId="urn:microsoft.com/office/officeart/2005/8/layout/cycle1"/>
    <dgm:cxn modelId="{2F4AC38F-3DF3-4501-8D26-CA7ADE6BB995}" type="presOf" srcId="{6346B5FA-7FC4-4B4E-8E3E-CE47CC9E69A2}" destId="{70322E91-DFC8-40D0-9457-0F5DA6B20B8C}" srcOrd="0" destOrd="0" presId="urn:microsoft.com/office/officeart/2005/8/layout/cycle1"/>
    <dgm:cxn modelId="{56E0FD94-C8FA-42C3-A282-34D33C85C22D}" srcId="{6346B5FA-7FC4-4B4E-8E3E-CE47CC9E69A2}" destId="{B6F17BF6-4D5B-423E-8BCD-86DEC9A751B7}" srcOrd="3" destOrd="0" parTransId="{286A2E53-722C-458B-82BA-7C8D1DD921D9}" sibTransId="{82DADB69-B050-42F0-9398-3B1338BCBBD5}"/>
    <dgm:cxn modelId="{EE101796-E159-4EA7-B42B-8B89789ABB76}" type="presOf" srcId="{27B04E47-5315-4FA9-A78E-1AC06D2B8A2D}" destId="{63FAF2B2-0503-4071-AF00-542B77B3632D}" srcOrd="0" destOrd="0" presId="urn:microsoft.com/office/officeart/2005/8/layout/cycle1"/>
    <dgm:cxn modelId="{F5FB9C96-FB87-4E8F-B269-EEEF84D622A1}" type="presOf" srcId="{B6F17BF6-4D5B-423E-8BCD-86DEC9A751B7}" destId="{11BD541F-86D5-4912-BC39-9FA631BFBDE3}" srcOrd="0" destOrd="0" presId="urn:microsoft.com/office/officeart/2005/8/layout/cycle1"/>
    <dgm:cxn modelId="{50E81FBB-B756-4583-864B-7D1E0D638F2E}" srcId="{6346B5FA-7FC4-4B4E-8E3E-CE47CC9E69A2}" destId="{609C07DB-8664-40CB-9DC6-852BA7CF2CB8}" srcOrd="0" destOrd="0" parTransId="{39C9D729-F35B-4382-AE57-A6677CDCB225}" sibTransId="{27B04E47-5315-4FA9-A78E-1AC06D2B8A2D}"/>
    <dgm:cxn modelId="{7D0679C0-1F8C-4C51-908E-5377EEF0DE5E}" type="presOf" srcId="{609C07DB-8664-40CB-9DC6-852BA7CF2CB8}" destId="{8FDA9F01-0F96-40CF-B186-BCF732034CCB}" srcOrd="0" destOrd="0" presId="urn:microsoft.com/office/officeart/2005/8/layout/cycle1"/>
    <dgm:cxn modelId="{28AA4FF5-005A-4A84-9705-44F060EB20FF}" type="presOf" srcId="{6EC08915-D6D2-4F72-AD4E-1E8927C35790}" destId="{1B2493EC-226D-480F-AE5A-3E79FAADE33E}" srcOrd="0" destOrd="0" presId="urn:microsoft.com/office/officeart/2005/8/layout/cycle1"/>
    <dgm:cxn modelId="{10F943FE-CEB0-4EB1-95A4-4D63023A097A}" type="presOf" srcId="{480966C4-7E8B-43B0-AAC3-03F6770F98F7}" destId="{A21742DF-6430-4554-9193-DD3AD52D1208}" srcOrd="0" destOrd="0" presId="urn:microsoft.com/office/officeart/2005/8/layout/cycle1"/>
    <dgm:cxn modelId="{59F7107F-4321-45F4-BEF6-68F12177D42C}" type="presParOf" srcId="{70322E91-DFC8-40D0-9457-0F5DA6B20B8C}" destId="{F9083425-4D1B-4BF3-B885-69958E19A9C4}" srcOrd="0" destOrd="0" presId="urn:microsoft.com/office/officeart/2005/8/layout/cycle1"/>
    <dgm:cxn modelId="{B9C27C5C-3107-4926-B9F0-1F467AE4C84C}" type="presParOf" srcId="{70322E91-DFC8-40D0-9457-0F5DA6B20B8C}" destId="{8FDA9F01-0F96-40CF-B186-BCF732034CCB}" srcOrd="1" destOrd="0" presId="urn:microsoft.com/office/officeart/2005/8/layout/cycle1"/>
    <dgm:cxn modelId="{69E40F7C-0FE9-4298-8DCC-455799D3B8FE}" type="presParOf" srcId="{70322E91-DFC8-40D0-9457-0F5DA6B20B8C}" destId="{63FAF2B2-0503-4071-AF00-542B77B3632D}" srcOrd="2" destOrd="0" presId="urn:microsoft.com/office/officeart/2005/8/layout/cycle1"/>
    <dgm:cxn modelId="{F62CA656-9BCB-48B3-8899-CA347D927CE7}" type="presParOf" srcId="{70322E91-DFC8-40D0-9457-0F5DA6B20B8C}" destId="{9AB9D7AC-AEDA-4724-9221-09D8F059F74F}" srcOrd="3" destOrd="0" presId="urn:microsoft.com/office/officeart/2005/8/layout/cycle1"/>
    <dgm:cxn modelId="{4FF2D403-3F29-411F-8C05-08F968A1BB11}" type="presParOf" srcId="{70322E91-DFC8-40D0-9457-0F5DA6B20B8C}" destId="{42BC003A-EC81-4BB6-BBF9-F1B59715181D}" srcOrd="4" destOrd="0" presId="urn:microsoft.com/office/officeart/2005/8/layout/cycle1"/>
    <dgm:cxn modelId="{F6BEED3E-5820-4CF3-A682-91FF68CC420B}" type="presParOf" srcId="{70322E91-DFC8-40D0-9457-0F5DA6B20B8C}" destId="{1B2493EC-226D-480F-AE5A-3E79FAADE33E}" srcOrd="5" destOrd="0" presId="urn:microsoft.com/office/officeart/2005/8/layout/cycle1"/>
    <dgm:cxn modelId="{9A82BC6A-14A4-4716-9E13-8E8A3484A597}" type="presParOf" srcId="{70322E91-DFC8-40D0-9457-0F5DA6B20B8C}" destId="{4EBFCC07-468C-4FA7-9B51-EFAFCFFFA13E}" srcOrd="6" destOrd="0" presId="urn:microsoft.com/office/officeart/2005/8/layout/cycle1"/>
    <dgm:cxn modelId="{7C877F0D-C26A-4002-885C-E8BE3FD19DEB}" type="presParOf" srcId="{70322E91-DFC8-40D0-9457-0F5DA6B20B8C}" destId="{FBC87CF5-9FC3-4BBA-8974-479071F0B1CF}" srcOrd="7" destOrd="0" presId="urn:microsoft.com/office/officeart/2005/8/layout/cycle1"/>
    <dgm:cxn modelId="{4995E7EC-5054-4708-BC2D-B22C2DEFEE94}" type="presParOf" srcId="{70322E91-DFC8-40D0-9457-0F5DA6B20B8C}" destId="{A21742DF-6430-4554-9193-DD3AD52D1208}" srcOrd="8" destOrd="0" presId="urn:microsoft.com/office/officeart/2005/8/layout/cycle1"/>
    <dgm:cxn modelId="{6BEB7FBA-E579-4D26-9A73-099136B7B8A6}" type="presParOf" srcId="{70322E91-DFC8-40D0-9457-0F5DA6B20B8C}" destId="{69D3D430-027C-44BC-8258-C374DC844C22}" srcOrd="9" destOrd="0" presId="urn:microsoft.com/office/officeart/2005/8/layout/cycle1"/>
    <dgm:cxn modelId="{54F686E9-B9B4-4C23-B15C-4D8DECE0C724}" type="presParOf" srcId="{70322E91-DFC8-40D0-9457-0F5DA6B20B8C}" destId="{11BD541F-86D5-4912-BC39-9FA631BFBDE3}" srcOrd="10" destOrd="0" presId="urn:microsoft.com/office/officeart/2005/8/layout/cycle1"/>
    <dgm:cxn modelId="{CD089B25-D7A8-434E-921E-22BBA749DDF2}" type="presParOf" srcId="{70322E91-DFC8-40D0-9457-0F5DA6B20B8C}" destId="{0A50A36B-3753-4845-8EA2-8DB29578609B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A9F01-0F96-40CF-B186-BCF732034CCB}">
      <dsp:nvSpPr>
        <dsp:cNvPr id="0" name=""/>
        <dsp:cNvSpPr/>
      </dsp:nvSpPr>
      <dsp:spPr>
        <a:xfrm>
          <a:off x="2694303" y="64474"/>
          <a:ext cx="1026122" cy="102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Drive</a:t>
          </a:r>
          <a:r>
            <a:rPr lang="en-US" sz="2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(7h)</a:t>
          </a:r>
          <a:endParaRPr lang="en-US" sz="2900" kern="120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2694303" y="64474"/>
        <a:ext cx="1026122" cy="1026122"/>
      </dsp:txXfrm>
    </dsp:sp>
    <dsp:sp modelId="{63FAF2B2-0503-4071-AF00-542B77B3632D}">
      <dsp:nvSpPr>
        <dsp:cNvPr id="0" name=""/>
        <dsp:cNvSpPr/>
      </dsp:nvSpPr>
      <dsp:spPr>
        <a:xfrm>
          <a:off x="884516" y="-579"/>
          <a:ext cx="2900963" cy="2900963"/>
        </a:xfrm>
        <a:prstGeom prst="circularArrow">
          <a:avLst>
            <a:gd name="adj1" fmla="val 6897"/>
            <a:gd name="adj2" fmla="val 464990"/>
            <a:gd name="adj3" fmla="val 550941"/>
            <a:gd name="adj4" fmla="val 20584070"/>
            <a:gd name="adj5" fmla="val 80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BC003A-EC81-4BB6-BBF9-F1B59715181D}">
      <dsp:nvSpPr>
        <dsp:cNvPr id="0" name=""/>
        <dsp:cNvSpPr/>
      </dsp:nvSpPr>
      <dsp:spPr>
        <a:xfrm>
          <a:off x="2694303" y="1809208"/>
          <a:ext cx="1026122" cy="102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Break</a:t>
          </a:r>
          <a:r>
            <a:rPr lang="en-US" sz="2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(2h)</a:t>
          </a:r>
        </a:p>
      </dsp:txBody>
      <dsp:txXfrm>
        <a:off x="2694303" y="1809208"/>
        <a:ext cx="1026122" cy="1026122"/>
      </dsp:txXfrm>
    </dsp:sp>
    <dsp:sp modelId="{1B2493EC-226D-480F-AE5A-3E79FAADE33E}">
      <dsp:nvSpPr>
        <dsp:cNvPr id="0" name=""/>
        <dsp:cNvSpPr/>
      </dsp:nvSpPr>
      <dsp:spPr>
        <a:xfrm>
          <a:off x="884516" y="-579"/>
          <a:ext cx="2900963" cy="2900963"/>
        </a:xfrm>
        <a:prstGeom prst="circularArrow">
          <a:avLst>
            <a:gd name="adj1" fmla="val 6897"/>
            <a:gd name="adj2" fmla="val 464990"/>
            <a:gd name="adj3" fmla="val 5950941"/>
            <a:gd name="adj4" fmla="val 4384070"/>
            <a:gd name="adj5" fmla="val 80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C87CF5-9FC3-4BBA-8974-479071F0B1CF}">
      <dsp:nvSpPr>
        <dsp:cNvPr id="0" name=""/>
        <dsp:cNvSpPr/>
      </dsp:nvSpPr>
      <dsp:spPr>
        <a:xfrm>
          <a:off x="949569" y="1809208"/>
          <a:ext cx="1026122" cy="102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Drive</a:t>
          </a:r>
          <a:r>
            <a:rPr lang="en-US" sz="38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(5h)</a:t>
          </a:r>
        </a:p>
      </dsp:txBody>
      <dsp:txXfrm>
        <a:off x="949569" y="1809208"/>
        <a:ext cx="1026122" cy="1026122"/>
      </dsp:txXfrm>
    </dsp:sp>
    <dsp:sp modelId="{A21742DF-6430-4554-9193-DD3AD52D1208}">
      <dsp:nvSpPr>
        <dsp:cNvPr id="0" name=""/>
        <dsp:cNvSpPr/>
      </dsp:nvSpPr>
      <dsp:spPr>
        <a:xfrm>
          <a:off x="884516" y="-579"/>
          <a:ext cx="2900963" cy="2900963"/>
        </a:xfrm>
        <a:prstGeom prst="circularArrow">
          <a:avLst>
            <a:gd name="adj1" fmla="val 6897"/>
            <a:gd name="adj2" fmla="val 464990"/>
            <a:gd name="adj3" fmla="val 11350941"/>
            <a:gd name="adj4" fmla="val 9784070"/>
            <a:gd name="adj5" fmla="val 80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BD541F-86D5-4912-BC39-9FA631BFBDE3}">
      <dsp:nvSpPr>
        <dsp:cNvPr id="0" name=""/>
        <dsp:cNvSpPr/>
      </dsp:nvSpPr>
      <dsp:spPr>
        <a:xfrm>
          <a:off x="949569" y="64474"/>
          <a:ext cx="1026122" cy="102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Sleep</a:t>
          </a:r>
          <a:r>
            <a:rPr lang="en-US" sz="38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 </a:t>
          </a:r>
          <a:r>
            <a:rPr lang="en-US" sz="16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(7h)</a:t>
          </a:r>
        </a:p>
      </dsp:txBody>
      <dsp:txXfrm>
        <a:off x="949569" y="64474"/>
        <a:ext cx="1026122" cy="1026122"/>
      </dsp:txXfrm>
    </dsp:sp>
    <dsp:sp modelId="{0A50A36B-3753-4845-8EA2-8DB29578609B}">
      <dsp:nvSpPr>
        <dsp:cNvPr id="0" name=""/>
        <dsp:cNvSpPr/>
      </dsp:nvSpPr>
      <dsp:spPr>
        <a:xfrm>
          <a:off x="884516" y="-579"/>
          <a:ext cx="2900963" cy="2900963"/>
        </a:xfrm>
        <a:prstGeom prst="circularArrow">
          <a:avLst>
            <a:gd name="adj1" fmla="val 6897"/>
            <a:gd name="adj2" fmla="val 464990"/>
            <a:gd name="adj3" fmla="val 16750941"/>
            <a:gd name="adj4" fmla="val 15184070"/>
            <a:gd name="adj5" fmla="val 804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165C6ED-6B4E-46B1-850A-21CC9B6CFB5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4F0F752-6B51-41FD-A1A1-E4EA7781D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96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095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975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973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7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58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17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258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47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8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029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594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77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52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11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4385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2521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35180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235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6056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925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11845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1.xml"/><Relationship Id="rId11" Type="http://schemas.openxmlformats.org/officeDocument/2006/relationships/chart" Target="../charts/chart1.xml"/><Relationship Id="rId5" Type="http://schemas.openxmlformats.org/officeDocument/2006/relationships/diagramData" Target="../diagrams/data1.xml"/><Relationship Id="rId10" Type="http://schemas.openxmlformats.org/officeDocument/2006/relationships/hyperlink" Target="https://www.statista.com/statistics/1109960/india-average-daily-driving-hours-truck-drivers-by-city/" TargetMode="Externa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avelifefoundation.org/wp-content/uploads/2020/02/design-single-page-27th-feb-2020.pdf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pdf.sciencedirectassets.com/271737/1-s2.0-S1361920906X00597/1-s2.0-S1361920906000514/main.pdf?X-Amz-Security-Token=IQoJb3JpZ2luX2VjEGQaCXVzLWVhc3QtMSJHMEUCIBhJlGQzVNL%2FGoxoUlNMWRMMXZxV1ttQ0%2BFp9RL0JlGkAiEAncDVlxoBQSoEQw8711IBj0htxXJFj2UhEw2qauFuv7Aq2wQI3f%2F%2F%2F%2F%2F%2F%2F%2F%2F%2FARAFGgwwNTkwMDM1NDY4NjUiDBAO4WG6WnMSHd3jiSqvBDMHuprHOZXV8VnWtlQPdT0QmLo3Br6z%2BhT7y5Zsj7D%2FB0IGRgp00Kj8wCJAnWfVGd7nIDYt%2BhuRe7XSdhl9sa2mjqDpKbBBgTKSk7kcNnilisk1iBPruS4H8dQVVAgqQKxAa423iN9DzV8Y2oUwpGvLDfH0fKs5PUmd1jx%2FFyHFDP5kUog%2FfNAesK9ipQ%2F%2BRJN5Vdo8L4NrYRXjGNKU%2BG3%2Bg0dxP0JxBs6WoUWCWl71EEK72wEivrlTaaAD3y1Mnowilyl7RSser9MTr6qACrCefzCmpA49CU1Cm8%2Fxw5b92%2BRE4Yk1BZApGorPoMkafhFlgFHAwpw%2FD4xYvars%2FKdepomnV5RaxiokKdtPI%2BdAQyzzHcXIVppRjGi8%2FVxXNS0K9gs73dqHnIVIScjWXy9Nldp0PPiWiEkZEI0xSCdp%2Bw8PCTpRsO1pSbhAp1RMYWkz19IwX%2FPg3qUoAPf6as%2BZXbzPYPzJpPzVnunRspIPzNzCh%2FThDXlyTM5XWqkfkDFc%2F4GpwOYBFe7JTU5Hsk0IBWfz7b%2FrXszDkn94fVP4oRFWtUYPhPA%2Bcku%2BKA75HJLSo24GcJrnYIZXbbdGuc8h%2B1szda08SOACDiuYfhmbmJ1giMt1j0tgIyeQSiW5KLDF406u7HTYBIOm5Zfd%2FnBAU4rZSXuppO4wzuYxCW9buOP9JTQdQWFE3OoNAzLREkA6e5iSZ1O9sixXMAVm58Y%2F8jv1KDUQqq1K4JB4MAEwpsWkmAY6qQExvD19Es3xwBEYJdaJTp%2FVaMJ5tEwIKvw%2BzCIz5YhNZGt6F7E9JG2Qunc1HQQoVvnPH5CHJaiGQzJtjxsKRMReMauapQ2w9Daovw2EBMxl0dy3RlX9Qknk7YGf8TUsJGqFiZ2B4OUIf2BheU8y73lFTTZCFj6%2Binl8J4GUi9MCE1UIICT22T9%2Fa4n%2BdQ4J31CmVqI4d9nhFIoRPnATQaQuuWwhlvD4Bg0g&amp;X-Amz-Algorithm=AWS4-HMAC-SHA256&amp;X-Amz-Date=20220826T195422Z&amp;X-Amz-SignedHeaders=host&amp;X-Amz-Expires=299&amp;X-Amz-Credential=ASIAQ3PHCVTY5L27JZAF%2F20220826%2Fus-east-1%2Fs3%2Faws4_request&amp;X-Amz-Signature=9c251df4cbd6f8baebd803b9520238643060bcc6fc32fd086a05021f28c0d195&amp;hash=483fd91daede5ae4105dfa81e6961bef4f8fd1af80dcda41a7e06e60a1f0295c&amp;host=68042c943591013ac2b2430a89b270f6af2c76d8dfd086a07176afe7c76c2c61&amp;pii=S1361920906000514&amp;tid=spdf-dd01570d-c178-4198-ab51-789bb2376743&amp;sid=0c7b07b5366fe54b683a22620d0d3329f5bfgxrqb&amp;type=client&amp;ua=4d525509530755065506&amp;rr=740f1e6f6c34a90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n.wikipedia.org/wiki/Effects_of_fatigue_on_safety" TargetMode="External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hyperlink" Target="https://www.hertssportsvillage.co.uk/news-fitness-fatigue-and-performance-934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faradayselectrical.co.uk/fatigue-and-work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researchgate.net/publication/237754415_Hours_of_service_regulations_and_the_risk_of_fatigue_and_sleep-related_road_accidents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oadex.org/wp-content/uploads/2014/01/7.-Johan-Granlund-Vehicle-and-driver-vibration.pdf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sciencedirect.com/science/article/pii/S2212609014000508#:~:text=The%20noise%20level%20inside%20the,had%20noise%20below%2087.2%20dB.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hyperlink" Target="https://www.techniconacoustics.com/blog/noise-vibration-harshness-nvh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hyperlink" Target="https://audiomav.com/what-is-cabin-noise-in-a-car-and-why-is-it-importan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s.sw.siemens.com/simcenter/electric-vehicle-nvh-challenges-the-mindset-and-tools-you-will-need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2212609014000508" TargetMode="Externa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1.png"/><Relationship Id="rId7" Type="http://schemas.openxmlformats.org/officeDocument/2006/relationships/hyperlink" Target="https://www.autocarpro.in/news-national/-indian-truckers-suffer-health-issues-study-30019" TargetMode="External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jpeg"/><Relationship Id="rId11" Type="http://schemas.openxmlformats.org/officeDocument/2006/relationships/image" Target="../media/image27.png"/><Relationship Id="rId5" Type="http://schemas.openxmlformats.org/officeDocument/2006/relationships/image" Target="../media/image23.jpe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hyperlink" Target="https://www.ccjdigital.com/business/article/14940151/ccj-survey-reveals-what-truck-drivers-want-concerns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brieflands.com/articles/jjhs-60312.html" TargetMode="External"/><Relationship Id="rId13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hyperlink" Target="https://www.cardekho.com/scientific-car-test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blogs.sw.siemens.com/simcenter/electric-vehicle-nvh-challenges-the-mindset-and-tools-you-will-need/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19.jpeg"/><Relationship Id="rId10" Type="http://schemas.openxmlformats.org/officeDocument/2006/relationships/hyperlink" Target="https://ehp.niehs.nih.gov/doi/10.1289/ehp.1307272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hyperlink" Target="https://www.researchgate.net/publication/276710920_VEHICLE_VIBRATION_IN_HUMAN_HEALTH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onoise.org/library/schomer/assessmentofnoiseannoyance.pdf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hyperlink" Target="https://www.researchgate.net/publication/23660872_Combined_Effects_of_Noise_and_Shift_Work_on_Fatigue_as_a_Function_of_Age/figures?lo=1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1D548C-31BA-49C9-A5FB-3487C218EB3B}"/>
              </a:ext>
            </a:extLst>
          </p:cNvPr>
          <p:cNvSpPr/>
          <p:nvPr/>
        </p:nvSpPr>
        <p:spPr>
          <a:xfrm>
            <a:off x="1895856" y="4410977"/>
            <a:ext cx="8400288" cy="15743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4944F-4AC7-44E5-A1B6-D7560990264D}"/>
              </a:ext>
            </a:extLst>
          </p:cNvPr>
          <p:cNvSpPr txBox="1"/>
          <p:nvPr/>
        </p:nvSpPr>
        <p:spPr>
          <a:xfrm>
            <a:off x="1895856" y="4892173"/>
            <a:ext cx="8400288" cy="6155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b="1">
                <a:solidFill>
                  <a:srgbClr val="595959"/>
                </a:solidFill>
                <a:latin typeface="Calibri"/>
                <a:cs typeface="Calibri"/>
              </a:rPr>
              <a:t>INDIAN INSTITUTE OF TECHNOLOGY ROORKEE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6BDEA-5270-4694-82D6-CB0456B78C06}"/>
              </a:ext>
            </a:extLst>
          </p:cNvPr>
          <p:cNvSpPr txBox="1"/>
          <p:nvPr/>
        </p:nvSpPr>
        <p:spPr>
          <a:xfrm>
            <a:off x="1681602" y="1626969"/>
            <a:ext cx="8232263" cy="1210652"/>
          </a:xfrm>
          <a:prstGeom prst="rect">
            <a:avLst/>
          </a:prstGeom>
          <a:noFill/>
          <a:effectLst/>
        </p:spPr>
        <p:txBody>
          <a:bodyPr wrap="square" lIns="121920" tIns="60960" rIns="121920" bIns="60960" rtlCol="0" anchor="t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267" b="1" spc="400">
                <a:solidFill>
                  <a:srgbClr val="00717D"/>
                </a:solidFill>
                <a:latin typeface="Open Sans ExtraBold"/>
                <a:ea typeface="Open Sans ExtraBold"/>
                <a:cs typeface="Calibri"/>
              </a:rPr>
              <a:t>DICV HACKATHON’22</a:t>
            </a:r>
          </a:p>
          <a:p>
            <a:pPr algn="ctr"/>
            <a:r>
              <a:rPr lang="en-IN" sz="2800" b="1" spc="400">
                <a:solidFill>
                  <a:srgbClr val="00717D"/>
                </a:solidFill>
                <a:latin typeface="Open Sans ExtraBold"/>
                <a:ea typeface="Open Sans ExtraBold"/>
                <a:cs typeface="Calibri"/>
              </a:rPr>
              <a:t>PRODUCT INNOVATION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D64C1F-CC8A-469E-BF3F-ACA8589C2A86}"/>
              </a:ext>
            </a:extLst>
          </p:cNvPr>
          <p:cNvCxnSpPr>
            <a:cxnSpLocks/>
          </p:cNvCxnSpPr>
          <p:nvPr/>
        </p:nvCxnSpPr>
        <p:spPr>
          <a:xfrm>
            <a:off x="2153196" y="1439245"/>
            <a:ext cx="7543371" cy="1437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D2FC3A-B7F2-40B1-9ACA-D626A9231150}"/>
              </a:ext>
            </a:extLst>
          </p:cNvPr>
          <p:cNvCxnSpPr>
            <a:cxnSpLocks/>
          </p:cNvCxnSpPr>
          <p:nvPr/>
        </p:nvCxnSpPr>
        <p:spPr>
          <a:xfrm>
            <a:off x="2152094" y="2915953"/>
            <a:ext cx="7543369" cy="4313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463BEFE8-0DC4-8BB3-F13E-BB2DCC02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597" y="54403"/>
            <a:ext cx="572443" cy="57495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DCDD1B1-CE9E-55B2-812F-F2018518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05114"/>
            <a:ext cx="2162477" cy="473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80E13-CFD2-47A0-505F-5967277EFBAF}"/>
              </a:ext>
            </a:extLst>
          </p:cNvPr>
          <p:cNvSpPr txBox="1"/>
          <p:nvPr/>
        </p:nvSpPr>
        <p:spPr>
          <a:xfrm>
            <a:off x="11122702" y="609241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IIT ROORKEE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FE1DA-92FA-7205-3B32-383F8D5F4DE3}"/>
              </a:ext>
            </a:extLst>
          </p:cNvPr>
          <p:cNvSpPr/>
          <p:nvPr/>
        </p:nvSpPr>
        <p:spPr>
          <a:xfrm>
            <a:off x="4008120" y="4123945"/>
            <a:ext cx="4175760" cy="5740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BEST WORKPLACE FOR DRIVERS</a:t>
            </a:r>
          </a:p>
        </p:txBody>
      </p:sp>
    </p:spTree>
    <p:extLst>
      <p:ext uri="{BB962C8B-B14F-4D97-AF65-F5344CB8AC3E}">
        <p14:creationId xmlns:p14="http://schemas.microsoft.com/office/powerpoint/2010/main" val="1454441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F7348FE-5817-7C8E-6A6E-B59732AB9C9E}"/>
              </a:ext>
            </a:extLst>
          </p:cNvPr>
          <p:cNvSpPr/>
          <p:nvPr/>
        </p:nvSpPr>
        <p:spPr>
          <a:xfrm>
            <a:off x="5038344" y="11194"/>
            <a:ext cx="7157899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Google Shape;94;p16">
            <a:extLst>
              <a:ext uri="{FF2B5EF4-FFF2-40B4-BE49-F238E27FC236}">
                <a16:creationId xmlns:a16="http://schemas.microsoft.com/office/drawing/2014/main" id="{7EF5A972-58A9-29F6-E0A2-ED6328ACD0B9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Problems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3BEFE8-0DC4-8BB3-F13E-BB2DCC02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DCDD1B1-CE9E-55B2-812F-F2018518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80E13-CFD2-47A0-505F-5967277EFBAF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4" name="Google Shape;1675;p36">
            <a:extLst>
              <a:ext uri="{FF2B5EF4-FFF2-40B4-BE49-F238E27FC236}">
                <a16:creationId xmlns:a16="http://schemas.microsoft.com/office/drawing/2014/main" id="{38E3D623-C9F2-5F9E-F1A8-BD534DC7DB1B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Driver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Routine</a:t>
            </a:r>
          </a:p>
        </p:txBody>
      </p:sp>
      <p:sp>
        <p:nvSpPr>
          <p:cNvPr id="7" name="Google Shape;1676;p36">
            <a:extLst>
              <a:ext uri="{FF2B5EF4-FFF2-40B4-BE49-F238E27FC236}">
                <a16:creationId xmlns:a16="http://schemas.microsoft.com/office/drawing/2014/main" id="{4551B3B7-896B-F8C7-733B-AF550E802203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C61EB90-2322-D6F1-43DE-FFCD98762798}"/>
              </a:ext>
            </a:extLst>
          </p:cNvPr>
          <p:cNvGrpSpPr/>
          <p:nvPr/>
        </p:nvGrpSpPr>
        <p:grpSpPr>
          <a:xfrm>
            <a:off x="34851" y="1207126"/>
            <a:ext cx="4669996" cy="2899805"/>
            <a:chOff x="301245" y="2084563"/>
            <a:chExt cx="5493512" cy="3603273"/>
          </a:xfrm>
        </p:grpSpPr>
        <p:graphicFrame>
          <p:nvGraphicFramePr>
            <p:cNvPr id="16" name="Diagram 15">
              <a:extLst>
                <a:ext uri="{FF2B5EF4-FFF2-40B4-BE49-F238E27FC236}">
                  <a16:creationId xmlns:a16="http://schemas.microsoft.com/office/drawing/2014/main" id="{5EBE79BA-FBAD-4892-52DA-848C0D8507F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84592149"/>
                </p:ext>
              </p:extLst>
            </p:nvPr>
          </p:nvGraphicFramePr>
          <p:xfrm>
            <a:off x="301245" y="2084563"/>
            <a:ext cx="5493512" cy="36032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505334-4063-3D10-BEC7-82F6ECE30277}"/>
                </a:ext>
              </a:extLst>
            </p:cNvPr>
            <p:cNvSpPr/>
            <p:nvPr/>
          </p:nvSpPr>
          <p:spPr>
            <a:xfrm>
              <a:off x="3496620" y="2413412"/>
              <a:ext cx="1149766" cy="880311"/>
            </a:xfrm>
            <a:prstGeom prst="rect">
              <a:avLst/>
            </a:prstGeom>
            <a:noFill/>
            <a:ln>
              <a:solidFill>
                <a:srgbClr val="0BB0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C35E86B-F229-34F0-8BD1-42070E31302F}"/>
                </a:ext>
              </a:extLst>
            </p:cNvPr>
            <p:cNvSpPr/>
            <p:nvPr/>
          </p:nvSpPr>
          <p:spPr>
            <a:xfrm>
              <a:off x="1462731" y="4577869"/>
              <a:ext cx="1149766" cy="880311"/>
            </a:xfrm>
            <a:prstGeom prst="rect">
              <a:avLst/>
            </a:prstGeom>
            <a:noFill/>
            <a:ln>
              <a:solidFill>
                <a:srgbClr val="0BB0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E49AC22-6871-BC3C-0548-DA1FE9CBD97D}"/>
                </a:ext>
              </a:extLst>
            </p:cNvPr>
            <p:cNvSpPr/>
            <p:nvPr/>
          </p:nvSpPr>
          <p:spPr>
            <a:xfrm>
              <a:off x="1462731" y="2474926"/>
              <a:ext cx="1149766" cy="880311"/>
            </a:xfrm>
            <a:prstGeom prst="rect">
              <a:avLst/>
            </a:prstGeom>
            <a:noFill/>
            <a:ln>
              <a:solidFill>
                <a:srgbClr val="0BB0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630290-C862-6063-5BF7-826BF2CCDE22}"/>
                </a:ext>
              </a:extLst>
            </p:cNvPr>
            <p:cNvSpPr/>
            <p:nvPr/>
          </p:nvSpPr>
          <p:spPr>
            <a:xfrm>
              <a:off x="3491762" y="4546431"/>
              <a:ext cx="1149766" cy="880311"/>
            </a:xfrm>
            <a:prstGeom prst="rect">
              <a:avLst/>
            </a:prstGeom>
            <a:noFill/>
            <a:ln>
              <a:solidFill>
                <a:srgbClr val="0BB0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2844B10-EDA5-A6CC-AFE0-8AA0FA6B3840}"/>
              </a:ext>
            </a:extLst>
          </p:cNvPr>
          <p:cNvSpPr/>
          <p:nvPr/>
        </p:nvSpPr>
        <p:spPr>
          <a:xfrm>
            <a:off x="7416155" y="1144909"/>
            <a:ext cx="2219422" cy="496972"/>
          </a:xfrm>
          <a:prstGeom prst="roundRect">
            <a:avLst>
              <a:gd name="adj" fmla="val 3266"/>
            </a:avLst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48BACA"/>
                </a:solidFill>
                <a:latin typeface="Lato"/>
                <a:ea typeface="Lato"/>
                <a:cs typeface="Lato"/>
              </a:rPr>
              <a:t>Driver </a:t>
            </a:r>
            <a:r>
              <a:rPr lang="en-US" b="1">
                <a:solidFill>
                  <a:schemeClr val="bg1"/>
                </a:solidFill>
                <a:latin typeface="Lato"/>
                <a:ea typeface="Lato"/>
                <a:cs typeface="Lato"/>
              </a:rPr>
              <a:t>Routine</a:t>
            </a:r>
            <a:endParaRPr lang="en-IN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767DF53-E05B-40F6-F9E8-CB10FE8B5DEA}"/>
              </a:ext>
            </a:extLst>
          </p:cNvPr>
          <p:cNvSpPr/>
          <p:nvPr/>
        </p:nvSpPr>
        <p:spPr>
          <a:xfrm>
            <a:off x="5311661" y="3826305"/>
            <a:ext cx="1892460" cy="433183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Poor in-cabin ventilation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FBEC7FB-F3BF-D1E7-9468-7F1F3D4C0FD6}"/>
              </a:ext>
            </a:extLst>
          </p:cNvPr>
          <p:cNvSpPr/>
          <p:nvPr/>
        </p:nvSpPr>
        <p:spPr>
          <a:xfrm>
            <a:off x="5419225" y="2477229"/>
            <a:ext cx="1674636" cy="526878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Sleep &amp; Breaks</a:t>
            </a:r>
          </a:p>
          <a:p>
            <a:pPr algn="ctr"/>
            <a:r>
              <a:rPr lang="en-US" sz="1600" b="1">
                <a:solidFill>
                  <a:schemeClr val="bg1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(Short &amp; Long)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3EEDF4F-B3A7-32AC-277B-73A83C7D01D8}"/>
              </a:ext>
            </a:extLst>
          </p:cNvPr>
          <p:cNvSpPr/>
          <p:nvPr/>
        </p:nvSpPr>
        <p:spPr>
          <a:xfrm>
            <a:off x="7774279" y="2489101"/>
            <a:ext cx="1521462" cy="496972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Drive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8ECD84F-02A4-3BD2-3942-D9C7821A39C8}"/>
              </a:ext>
            </a:extLst>
          </p:cNvPr>
          <p:cNvSpPr/>
          <p:nvPr/>
        </p:nvSpPr>
        <p:spPr>
          <a:xfrm>
            <a:off x="10142279" y="2494275"/>
            <a:ext cx="1521462" cy="506571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Less</a:t>
            </a:r>
            <a:r>
              <a:rPr lang="en-US" sz="1600" b="1">
                <a:solidFill>
                  <a:schemeClr val="bg1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 Frequent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14F8F7EA-20F3-63A4-7EE6-0467BC98C3A3}"/>
              </a:ext>
            </a:extLst>
          </p:cNvPr>
          <p:cNvCxnSpPr>
            <a:cxnSpLocks/>
            <a:stCxn id="72" idx="2"/>
            <a:endCxn id="88" idx="0"/>
          </p:cNvCxnSpPr>
          <p:nvPr/>
        </p:nvCxnSpPr>
        <p:spPr>
          <a:xfrm rot="5400000">
            <a:off x="6973531" y="924894"/>
            <a:ext cx="835348" cy="2269323"/>
          </a:xfrm>
          <a:prstGeom prst="bentConnector3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642825AD-9FE8-9B5C-686C-3F8A41A53BEE}"/>
              </a:ext>
            </a:extLst>
          </p:cNvPr>
          <p:cNvCxnSpPr>
            <a:cxnSpLocks/>
            <a:stCxn id="72" idx="2"/>
            <a:endCxn id="106" idx="0"/>
          </p:cNvCxnSpPr>
          <p:nvPr/>
        </p:nvCxnSpPr>
        <p:spPr>
          <a:xfrm rot="16200000" flipH="1">
            <a:off x="9288241" y="879506"/>
            <a:ext cx="852394" cy="2377144"/>
          </a:xfrm>
          <a:prstGeom prst="bentConnector3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88B88BF6-E9DC-B6DE-7868-B27F0D2838DC}"/>
              </a:ext>
            </a:extLst>
          </p:cNvPr>
          <p:cNvCxnSpPr>
            <a:cxnSpLocks/>
            <a:stCxn id="72" idx="2"/>
            <a:endCxn id="104" idx="0"/>
          </p:cNvCxnSpPr>
          <p:nvPr/>
        </p:nvCxnSpPr>
        <p:spPr>
          <a:xfrm rot="16200000" flipH="1">
            <a:off x="8106828" y="2060919"/>
            <a:ext cx="847220" cy="9144"/>
          </a:xfrm>
          <a:prstGeom prst="bentConnector3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F504BD54-23F2-4ABA-860E-42C2270A8319}"/>
              </a:ext>
            </a:extLst>
          </p:cNvPr>
          <p:cNvSpPr/>
          <p:nvPr/>
        </p:nvSpPr>
        <p:spPr>
          <a:xfrm>
            <a:off x="7439536" y="3828772"/>
            <a:ext cx="2180072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Fog on wind-screen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1D0C8188-402E-A8D7-01C0-C576FBE641B9}"/>
              </a:ext>
            </a:extLst>
          </p:cNvPr>
          <p:cNvSpPr/>
          <p:nvPr/>
        </p:nvSpPr>
        <p:spPr>
          <a:xfrm>
            <a:off x="7439536" y="4133677"/>
            <a:ext cx="2180072" cy="43413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Cabin heating</a:t>
            </a:r>
          </a:p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(engine heat)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94E98CBA-05AE-8692-1654-D0AD0A204FEA}"/>
              </a:ext>
            </a:extLst>
          </p:cNvPr>
          <p:cNvSpPr/>
          <p:nvPr/>
        </p:nvSpPr>
        <p:spPr>
          <a:xfrm>
            <a:off x="7433808" y="5521302"/>
            <a:ext cx="2186308" cy="433183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Constant pressing of accelerator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B8BBA64F-F307-6349-1E34-DE5A7EC7B843}"/>
              </a:ext>
            </a:extLst>
          </p:cNvPr>
          <p:cNvSpPr/>
          <p:nvPr/>
        </p:nvSpPr>
        <p:spPr>
          <a:xfrm>
            <a:off x="7439009" y="4601465"/>
            <a:ext cx="2186520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Direct sunlight glare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0D8704-DBAF-807E-E300-CB9C7F19DD96}"/>
              </a:ext>
            </a:extLst>
          </p:cNvPr>
          <p:cNvSpPr/>
          <p:nvPr/>
        </p:nvSpPr>
        <p:spPr>
          <a:xfrm>
            <a:off x="7439535" y="4911646"/>
            <a:ext cx="2180072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Long ride fatigue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836299B7-7451-4234-3489-B3381734ACF1}"/>
              </a:ext>
            </a:extLst>
          </p:cNvPr>
          <p:cNvSpPr/>
          <p:nvPr/>
        </p:nvSpPr>
        <p:spPr>
          <a:xfrm>
            <a:off x="5313163" y="4798048"/>
            <a:ext cx="1889300" cy="433183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Getting In &amp; Out of Cabin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09F09B82-CD96-10DE-A196-E7B4AF3527F5}"/>
              </a:ext>
            </a:extLst>
          </p:cNvPr>
          <p:cNvSpPr/>
          <p:nvPr/>
        </p:nvSpPr>
        <p:spPr>
          <a:xfrm>
            <a:off x="7439535" y="5220448"/>
            <a:ext cx="2180070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Uncomfortable seat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0EF524DF-11F5-CDAE-3F1D-34E724354AEA}"/>
              </a:ext>
            </a:extLst>
          </p:cNvPr>
          <p:cNvSpPr/>
          <p:nvPr/>
        </p:nvSpPr>
        <p:spPr>
          <a:xfrm>
            <a:off x="9855483" y="4473905"/>
            <a:ext cx="2095056" cy="433183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Theft</a:t>
            </a:r>
          </a:p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(Truck &amp; payload)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48D2EF50-5AFB-BE5C-6458-9456FEFA9729}"/>
              </a:ext>
            </a:extLst>
          </p:cNvPr>
          <p:cNvSpPr/>
          <p:nvPr/>
        </p:nvSpPr>
        <p:spPr>
          <a:xfrm>
            <a:off x="9855483" y="4153239"/>
            <a:ext cx="2095056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Engine accessibility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C3651F1-6FD8-0542-ECF8-C1A9E42CDCC3}"/>
              </a:ext>
            </a:extLst>
          </p:cNvPr>
          <p:cNvSpPr/>
          <p:nvPr/>
        </p:nvSpPr>
        <p:spPr>
          <a:xfrm>
            <a:off x="9855483" y="4950757"/>
            <a:ext cx="2095056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Fire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AA73F831-C9A5-307D-5643-30B511E7E228}"/>
              </a:ext>
            </a:extLst>
          </p:cNvPr>
          <p:cNvSpPr/>
          <p:nvPr/>
        </p:nvSpPr>
        <p:spPr>
          <a:xfrm>
            <a:off x="5310313" y="4319552"/>
            <a:ext cx="1892460" cy="433183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Uncomfortable sleeping berth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5ACB4D-5FA0-1340-CA2A-E2AE1A5B8572}"/>
              </a:ext>
            </a:extLst>
          </p:cNvPr>
          <p:cNvSpPr/>
          <p:nvPr/>
        </p:nvSpPr>
        <p:spPr>
          <a:xfrm>
            <a:off x="7433281" y="5998439"/>
            <a:ext cx="2192758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Small steering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FF0F43-6BEA-C38F-A030-3465A6159921}"/>
              </a:ext>
            </a:extLst>
          </p:cNvPr>
          <p:cNvSpPr/>
          <p:nvPr/>
        </p:nvSpPr>
        <p:spPr>
          <a:xfrm>
            <a:off x="9860387" y="3838587"/>
            <a:ext cx="2095056" cy="26834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Accident danger risk</a:t>
            </a:r>
            <a:endParaRPr lang="en-IN" sz="14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B95874-4C65-15B1-858F-138E098A99C4}"/>
              </a:ext>
            </a:extLst>
          </p:cNvPr>
          <p:cNvSpPr/>
          <p:nvPr/>
        </p:nvSpPr>
        <p:spPr>
          <a:xfrm>
            <a:off x="5265497" y="3757096"/>
            <a:ext cx="1975946" cy="1539754"/>
          </a:xfrm>
          <a:prstGeom prst="rect">
            <a:avLst/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D7628-3C3A-B214-1318-FAA816B44780}"/>
              </a:ext>
            </a:extLst>
          </p:cNvPr>
          <p:cNvSpPr/>
          <p:nvPr/>
        </p:nvSpPr>
        <p:spPr>
          <a:xfrm>
            <a:off x="7400501" y="3757096"/>
            <a:ext cx="2257018" cy="2591314"/>
          </a:xfrm>
          <a:prstGeom prst="rect">
            <a:avLst/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0AF0D1-0F6B-549A-5D33-5EAAFA8BC3C5}"/>
              </a:ext>
            </a:extLst>
          </p:cNvPr>
          <p:cNvSpPr/>
          <p:nvPr/>
        </p:nvSpPr>
        <p:spPr>
          <a:xfrm>
            <a:off x="9815152" y="3762376"/>
            <a:ext cx="2187514" cy="1539754"/>
          </a:xfrm>
          <a:prstGeom prst="rect">
            <a:avLst/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F4C911-A69A-70D0-2B86-915EF773FFCB}"/>
              </a:ext>
            </a:extLst>
          </p:cNvPr>
          <p:cNvCxnSpPr>
            <a:cxnSpLocks/>
            <a:stCxn id="88" idx="2"/>
            <a:endCxn id="13" idx="0"/>
          </p:cNvCxnSpPr>
          <p:nvPr/>
        </p:nvCxnSpPr>
        <p:spPr>
          <a:xfrm flipH="1">
            <a:off x="6253470" y="3004107"/>
            <a:ext cx="3073" cy="752989"/>
          </a:xfrm>
          <a:prstGeom prst="straightConnector1">
            <a:avLst/>
          </a:prstGeom>
          <a:ln w="19050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8026754-0325-CD2F-35D6-01C182FD5ACD}"/>
              </a:ext>
            </a:extLst>
          </p:cNvPr>
          <p:cNvCxnSpPr>
            <a:cxnSpLocks/>
            <a:stCxn id="104" idx="2"/>
            <a:endCxn id="15" idx="0"/>
          </p:cNvCxnSpPr>
          <p:nvPr/>
        </p:nvCxnSpPr>
        <p:spPr>
          <a:xfrm flipH="1">
            <a:off x="8529010" y="2986073"/>
            <a:ext cx="6000" cy="771023"/>
          </a:xfrm>
          <a:prstGeom prst="straightConnector1">
            <a:avLst/>
          </a:prstGeom>
          <a:ln w="19050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1B6D6F-3440-DEFF-1930-0158177534FA}"/>
              </a:ext>
            </a:extLst>
          </p:cNvPr>
          <p:cNvCxnSpPr>
            <a:cxnSpLocks/>
            <a:stCxn id="106" idx="2"/>
            <a:endCxn id="18" idx="0"/>
          </p:cNvCxnSpPr>
          <p:nvPr/>
        </p:nvCxnSpPr>
        <p:spPr>
          <a:xfrm>
            <a:off x="10903010" y="3000846"/>
            <a:ext cx="5899" cy="761530"/>
          </a:xfrm>
          <a:prstGeom prst="straightConnector1">
            <a:avLst/>
          </a:prstGeom>
          <a:ln w="19050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2D21F98-497B-668F-BE99-BF0431CB057A}"/>
              </a:ext>
            </a:extLst>
          </p:cNvPr>
          <p:cNvSpPr txBox="1"/>
          <p:nvPr/>
        </p:nvSpPr>
        <p:spPr>
          <a:xfrm>
            <a:off x="502717" y="6632200"/>
            <a:ext cx="1371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- </a:t>
            </a:r>
            <a:r>
              <a:rPr lang="en-US" sz="1000">
                <a:hlinkClick r:id="rId10"/>
              </a:rPr>
              <a:t>Statista</a:t>
            </a:r>
            <a:endParaRPr lang="en-IN" sz="100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C864800-654B-C51E-B445-90810E1549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251671"/>
              </p:ext>
            </p:extLst>
          </p:nvPr>
        </p:nvGraphicFramePr>
        <p:xfrm>
          <a:off x="114633" y="4231075"/>
          <a:ext cx="4669996" cy="2609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C9B6D819-37B3-B236-64E6-C92086C0DD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02D01D-2CF1-6133-386B-8FABB903388B}"/>
              </a:ext>
            </a:extLst>
          </p:cNvPr>
          <p:cNvSpPr/>
          <p:nvPr/>
        </p:nvSpPr>
        <p:spPr>
          <a:xfrm>
            <a:off x="6096000" y="11194"/>
            <a:ext cx="6100243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Problems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graphicFrame>
        <p:nvGraphicFramePr>
          <p:cNvPr id="9" name="Table 18">
            <a:extLst>
              <a:ext uri="{FF2B5EF4-FFF2-40B4-BE49-F238E27FC236}">
                <a16:creationId xmlns:a16="http://schemas.microsoft.com/office/drawing/2014/main" id="{9417D264-4EFD-7077-C72A-07834D0BE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20825"/>
              </p:ext>
            </p:extLst>
          </p:nvPr>
        </p:nvGraphicFramePr>
        <p:xfrm>
          <a:off x="96747" y="5465365"/>
          <a:ext cx="2104698" cy="812447"/>
        </p:xfrm>
        <a:graphic>
          <a:graphicData uri="http://schemas.openxmlformats.org/drawingml/2006/table">
            <a:tbl>
              <a:tblPr firstRow="1" bandRow="1">
                <a:effectLst/>
                <a:tableStyleId>{18603FDC-E32A-4AB5-989C-0864C3EAD2B8}</a:tableStyleId>
              </a:tblPr>
              <a:tblGrid>
                <a:gridCol w="1304506">
                  <a:extLst>
                    <a:ext uri="{9D8B030D-6E8A-4147-A177-3AD203B41FA5}">
                      <a16:colId xmlns:a16="http://schemas.microsoft.com/office/drawing/2014/main" val="344114058"/>
                    </a:ext>
                  </a:extLst>
                </a:gridCol>
                <a:gridCol w="800192">
                  <a:extLst>
                    <a:ext uri="{9D8B030D-6E8A-4147-A177-3AD203B41FA5}">
                      <a16:colId xmlns:a16="http://schemas.microsoft.com/office/drawing/2014/main" val="2004894780"/>
                    </a:ext>
                  </a:extLst>
                </a:gridCol>
              </a:tblGrid>
              <a:tr h="23285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Priority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Weight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74000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47668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Moderate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0820"/>
                  </a:ext>
                </a:extLst>
              </a:tr>
              <a:tr h="18045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965773"/>
                  </a:ext>
                </a:extLst>
              </a:tr>
            </a:tbl>
          </a:graphicData>
        </a:graphic>
      </p:graphicFrame>
      <p:graphicFrame>
        <p:nvGraphicFramePr>
          <p:cNvPr id="10" name="Table 15">
            <a:extLst>
              <a:ext uri="{FF2B5EF4-FFF2-40B4-BE49-F238E27FC236}">
                <a16:creationId xmlns:a16="http://schemas.microsoft.com/office/drawing/2014/main" id="{F172C119-56FE-6C90-C5BE-7170FD1D6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044552"/>
              </p:ext>
            </p:extLst>
          </p:nvPr>
        </p:nvGraphicFramePr>
        <p:xfrm>
          <a:off x="82297" y="1375459"/>
          <a:ext cx="5925310" cy="3636220"/>
        </p:xfrm>
        <a:graphic>
          <a:graphicData uri="http://schemas.openxmlformats.org/drawingml/2006/table">
            <a:tbl>
              <a:tblPr firstRow="1" bandRow="1">
                <a:effectLst/>
                <a:tableStyleId>{284E427A-3D55-4303-BF80-6455036E1DE7}</a:tableStyleId>
              </a:tblPr>
              <a:tblGrid>
                <a:gridCol w="1261938">
                  <a:extLst>
                    <a:ext uri="{9D8B030D-6E8A-4147-A177-3AD203B41FA5}">
                      <a16:colId xmlns:a16="http://schemas.microsoft.com/office/drawing/2014/main" val="2178167388"/>
                    </a:ext>
                  </a:extLst>
                </a:gridCol>
                <a:gridCol w="1116889">
                  <a:extLst>
                    <a:ext uri="{9D8B030D-6E8A-4147-A177-3AD203B41FA5}">
                      <a16:colId xmlns:a16="http://schemas.microsoft.com/office/drawing/2014/main" val="976865855"/>
                    </a:ext>
                  </a:extLst>
                </a:gridCol>
                <a:gridCol w="1095131">
                  <a:extLst>
                    <a:ext uri="{9D8B030D-6E8A-4147-A177-3AD203B41FA5}">
                      <a16:colId xmlns:a16="http://schemas.microsoft.com/office/drawing/2014/main" val="4058477611"/>
                    </a:ext>
                  </a:extLst>
                </a:gridCol>
                <a:gridCol w="1225676">
                  <a:extLst>
                    <a:ext uri="{9D8B030D-6E8A-4147-A177-3AD203B41FA5}">
                      <a16:colId xmlns:a16="http://schemas.microsoft.com/office/drawing/2014/main" val="1300919148"/>
                    </a:ext>
                  </a:extLst>
                </a:gridCol>
                <a:gridCol w="1225676">
                  <a:extLst>
                    <a:ext uri="{9D8B030D-6E8A-4147-A177-3AD203B41FA5}">
                      <a16:colId xmlns:a16="http://schemas.microsoft.com/office/drawing/2014/main" val="2244004282"/>
                    </a:ext>
                  </a:extLst>
                </a:gridCol>
              </a:tblGrid>
              <a:tr h="2848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ea typeface="Lato"/>
                          <a:cs typeface="Lato"/>
                        </a:rPr>
                        <a:t>Property</a:t>
                      </a:r>
                    </a:p>
                  </a:txBody>
                  <a:tcPr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Poor in-cab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Ventilation</a:t>
                      </a:r>
                    </a:p>
                  </a:txBody>
                  <a:tcPr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Long ride fatigue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Uncomfortable seat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Theft (Truck &amp; Payload)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08511"/>
                  </a:ext>
                </a:extLst>
              </a:tr>
              <a:tr h="2848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latin typeface="Arial"/>
                        </a:rPr>
                        <a:t>Demand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0B050"/>
                          </a:solidFill>
                          <a:latin typeface="Arial"/>
                          <a:ea typeface="Lato"/>
                          <a:cs typeface="Lato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B050"/>
                          </a:solidFill>
                          <a:latin typeface="Arial"/>
                          <a:ea typeface="Lato"/>
                          <a:cs typeface="Lato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8899"/>
                  </a:ext>
                </a:extLst>
              </a:tr>
              <a:tr h="2848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</a:rPr>
                        <a:t>Commercial viability 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4/5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rgbClr val="00B050"/>
                          </a:solidFill>
                          <a:latin typeface="Arial"/>
                          <a:ea typeface="Lato"/>
                          <a:cs typeface="Lato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39982"/>
                  </a:ext>
                </a:extLst>
              </a:tr>
              <a:tr h="3834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+mn-lt"/>
                        </a:rPr>
                        <a:t>Innovation</a:t>
                      </a:r>
                      <a:endParaRPr lang="en-US" sz="1200" b="1"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rgbClr val="00B05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rgbClr val="00B05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1836"/>
                  </a:ext>
                </a:extLst>
              </a:tr>
              <a:tr h="3834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+mn-lt"/>
                        </a:rPr>
                        <a:t>Feasibility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FF0000"/>
                          </a:solidFill>
                          <a:latin typeface="Arial"/>
                        </a:rPr>
                        <a:t>2/5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B08600"/>
                          </a:solidFill>
                          <a:latin typeface="Arial"/>
                          <a:ea typeface="Lato"/>
                          <a:cs typeface="Lato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32651"/>
                  </a:ext>
                </a:extLst>
              </a:tr>
              <a:tr h="3834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+mn-lt"/>
                        </a:rPr>
                        <a:t>Scalability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3/5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2/5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265499"/>
                  </a:ext>
                </a:extLst>
              </a:tr>
              <a:tr h="2958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</a:rPr>
                        <a:t>Social Impact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FF0000"/>
                          </a:solidFill>
                          <a:latin typeface="Arial"/>
                        </a:rPr>
                        <a:t>2/5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B086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B05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28195"/>
                  </a:ext>
                </a:extLst>
              </a:tr>
              <a:tr h="3834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latin typeface="Arial"/>
                        </a:rPr>
                        <a:t>Target Segment</a:t>
                      </a:r>
                    </a:p>
                  </a:txBody>
                  <a:tcPr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Mining, Long-Haul Trucks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All except Construction Trucks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646225"/>
                  </a:ext>
                </a:extLst>
              </a:tr>
              <a:tr h="3834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</a:rPr>
                        <a:t>Target People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Driver</a:t>
                      </a:r>
                    </a:p>
                  </a:txBody>
                  <a:tcPr marL="45720" marR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Driver, Owner</a:t>
                      </a:r>
                    </a:p>
                  </a:txBody>
                  <a:tcPr marL="45720" marR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Driver </a:t>
                      </a:r>
                    </a:p>
                  </a:txBody>
                  <a:tcPr marL="45720" marR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5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Owner, Company</a:t>
                      </a:r>
                    </a:p>
                  </a:txBody>
                  <a:tcPr marL="45720" marR="4572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680422"/>
                  </a:ext>
                </a:extLst>
              </a:tr>
            </a:tbl>
          </a:graphicData>
        </a:graphic>
      </p:graphicFrame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Decision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Matrix</a:t>
            </a: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graphicFrame>
        <p:nvGraphicFramePr>
          <p:cNvPr id="19" name="Table 17">
            <a:extLst>
              <a:ext uri="{FF2B5EF4-FFF2-40B4-BE49-F238E27FC236}">
                <a16:creationId xmlns:a16="http://schemas.microsoft.com/office/drawing/2014/main" id="{7A3E7B42-5177-A5BD-D16F-0E4F7235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955645"/>
              </p:ext>
            </p:extLst>
          </p:nvPr>
        </p:nvGraphicFramePr>
        <p:xfrm>
          <a:off x="82297" y="4961811"/>
          <a:ext cx="593445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015">
                  <a:extLst>
                    <a:ext uri="{9D8B030D-6E8A-4147-A177-3AD203B41FA5}">
                      <a16:colId xmlns:a16="http://schemas.microsoft.com/office/drawing/2014/main" val="168628716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225455079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90322148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344592139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693926463"/>
                    </a:ext>
                  </a:extLst>
                </a:gridCol>
              </a:tblGrid>
              <a:tr h="23528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Weighted Average</a:t>
                      </a: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3.42/5</a:t>
                      </a:r>
                      <a:endParaRPr lang="en-US" sz="900"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4.21/5</a:t>
                      </a:r>
                      <a:endParaRPr lang="en-US" sz="900"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3.785/5</a:t>
                      </a:r>
                      <a:endParaRPr lang="en-US" sz="900"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3.43/5</a:t>
                      </a: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395441"/>
                  </a:ext>
                </a:extLst>
              </a:tr>
            </a:tbl>
          </a:graphicData>
        </a:graphic>
      </p:graphicFrame>
      <p:sp>
        <p:nvSpPr>
          <p:cNvPr id="40" name="Google Shape;1675;p36">
            <a:extLst>
              <a:ext uri="{FF2B5EF4-FFF2-40B4-BE49-F238E27FC236}">
                <a16:creationId xmlns:a16="http://schemas.microsoft.com/office/drawing/2014/main" id="{8EF7623C-9794-EE9F-C02A-ED340E2B48B9}"/>
              </a:ext>
            </a:extLst>
          </p:cNvPr>
          <p:cNvSpPr txBox="1"/>
          <p:nvPr/>
        </p:nvSpPr>
        <p:spPr>
          <a:xfrm>
            <a:off x="7609947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Fatigue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- Effects</a:t>
            </a:r>
          </a:p>
        </p:txBody>
      </p:sp>
      <p:sp>
        <p:nvSpPr>
          <p:cNvPr id="41" name="Google Shape;1676;p36">
            <a:extLst>
              <a:ext uri="{FF2B5EF4-FFF2-40B4-BE49-F238E27FC236}">
                <a16:creationId xmlns:a16="http://schemas.microsoft.com/office/drawing/2014/main" id="{249683AE-B5B5-63CA-5103-F967D82C79B7}"/>
              </a:ext>
            </a:extLst>
          </p:cNvPr>
          <p:cNvSpPr/>
          <p:nvPr/>
        </p:nvSpPr>
        <p:spPr>
          <a:xfrm>
            <a:off x="742610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1A827577-A5E3-C8A9-909B-7B0A00B7BC49}"/>
              </a:ext>
            </a:extLst>
          </p:cNvPr>
          <p:cNvSpPr/>
          <p:nvPr/>
        </p:nvSpPr>
        <p:spPr>
          <a:xfrm>
            <a:off x="9257952" y="1536049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Less driver performance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7" name="Parallelogram 46">
            <a:extLst>
              <a:ext uri="{FF2B5EF4-FFF2-40B4-BE49-F238E27FC236}">
                <a16:creationId xmlns:a16="http://schemas.microsoft.com/office/drawing/2014/main" id="{E3A4BD32-3D7D-1A72-ED8F-6861694C37F2}"/>
              </a:ext>
            </a:extLst>
          </p:cNvPr>
          <p:cNvSpPr/>
          <p:nvPr/>
        </p:nvSpPr>
        <p:spPr>
          <a:xfrm>
            <a:off x="6347416" y="2013737"/>
            <a:ext cx="2735928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Longer sleeping hours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511C976D-BD6C-68C0-82E8-686E03EA87C3}"/>
              </a:ext>
            </a:extLst>
          </p:cNvPr>
          <p:cNvSpPr/>
          <p:nvPr/>
        </p:nvSpPr>
        <p:spPr>
          <a:xfrm>
            <a:off x="9257951" y="2013737"/>
            <a:ext cx="2735928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Driver health issues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ECED790A-B082-C33E-6D90-FE7E53818A91}"/>
              </a:ext>
            </a:extLst>
          </p:cNvPr>
          <p:cNvSpPr/>
          <p:nvPr/>
        </p:nvSpPr>
        <p:spPr>
          <a:xfrm>
            <a:off x="6347415" y="2524031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Low profits for owner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2074EE20-0A4E-6C6D-0839-FC1819DC350D}"/>
              </a:ext>
            </a:extLst>
          </p:cNvPr>
          <p:cNvSpPr/>
          <p:nvPr/>
        </p:nvSpPr>
        <p:spPr>
          <a:xfrm>
            <a:off x="6347417" y="1536049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Potential increase in accidents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2214E97E-2411-711A-A96B-960CAEFA08B0}"/>
              </a:ext>
            </a:extLst>
          </p:cNvPr>
          <p:cNvSpPr/>
          <p:nvPr/>
        </p:nvSpPr>
        <p:spPr>
          <a:xfrm>
            <a:off x="9257951" y="2520888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Weak driver decision making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73C57-C7B4-A8A1-B42C-8BF350B311D9}"/>
              </a:ext>
            </a:extLst>
          </p:cNvPr>
          <p:cNvSpPr/>
          <p:nvPr/>
        </p:nvSpPr>
        <p:spPr>
          <a:xfrm>
            <a:off x="2386584" y="1289304"/>
            <a:ext cx="1234440" cy="4193237"/>
          </a:xfrm>
          <a:prstGeom prst="rect">
            <a:avLst/>
          </a:prstGeom>
          <a:noFill/>
          <a:ln w="25400" cmpd="sng">
            <a:solidFill>
              <a:srgbClr val="FF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0" name="Picture 19" descr="A picture containing red, light&#10;&#10;Description automatically generated">
            <a:extLst>
              <a:ext uri="{FF2B5EF4-FFF2-40B4-BE49-F238E27FC236}">
                <a16:creationId xmlns:a16="http://schemas.microsoft.com/office/drawing/2014/main" id="{ED76F218-8E7D-03CF-D362-3CBC97633D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18" y="3190490"/>
            <a:ext cx="5040005" cy="29694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A9FDF9-C0D2-6842-3CF8-0DABDFCBEE06}"/>
              </a:ext>
            </a:extLst>
          </p:cNvPr>
          <p:cNvSpPr txBox="1"/>
          <p:nvPr/>
        </p:nvSpPr>
        <p:spPr>
          <a:xfrm>
            <a:off x="6626118" y="6198390"/>
            <a:ext cx="1371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- </a:t>
            </a:r>
            <a:r>
              <a:rPr lang="en-US" sz="1000">
                <a:hlinkClick r:id="rId6"/>
              </a:rPr>
              <a:t>Wikipedia</a:t>
            </a:r>
            <a:endParaRPr lang="en-IN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87E82-BE64-DF63-109C-B3938D917160}"/>
              </a:ext>
            </a:extLst>
          </p:cNvPr>
          <p:cNvSpPr txBox="1"/>
          <p:nvPr/>
        </p:nvSpPr>
        <p:spPr>
          <a:xfrm>
            <a:off x="36729" y="6321500"/>
            <a:ext cx="1371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Source1 - </a:t>
            </a:r>
            <a:r>
              <a:rPr lang="en-US" sz="1000">
                <a:hlinkClick r:id="rId7"/>
              </a:rPr>
              <a:t>Ventilation</a:t>
            </a:r>
            <a:endParaRPr lang="en-IN" sz="1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CCD78-A275-24F4-2DBF-68EE60C60264}"/>
              </a:ext>
            </a:extLst>
          </p:cNvPr>
          <p:cNvSpPr txBox="1"/>
          <p:nvPr/>
        </p:nvSpPr>
        <p:spPr>
          <a:xfrm>
            <a:off x="1522261" y="6317384"/>
            <a:ext cx="17604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Source2 - </a:t>
            </a:r>
            <a:r>
              <a:rPr lang="en-US" sz="1000">
                <a:hlinkClick r:id="rId8"/>
              </a:rPr>
              <a:t>Driver Survey</a:t>
            </a:r>
            <a:endParaRPr lang="en-IN" sz="1000"/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970504E6-184F-3CD4-0A52-15F57B6811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6CCAE612-EA3A-95C6-26BC-21C47A579B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856820"/>
            <a:ext cx="301920" cy="3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38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3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6096000" y="2281"/>
            <a:ext cx="6100243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Problems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Fatigue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- Causes</a:t>
            </a: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164043-3ECD-3607-A50C-F32EBEFCAB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40" t="34047"/>
          <a:stretch/>
        </p:blipFill>
        <p:spPr bwMode="auto">
          <a:xfrm>
            <a:off x="7764099" y="1670096"/>
            <a:ext cx="3109475" cy="2211522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pic>
        <p:nvPicPr>
          <p:cNvPr id="2050" name="Picture 2" descr="Fitness, Fatigue and Performance">
            <a:extLst>
              <a:ext uri="{FF2B5EF4-FFF2-40B4-BE49-F238E27FC236}">
                <a16:creationId xmlns:a16="http://schemas.microsoft.com/office/drawing/2014/main" id="{ADA3D26F-6917-74C2-FEEA-58CBB201C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997" y="4168442"/>
            <a:ext cx="3100577" cy="2211522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A19B02-6387-F57A-73F5-532D33E0E95F}"/>
              </a:ext>
            </a:extLst>
          </p:cNvPr>
          <p:cNvSpPr txBox="1"/>
          <p:nvPr/>
        </p:nvSpPr>
        <p:spPr>
          <a:xfrm>
            <a:off x="228206" y="4923291"/>
            <a:ext cx="15731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– </a:t>
            </a:r>
            <a:r>
              <a:rPr lang="en-US" sz="1000">
                <a:hlinkClick r:id="rId9"/>
              </a:rPr>
              <a:t>Dawson et al.</a:t>
            </a:r>
            <a:endParaRPr lang="en-IN" sz="1000"/>
          </a:p>
        </p:txBody>
      </p:sp>
      <p:sp>
        <p:nvSpPr>
          <p:cNvPr id="2" name="Google Shape;1675;p36">
            <a:extLst>
              <a:ext uri="{FF2B5EF4-FFF2-40B4-BE49-F238E27FC236}">
                <a16:creationId xmlns:a16="http://schemas.microsoft.com/office/drawing/2014/main" id="{ADF66EE7-C510-E252-898C-437F7BA72294}"/>
              </a:ext>
            </a:extLst>
          </p:cNvPr>
          <p:cNvSpPr txBox="1"/>
          <p:nvPr/>
        </p:nvSpPr>
        <p:spPr>
          <a:xfrm>
            <a:off x="7609947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Fatigue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Effects on Performance</a:t>
            </a:r>
          </a:p>
        </p:txBody>
      </p:sp>
      <p:sp>
        <p:nvSpPr>
          <p:cNvPr id="6" name="Google Shape;1676;p36">
            <a:extLst>
              <a:ext uri="{FF2B5EF4-FFF2-40B4-BE49-F238E27FC236}">
                <a16:creationId xmlns:a16="http://schemas.microsoft.com/office/drawing/2014/main" id="{E2BF59F8-63BA-7F98-D6B2-E39DFEDE586B}"/>
              </a:ext>
            </a:extLst>
          </p:cNvPr>
          <p:cNvSpPr/>
          <p:nvPr/>
        </p:nvSpPr>
        <p:spPr>
          <a:xfrm>
            <a:off x="742610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AD1545B8-9222-86FC-3BF0-755BDE5E5F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856820"/>
            <a:ext cx="301920" cy="301920"/>
          </a:xfrm>
          <a:prstGeom prst="rect">
            <a:avLst/>
          </a:prstGeom>
        </p:spPr>
      </p:pic>
      <p:sp>
        <p:nvSpPr>
          <p:cNvPr id="4" name="Google Shape;83;p14">
            <a:extLst>
              <a:ext uri="{FF2B5EF4-FFF2-40B4-BE49-F238E27FC236}">
                <a16:creationId xmlns:a16="http://schemas.microsoft.com/office/drawing/2014/main" id="{9ABEE33D-3209-6AE8-9648-4B7C92BE5365}"/>
              </a:ext>
            </a:extLst>
          </p:cNvPr>
          <p:cNvSpPr txBox="1"/>
          <p:nvPr/>
        </p:nvSpPr>
        <p:spPr>
          <a:xfrm>
            <a:off x="228206" y="5614563"/>
            <a:ext cx="568796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  <a:endParaRPr lang="en-US" sz="1600">
              <a:solidFill>
                <a:srgbClr val="194D54"/>
              </a:solidFill>
              <a:latin typeface="Lato Black"/>
              <a:ea typeface="Lato Black"/>
              <a:cs typeface="Lato Black"/>
            </a:endParaRPr>
          </a:p>
          <a:p>
            <a:pPr marL="227965" indent="-22796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87E8E"/>
                </a:solidFill>
                <a:latin typeface="Lato"/>
                <a:ea typeface="Lato"/>
                <a:cs typeface="Lato"/>
              </a:rPr>
              <a:t>Noise, Vibration &amp; Harshness (NVH)</a:t>
            </a:r>
            <a:r>
              <a:rPr lang="en-US" sz="1200">
                <a:latin typeface="Lato"/>
                <a:ea typeface="Lato"/>
                <a:cs typeface="Lato"/>
              </a:rPr>
              <a:t> are the only factors that can be solved</a:t>
            </a:r>
          </a:p>
          <a:p>
            <a:pPr marL="227965" indent="-22796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Lato"/>
                <a:ea typeface="Lato"/>
                <a:cs typeface="Lato"/>
              </a:rPr>
              <a:t>Novel solutions are proposed to be implemented inside the drivers’ cabin</a:t>
            </a:r>
            <a:endParaRPr lang="en-US" sz="1100">
              <a:latin typeface="Lato"/>
              <a:ea typeface="Lato"/>
              <a:cs typeface="Lat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00841-AB57-E85E-F906-885D043DC386}"/>
              </a:ext>
            </a:extLst>
          </p:cNvPr>
          <p:cNvSpPr txBox="1"/>
          <p:nvPr/>
        </p:nvSpPr>
        <p:spPr>
          <a:xfrm>
            <a:off x="7666490" y="3922221"/>
            <a:ext cx="1981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</a:t>
            </a:r>
            <a:r>
              <a:rPr lang="en-US" sz="1000">
                <a:hlinkClick r:id="rId9"/>
              </a:rPr>
              <a:t>–</a:t>
            </a:r>
            <a:r>
              <a:rPr lang="en-US" sz="1000"/>
              <a:t> </a:t>
            </a:r>
            <a:r>
              <a:rPr lang="en-US" sz="1000">
                <a:hlinkClick r:id="rId10"/>
              </a:rPr>
              <a:t>Faradays Electrical</a:t>
            </a:r>
            <a:r>
              <a:rPr lang="en-US" sz="1000">
                <a:hlinkClick r:id="rId9"/>
              </a:rPr>
              <a:t>.</a:t>
            </a:r>
            <a:endParaRPr lang="en-IN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0DB5D-0506-8134-A4AC-9CA31519A61E}"/>
              </a:ext>
            </a:extLst>
          </p:cNvPr>
          <p:cNvSpPr txBox="1"/>
          <p:nvPr/>
        </p:nvSpPr>
        <p:spPr>
          <a:xfrm>
            <a:off x="7666490" y="6420567"/>
            <a:ext cx="254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</a:t>
            </a:r>
            <a:r>
              <a:rPr lang="en-US" sz="1000">
                <a:hlinkClick r:id="rId9"/>
              </a:rPr>
              <a:t>–</a:t>
            </a:r>
            <a:r>
              <a:rPr lang="en-US" sz="1000"/>
              <a:t> </a:t>
            </a:r>
            <a:r>
              <a:rPr lang="en-US" sz="1000" err="1">
                <a:hlinkClick r:id="rId11"/>
              </a:rPr>
              <a:t>HertFordshire</a:t>
            </a:r>
            <a:r>
              <a:rPr lang="en-US" sz="1000">
                <a:hlinkClick r:id="rId11"/>
              </a:rPr>
              <a:t> Sport Village</a:t>
            </a:r>
            <a:r>
              <a:rPr lang="en-US" sz="1000">
                <a:hlinkClick r:id="rId9"/>
              </a:rPr>
              <a:t>.</a:t>
            </a:r>
            <a:endParaRPr lang="en-IN" sz="1000"/>
          </a:p>
        </p:txBody>
      </p:sp>
      <p:pic>
        <p:nvPicPr>
          <p:cNvPr id="33" name="Picture 32" descr="Diagram&#10;&#10;Description automatically generated">
            <a:extLst>
              <a:ext uri="{FF2B5EF4-FFF2-40B4-BE49-F238E27FC236}">
                <a16:creationId xmlns:a16="http://schemas.microsoft.com/office/drawing/2014/main" id="{3A352EFA-72FE-BBF9-9B7F-1B1D81F482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3" y="1534000"/>
            <a:ext cx="5058231" cy="33316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0B2427-3456-101F-3FCE-FD8974F1AAFE}"/>
              </a:ext>
            </a:extLst>
          </p:cNvPr>
          <p:cNvSpPr/>
          <p:nvPr/>
        </p:nvSpPr>
        <p:spPr>
          <a:xfrm>
            <a:off x="576072" y="3236976"/>
            <a:ext cx="1880981" cy="1686315"/>
          </a:xfrm>
          <a:prstGeom prst="rect">
            <a:avLst/>
          </a:prstGeom>
          <a:noFill/>
          <a:ln w="25400" cmpd="sng">
            <a:solidFill>
              <a:srgbClr val="FF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9EBDB2-234C-DA83-AE4E-661E22AF39C0}"/>
              </a:ext>
            </a:extLst>
          </p:cNvPr>
          <p:cNvSpPr/>
          <p:nvPr/>
        </p:nvSpPr>
        <p:spPr>
          <a:xfrm>
            <a:off x="382083" y="5220288"/>
            <a:ext cx="5058231" cy="433336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0" i="0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</a:rPr>
              <a:t>It is estimated that nearly 20% of all accidents is caused by fatigue as per The Royal society for prevention of accidents (RoSPA)</a:t>
            </a:r>
            <a:endParaRPr lang="en-IN" sz="1200">
              <a:solidFill>
                <a:schemeClr val="bg1">
                  <a:lumMod val="85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01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6103515" y="0"/>
            <a:ext cx="6092728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Problems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NVH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– Effects on Fatigue &amp; Performance</a:t>
            </a: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6EF2FB-0631-8846-B1CB-66C172B30D5E}"/>
              </a:ext>
            </a:extLst>
          </p:cNvPr>
          <p:cNvSpPr/>
          <p:nvPr/>
        </p:nvSpPr>
        <p:spPr>
          <a:xfrm>
            <a:off x="6285381" y="1000667"/>
            <a:ext cx="1521462" cy="496972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Noise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07D3D5-2DFB-A4B4-1F32-353E93BF69D1}"/>
              </a:ext>
            </a:extLst>
          </p:cNvPr>
          <p:cNvSpPr/>
          <p:nvPr/>
        </p:nvSpPr>
        <p:spPr>
          <a:xfrm>
            <a:off x="8967682" y="957562"/>
            <a:ext cx="1965042" cy="582791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Sound Levels inside Cabin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Nominal – 85 dB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Actual – 90 to 104 dB</a:t>
            </a:r>
            <a:endParaRPr lang="en-IN" sz="11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AE8173-46B0-F62C-B679-DA3CF88A696A}"/>
              </a:ext>
            </a:extLst>
          </p:cNvPr>
          <p:cNvSpPr txBox="1"/>
          <p:nvPr/>
        </p:nvSpPr>
        <p:spPr>
          <a:xfrm>
            <a:off x="11083264" y="1043836"/>
            <a:ext cx="1063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</a:t>
            </a:r>
            <a:r>
              <a:rPr lang="en-US" sz="1000">
                <a:hlinkClick r:id="rId7"/>
              </a:rPr>
              <a:t>–</a:t>
            </a:r>
          </a:p>
          <a:p>
            <a:r>
              <a:rPr lang="en-US" sz="1000">
                <a:hlinkClick r:id="rId7"/>
              </a:rPr>
              <a:t>Science Direct</a:t>
            </a:r>
            <a:r>
              <a:rPr lang="en-US" sz="1000"/>
              <a:t> </a:t>
            </a:r>
            <a:endParaRPr lang="en-IN" sz="1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15F5B-1FF3-1DF5-5CBE-C2E3B96758D3}"/>
              </a:ext>
            </a:extLst>
          </p:cNvPr>
          <p:cNvSpPr/>
          <p:nvPr/>
        </p:nvSpPr>
        <p:spPr>
          <a:xfrm>
            <a:off x="6285381" y="1751070"/>
            <a:ext cx="1521462" cy="496972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Vibration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FC613-775C-49DA-C9C5-2F0985DA6C85}"/>
              </a:ext>
            </a:extLst>
          </p:cNvPr>
          <p:cNvSpPr/>
          <p:nvPr/>
        </p:nvSpPr>
        <p:spPr>
          <a:xfrm>
            <a:off x="8266365" y="1709357"/>
            <a:ext cx="1834530" cy="5832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Frequency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Nominal – 0.5 to 80 Hz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Actual – 118 to 200 Hz</a:t>
            </a:r>
            <a:endParaRPr lang="en-IN" sz="11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BFA166-1234-0A74-4352-9B2DCC0E6D11}"/>
              </a:ext>
            </a:extLst>
          </p:cNvPr>
          <p:cNvSpPr/>
          <p:nvPr/>
        </p:nvSpPr>
        <p:spPr>
          <a:xfrm>
            <a:off x="10174509" y="1709356"/>
            <a:ext cx="1834530" cy="5832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Amplitude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Nominal – 0.5 m/s2</a:t>
            </a:r>
          </a:p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Actual – 2 m/s2</a:t>
            </a:r>
            <a:endParaRPr lang="en-IN" sz="11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963EE3-C5A8-8D05-8B4B-1CA335D8ADBF}"/>
              </a:ext>
            </a:extLst>
          </p:cNvPr>
          <p:cNvSpPr txBox="1"/>
          <p:nvPr/>
        </p:nvSpPr>
        <p:spPr>
          <a:xfrm>
            <a:off x="11019527" y="2292556"/>
            <a:ext cx="1190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– </a:t>
            </a:r>
            <a:r>
              <a:rPr lang="en-US" sz="1000" err="1">
                <a:hlinkClick r:id="rId8"/>
              </a:rPr>
              <a:t>Roadex</a:t>
            </a:r>
            <a:r>
              <a:rPr lang="en-US" sz="1000"/>
              <a:t> </a:t>
            </a:r>
            <a:endParaRPr lang="en-IN" sz="1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A6F41C-D4BB-369D-7EDD-E8C6864A730F}"/>
              </a:ext>
            </a:extLst>
          </p:cNvPr>
          <p:cNvSpPr/>
          <p:nvPr/>
        </p:nvSpPr>
        <p:spPr>
          <a:xfrm>
            <a:off x="6280643" y="2538331"/>
            <a:ext cx="1521462" cy="496972"/>
          </a:xfrm>
          <a:prstGeom prst="rect">
            <a:avLst/>
          </a:prstGeom>
          <a:solidFill>
            <a:srgbClr val="00343F"/>
          </a:solidFill>
          <a:ln w="38100"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Open Sans" panose="020B0606030504020204" pitchFamily="34" charset="0"/>
                <a:cs typeface="Lato" panose="020B0604020202020204" charset="0"/>
              </a:rPr>
              <a:t>Harshness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63F3056-C45A-5CAF-1509-F036ECBCB398}"/>
              </a:ext>
            </a:extLst>
          </p:cNvPr>
          <p:cNvSpPr/>
          <p:nvPr/>
        </p:nvSpPr>
        <p:spPr>
          <a:xfrm>
            <a:off x="8967124" y="2488174"/>
            <a:ext cx="1965600" cy="5832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Subjective Quality</a:t>
            </a:r>
            <a:endParaRPr lang="en-IN" sz="11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545E63-559A-8637-2DE9-73F616CBCF07}"/>
              </a:ext>
            </a:extLst>
          </p:cNvPr>
          <p:cNvSpPr txBox="1"/>
          <p:nvPr/>
        </p:nvSpPr>
        <p:spPr>
          <a:xfrm>
            <a:off x="9180064" y="3542274"/>
            <a:ext cx="190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– </a:t>
            </a:r>
            <a:r>
              <a:rPr lang="en-US" sz="1000">
                <a:hlinkClick r:id="rId9"/>
              </a:rPr>
              <a:t>Technicon Acoustics</a:t>
            </a:r>
            <a:r>
              <a:rPr lang="en-US" sz="1000"/>
              <a:t> </a:t>
            </a:r>
            <a:endParaRPr lang="en-IN" sz="100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52BB80-7482-A0AE-05DD-FF8B89A4E09D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7806843" y="1248958"/>
            <a:ext cx="1160839" cy="195"/>
          </a:xfrm>
          <a:prstGeom prst="straightConnector1">
            <a:avLst/>
          </a:prstGeom>
          <a:ln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5C2269-AF50-258C-CE57-BD74F10A7F9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806843" y="1999556"/>
            <a:ext cx="459522" cy="1401"/>
          </a:xfrm>
          <a:prstGeom prst="straightConnector1">
            <a:avLst/>
          </a:prstGeom>
          <a:ln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AC4261-0E71-0142-A958-1B09C31CA388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7802105" y="2779774"/>
            <a:ext cx="1165019" cy="7043"/>
          </a:xfrm>
          <a:prstGeom prst="straightConnector1">
            <a:avLst/>
          </a:prstGeom>
          <a:ln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500E187-403F-12A5-AD25-E88717C06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299119"/>
              </p:ext>
            </p:extLst>
          </p:nvPr>
        </p:nvGraphicFramePr>
        <p:xfrm>
          <a:off x="6971655" y="3447266"/>
          <a:ext cx="4346664" cy="1661430"/>
        </p:xfrm>
        <a:graphic>
          <a:graphicData uri="http://schemas.openxmlformats.org/drawingml/2006/table">
            <a:tbl>
              <a:tblPr firstRow="1" bandRow="1">
                <a:effectLst/>
                <a:tableStyleId>{284E427A-3D55-4303-BF80-6455036E1DE7}</a:tableStyleId>
              </a:tblPr>
              <a:tblGrid>
                <a:gridCol w="2977017">
                  <a:extLst>
                    <a:ext uri="{9D8B030D-6E8A-4147-A177-3AD203B41FA5}">
                      <a16:colId xmlns:a16="http://schemas.microsoft.com/office/drawing/2014/main" val="2178167388"/>
                    </a:ext>
                  </a:extLst>
                </a:gridCol>
                <a:gridCol w="1369647">
                  <a:extLst>
                    <a:ext uri="{9D8B030D-6E8A-4147-A177-3AD203B41FA5}">
                      <a16:colId xmlns:a16="http://schemas.microsoft.com/office/drawing/2014/main" val="2244004282"/>
                    </a:ext>
                  </a:extLst>
                </a:gridCol>
              </a:tblGrid>
              <a:tr h="24649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Iranian study on Bus and Truck Driver (N = 65533)</a:t>
                      </a:r>
                    </a:p>
                  </a:txBody>
                  <a:tcPr anchor="ctr">
                    <a:solidFill>
                      <a:srgbClr val="00343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latin typeface="Arial"/>
                          <a:ea typeface="Lato"/>
                          <a:cs typeface="Lato"/>
                        </a:rPr>
                        <a:t>Theft (Truck &amp; Payload)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08511"/>
                  </a:ext>
                </a:extLst>
              </a:tr>
              <a:tr h="2464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Types of hearing aid due to Noise</a:t>
                      </a:r>
                      <a:endParaRPr lang="en-US" sz="1100" b="0" i="0" u="none" strike="noStrike" noProof="0">
                        <a:solidFill>
                          <a:schemeClr val="bg1">
                            <a:lumMod val="95000"/>
                          </a:schemeClr>
                        </a:solidFill>
                        <a:latin typeface="Arial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%age Drivers</a:t>
                      </a:r>
                    </a:p>
                  </a:txBody>
                  <a:tcPr marL="45720" marR="45720" anchor="ctr">
                    <a:solidFill>
                      <a:srgbClr val="003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8899"/>
                  </a:ext>
                </a:extLst>
              </a:tr>
              <a:tr h="2464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Some type of hearing Aid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26.5%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39982"/>
                  </a:ext>
                </a:extLst>
              </a:tr>
              <a:tr h="2464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Had hearing loss in 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both ears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14.6%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1836"/>
                  </a:ext>
                </a:extLst>
              </a:tr>
              <a:tr h="3125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+mn-lt"/>
                        </a:rPr>
                        <a:t>Had hearing loss in </a:t>
                      </a: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</a:rPr>
                        <a:t>left ear 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7.8%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32651"/>
                  </a:ext>
                </a:extLst>
              </a:tr>
              <a:tr h="3125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+mn-lt"/>
                        </a:rPr>
                        <a:t>Had hearing loss in </a:t>
                      </a:r>
                      <a:r>
                        <a:rPr lang="en-US" sz="1100" b="1">
                          <a:solidFill>
                            <a:schemeClr val="tx1"/>
                          </a:solidFill>
                          <a:latin typeface="+mn-lt"/>
                        </a:rPr>
                        <a:t>right ear 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4.4%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265499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6DAE8B98-7F13-667D-1343-2E35009E3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672645"/>
              </p:ext>
            </p:extLst>
          </p:nvPr>
        </p:nvGraphicFramePr>
        <p:xfrm>
          <a:off x="6971655" y="5245827"/>
          <a:ext cx="4346664" cy="1458165"/>
        </p:xfrm>
        <a:graphic>
          <a:graphicData uri="http://schemas.openxmlformats.org/drawingml/2006/table">
            <a:tbl>
              <a:tblPr firstRow="1" bandRow="1">
                <a:effectLst/>
                <a:tableStyleId>{284E427A-3D55-4303-BF80-6455036E1DE7}</a:tableStyleId>
              </a:tblPr>
              <a:tblGrid>
                <a:gridCol w="2986161">
                  <a:extLst>
                    <a:ext uri="{9D8B030D-6E8A-4147-A177-3AD203B41FA5}">
                      <a16:colId xmlns:a16="http://schemas.microsoft.com/office/drawing/2014/main" val="2178167388"/>
                    </a:ext>
                  </a:extLst>
                </a:gridCol>
                <a:gridCol w="1360503">
                  <a:extLst>
                    <a:ext uri="{9D8B030D-6E8A-4147-A177-3AD203B41FA5}">
                      <a16:colId xmlns:a16="http://schemas.microsoft.com/office/drawing/2014/main" val="2244004282"/>
                    </a:ext>
                  </a:extLst>
                </a:gridCol>
              </a:tblGrid>
              <a:tr h="2916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Types of health issues due to Vibration</a:t>
                      </a:r>
                      <a:endParaRPr lang="en-US" sz="1100" b="0" i="0" u="none" strike="noStrike" noProof="0">
                        <a:solidFill>
                          <a:schemeClr val="bg1">
                            <a:lumMod val="95000"/>
                          </a:schemeClr>
                        </a:solidFill>
                        <a:latin typeface="Arial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%age Drivers</a:t>
                      </a:r>
                    </a:p>
                  </a:txBody>
                  <a:tcPr marL="45720" marR="45720" anchor="ctr">
                    <a:solidFill>
                      <a:srgbClr val="003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8899"/>
                  </a:ext>
                </a:extLst>
              </a:tr>
              <a:tr h="2916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Irritation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73.7%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39982"/>
                  </a:ext>
                </a:extLst>
              </a:tr>
              <a:tr h="2916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Headache</a:t>
                      </a:r>
                      <a:endParaRPr lang="en-US" sz="1100" b="1" i="0" u="none" strike="noStrike" noProof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40.4%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1836"/>
                  </a:ext>
                </a:extLst>
              </a:tr>
              <a:tr h="2916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+mn-lt"/>
                        </a:rPr>
                        <a:t>Loss of Sleep 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tx1"/>
                          </a:solidFill>
                          <a:latin typeface="Arial"/>
                          <a:ea typeface="Lato"/>
                          <a:cs typeface="Lato"/>
                        </a:rPr>
                        <a:t>29.3%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32651"/>
                  </a:ext>
                </a:extLst>
              </a:tr>
              <a:tr h="2916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+mn-lt"/>
                        </a:rPr>
                        <a:t>Hypertension</a:t>
                      </a:r>
                      <a:endParaRPr lang="en-US" sz="11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265499"/>
                  </a:ext>
                </a:extLst>
              </a:tr>
            </a:tbl>
          </a:graphicData>
        </a:graphic>
      </p:graphicFrame>
      <p:sp>
        <p:nvSpPr>
          <p:cNvPr id="55" name="Arrow: Right 54">
            <a:extLst>
              <a:ext uri="{FF2B5EF4-FFF2-40B4-BE49-F238E27FC236}">
                <a16:creationId xmlns:a16="http://schemas.microsoft.com/office/drawing/2014/main" id="{E8EB1893-0E9B-DC4B-AD02-CF9F45925634}"/>
              </a:ext>
            </a:extLst>
          </p:cNvPr>
          <p:cNvSpPr/>
          <p:nvPr/>
        </p:nvSpPr>
        <p:spPr>
          <a:xfrm>
            <a:off x="1573970" y="5206023"/>
            <a:ext cx="2798302" cy="301882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931A7EFE-8249-269F-7039-CA76EFF04965}"/>
              </a:ext>
            </a:extLst>
          </p:cNvPr>
          <p:cNvSpPr/>
          <p:nvPr/>
        </p:nvSpPr>
        <p:spPr>
          <a:xfrm rot="18114653">
            <a:off x="321228" y="3715529"/>
            <a:ext cx="2951329" cy="301392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FA936667-089C-14A3-0ADF-0536AD879294}"/>
              </a:ext>
            </a:extLst>
          </p:cNvPr>
          <p:cNvSpPr/>
          <p:nvPr/>
        </p:nvSpPr>
        <p:spPr>
          <a:xfrm rot="14236849">
            <a:off x="2793163" y="3744275"/>
            <a:ext cx="3045956" cy="301392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28CF22-71DB-F662-B372-6A5AA3FA0A24}"/>
              </a:ext>
            </a:extLst>
          </p:cNvPr>
          <p:cNvSpPr/>
          <p:nvPr/>
        </p:nvSpPr>
        <p:spPr>
          <a:xfrm>
            <a:off x="2167250" y="1892504"/>
            <a:ext cx="1747728" cy="726498"/>
          </a:xfrm>
          <a:prstGeom prst="rect">
            <a:avLst/>
          </a:prstGeom>
          <a:solidFill>
            <a:srgbClr val="00343F"/>
          </a:solidFill>
          <a:ln>
            <a:solidFill>
              <a:srgbClr val="2929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/>
              <a:t>Performance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A528473-1642-808D-07EE-EA33E8FA5A9D}"/>
              </a:ext>
            </a:extLst>
          </p:cNvPr>
          <p:cNvSpPr/>
          <p:nvPr/>
        </p:nvSpPr>
        <p:spPr>
          <a:xfrm>
            <a:off x="494183" y="5049437"/>
            <a:ext cx="1169121" cy="770334"/>
          </a:xfrm>
          <a:prstGeom prst="rect">
            <a:avLst/>
          </a:prstGeom>
          <a:solidFill>
            <a:srgbClr val="00343F"/>
          </a:solidFill>
          <a:ln>
            <a:solidFill>
              <a:srgbClr val="2929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/>
              <a:t>NVH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AB9391-96A7-E0AF-62B3-C5E8E1AB5DB8}"/>
              </a:ext>
            </a:extLst>
          </p:cNvPr>
          <p:cNvSpPr/>
          <p:nvPr/>
        </p:nvSpPr>
        <p:spPr>
          <a:xfrm>
            <a:off x="4399162" y="5055478"/>
            <a:ext cx="1272745" cy="764293"/>
          </a:xfrm>
          <a:prstGeom prst="rect">
            <a:avLst/>
          </a:prstGeom>
          <a:solidFill>
            <a:srgbClr val="00343F"/>
          </a:solidFill>
          <a:ln>
            <a:solidFill>
              <a:srgbClr val="2929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/>
              <a:t>Fatigue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019AB670-FDA0-A670-2CB8-555A8B7FA741}"/>
              </a:ext>
            </a:extLst>
          </p:cNvPr>
          <p:cNvSpPr/>
          <p:nvPr/>
        </p:nvSpPr>
        <p:spPr>
          <a:xfrm rot="5400000">
            <a:off x="-133341" y="5106812"/>
            <a:ext cx="770334" cy="301882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45E64846-CC1E-AFC5-0C13-3C6BE039B011}"/>
              </a:ext>
            </a:extLst>
          </p:cNvPr>
          <p:cNvSpPr/>
          <p:nvPr/>
        </p:nvSpPr>
        <p:spPr>
          <a:xfrm rot="5400000">
            <a:off x="5480523" y="5206023"/>
            <a:ext cx="770334" cy="301882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6EE90E4E-3111-8E6C-CFDC-247D9B239022}"/>
              </a:ext>
            </a:extLst>
          </p:cNvPr>
          <p:cNvSpPr/>
          <p:nvPr/>
        </p:nvSpPr>
        <p:spPr>
          <a:xfrm rot="16200000">
            <a:off x="3659131" y="1918016"/>
            <a:ext cx="1008258" cy="372719"/>
          </a:xfrm>
          <a:prstGeom prst="rightArrow">
            <a:avLst/>
          </a:prstGeom>
          <a:solidFill>
            <a:srgbClr val="48BACA"/>
          </a:solidFill>
          <a:ln>
            <a:solidFill>
              <a:srgbClr val="087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587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6103515" y="0"/>
            <a:ext cx="6092728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Solutions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Noise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C07383-4492-162D-00F3-5D8D010DC8EE}"/>
              </a:ext>
            </a:extLst>
          </p:cNvPr>
          <p:cNvSpPr/>
          <p:nvPr/>
        </p:nvSpPr>
        <p:spPr>
          <a:xfrm>
            <a:off x="3100797" y="1581392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Currently the noise levels inside the cabin lies between 90-104 dB while it should be &lt;85dB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0" name="Google Shape;1675;p36">
            <a:extLst>
              <a:ext uri="{FF2B5EF4-FFF2-40B4-BE49-F238E27FC236}">
                <a16:creationId xmlns:a16="http://schemas.microsoft.com/office/drawing/2014/main" id="{E029FCE8-FA53-5A46-31C1-0BD596E477DA}"/>
              </a:ext>
            </a:extLst>
          </p:cNvPr>
          <p:cNvSpPr txBox="1"/>
          <p:nvPr/>
        </p:nvSpPr>
        <p:spPr>
          <a:xfrm>
            <a:off x="0" y="299997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Noise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– Causes</a:t>
            </a:r>
          </a:p>
        </p:txBody>
      </p:sp>
      <p:sp>
        <p:nvSpPr>
          <p:cNvPr id="18" name="Google Shape;1676;p36">
            <a:extLst>
              <a:ext uri="{FF2B5EF4-FFF2-40B4-BE49-F238E27FC236}">
                <a16:creationId xmlns:a16="http://schemas.microsoft.com/office/drawing/2014/main" id="{A57F94B0-9675-8A78-595B-D040B7E0CE14}"/>
              </a:ext>
            </a:extLst>
          </p:cNvPr>
          <p:cNvSpPr/>
          <p:nvPr/>
        </p:nvSpPr>
        <p:spPr>
          <a:xfrm>
            <a:off x="4385629" y="2992036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72C28D7F-06EF-BEDB-B70C-572CBA278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3054682"/>
            <a:ext cx="301920" cy="30192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55816B-94BE-BB4D-8E3D-592C13FD6C3C}"/>
              </a:ext>
            </a:extLst>
          </p:cNvPr>
          <p:cNvSpPr/>
          <p:nvPr/>
        </p:nvSpPr>
        <p:spPr>
          <a:xfrm>
            <a:off x="82297" y="1577403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Cabin noise refers to the combi. of sounds from the inner mechanics, tires, and wind flowing along the aerodynamics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94436B5A-79F3-D767-CB69-AD00125B8096}"/>
              </a:ext>
            </a:extLst>
          </p:cNvPr>
          <p:cNvSpPr/>
          <p:nvPr/>
        </p:nvSpPr>
        <p:spPr>
          <a:xfrm>
            <a:off x="1544854" y="3720860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Conductive Vibration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F62CD2A5-DAA6-2C64-4F55-4D00F2ADEACF}"/>
              </a:ext>
            </a:extLst>
          </p:cNvPr>
          <p:cNvSpPr/>
          <p:nvPr/>
        </p:nvSpPr>
        <p:spPr>
          <a:xfrm>
            <a:off x="1544854" y="4199984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Wind Noise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A5C6F733-ED44-9466-B120-D22E173D22F4}"/>
              </a:ext>
            </a:extLst>
          </p:cNvPr>
          <p:cNvSpPr/>
          <p:nvPr/>
        </p:nvSpPr>
        <p:spPr>
          <a:xfrm>
            <a:off x="1535309" y="4680021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Engine Noise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0DA06C7D-C693-B71E-873F-CC98FF7FD041}"/>
              </a:ext>
            </a:extLst>
          </p:cNvPr>
          <p:cNvSpPr/>
          <p:nvPr/>
        </p:nvSpPr>
        <p:spPr>
          <a:xfrm>
            <a:off x="1544853" y="5159145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Air Conditioning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78EF45C4-2709-9E49-0CF8-11B9180F3303}"/>
              </a:ext>
            </a:extLst>
          </p:cNvPr>
          <p:cNvSpPr/>
          <p:nvPr/>
        </p:nvSpPr>
        <p:spPr>
          <a:xfrm>
            <a:off x="1535308" y="5638269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Road Noise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E9EDC708-0307-5BB7-8B42-8C03171D4959}"/>
              </a:ext>
            </a:extLst>
          </p:cNvPr>
          <p:cNvSpPr/>
          <p:nvPr/>
        </p:nvSpPr>
        <p:spPr>
          <a:xfrm>
            <a:off x="1544853" y="6117393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Tire Noise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5673CF-0F62-D961-3378-09D29CA71371}"/>
              </a:ext>
            </a:extLst>
          </p:cNvPr>
          <p:cNvSpPr txBox="1"/>
          <p:nvPr/>
        </p:nvSpPr>
        <p:spPr>
          <a:xfrm>
            <a:off x="1535308" y="6605661"/>
            <a:ext cx="190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– </a:t>
            </a:r>
            <a:r>
              <a:rPr lang="en-US" sz="1000" err="1">
                <a:hlinkClick r:id="rId7"/>
              </a:rPr>
              <a:t>AudioMav</a:t>
            </a:r>
            <a:endParaRPr lang="en-IN" sz="1000"/>
          </a:p>
        </p:txBody>
      </p:sp>
      <p:sp>
        <p:nvSpPr>
          <p:cNvPr id="43" name="Google Shape;1675;p36">
            <a:extLst>
              <a:ext uri="{FF2B5EF4-FFF2-40B4-BE49-F238E27FC236}">
                <a16:creationId xmlns:a16="http://schemas.microsoft.com/office/drawing/2014/main" id="{D0E11B5C-E6E9-A35F-2B07-CA654C05F33E}"/>
              </a:ext>
            </a:extLst>
          </p:cNvPr>
          <p:cNvSpPr txBox="1"/>
          <p:nvPr/>
        </p:nvSpPr>
        <p:spPr>
          <a:xfrm>
            <a:off x="7609947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Noise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Solution</a:t>
            </a:r>
          </a:p>
        </p:txBody>
      </p:sp>
      <p:sp>
        <p:nvSpPr>
          <p:cNvPr id="44" name="Google Shape;1676;p36">
            <a:extLst>
              <a:ext uri="{FF2B5EF4-FFF2-40B4-BE49-F238E27FC236}">
                <a16:creationId xmlns:a16="http://schemas.microsoft.com/office/drawing/2014/main" id="{564BD5B6-0637-F488-31CF-8B89DB26F7B8}"/>
              </a:ext>
            </a:extLst>
          </p:cNvPr>
          <p:cNvSpPr/>
          <p:nvPr/>
        </p:nvSpPr>
        <p:spPr>
          <a:xfrm>
            <a:off x="742610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45" name="Picture 44" descr="Icon&#10;&#10;Description automatically generated">
            <a:extLst>
              <a:ext uri="{FF2B5EF4-FFF2-40B4-BE49-F238E27FC236}">
                <a16:creationId xmlns:a16="http://schemas.microsoft.com/office/drawing/2014/main" id="{3DCC30FD-E32F-9C56-5F1B-943A1AEAD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856820"/>
            <a:ext cx="301920" cy="301920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5F10D9A-4D76-82E7-B3B6-FBBB1B7617CD}"/>
              </a:ext>
            </a:extLst>
          </p:cNvPr>
          <p:cNvSpPr/>
          <p:nvPr/>
        </p:nvSpPr>
        <p:spPr>
          <a:xfrm>
            <a:off x="6217264" y="1927957"/>
            <a:ext cx="2606928" cy="58003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Noise Cancellation Technology</a:t>
            </a:r>
            <a:endParaRPr lang="en-IN" sz="1600" b="1">
              <a:solidFill>
                <a:srgbClr val="48BACA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B8B8DF9-69DD-CCC7-C9A6-28CF008466A9}"/>
              </a:ext>
            </a:extLst>
          </p:cNvPr>
          <p:cNvSpPr/>
          <p:nvPr/>
        </p:nvSpPr>
        <p:spPr>
          <a:xfrm>
            <a:off x="8937941" y="1409745"/>
            <a:ext cx="3185520" cy="1615426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ANC technology employs software and components like DSP and microphones to measure and reduce noise using destructive interference</a:t>
            </a:r>
          </a:p>
        </p:txBody>
      </p:sp>
      <p:pic>
        <p:nvPicPr>
          <p:cNvPr id="4" name="Picture 3" descr="Graphical user interface, text, chat or text message&#10;&#10;Description automatically generated">
            <a:extLst>
              <a:ext uri="{FF2B5EF4-FFF2-40B4-BE49-F238E27FC236}">
                <a16:creationId xmlns:a16="http://schemas.microsoft.com/office/drawing/2014/main" id="{C79888E5-0FF7-2F4E-7174-CD71ADE6FB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8" y="5577840"/>
            <a:ext cx="3603736" cy="1150931"/>
          </a:xfrm>
          <a:prstGeom prst="rect">
            <a:avLst/>
          </a:prstGeom>
        </p:spPr>
      </p:pic>
      <p:sp>
        <p:nvSpPr>
          <p:cNvPr id="50" name="Google Shape;1675;p36">
            <a:extLst>
              <a:ext uri="{FF2B5EF4-FFF2-40B4-BE49-F238E27FC236}">
                <a16:creationId xmlns:a16="http://schemas.microsoft.com/office/drawing/2014/main" id="{A3CA463C-918E-244B-699C-FD949575C355}"/>
              </a:ext>
            </a:extLst>
          </p:cNvPr>
          <p:cNvSpPr txBox="1"/>
          <p:nvPr/>
        </p:nvSpPr>
        <p:spPr>
          <a:xfrm>
            <a:off x="7609947" y="3268315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ANC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System Workflow</a:t>
            </a:r>
          </a:p>
        </p:txBody>
      </p:sp>
      <p:sp>
        <p:nvSpPr>
          <p:cNvPr id="51" name="Google Shape;1676;p36">
            <a:extLst>
              <a:ext uri="{FF2B5EF4-FFF2-40B4-BE49-F238E27FC236}">
                <a16:creationId xmlns:a16="http://schemas.microsoft.com/office/drawing/2014/main" id="{6F514CD7-5386-9652-D776-CF1375826408}"/>
              </a:ext>
            </a:extLst>
          </p:cNvPr>
          <p:cNvSpPr/>
          <p:nvPr/>
        </p:nvSpPr>
        <p:spPr>
          <a:xfrm>
            <a:off x="7426109" y="3260375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52" name="Picture 51" descr="Icon&#10;&#10;Description automatically generated">
            <a:extLst>
              <a:ext uri="{FF2B5EF4-FFF2-40B4-BE49-F238E27FC236}">
                <a16:creationId xmlns:a16="http://schemas.microsoft.com/office/drawing/2014/main" id="{AED99DD9-A8DD-3240-0665-D5269E0278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3323021"/>
            <a:ext cx="301920" cy="301920"/>
          </a:xfrm>
          <a:prstGeom prst="rect">
            <a:avLst/>
          </a:prstGeom>
        </p:spPr>
      </p:pic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9F9C70EB-FC15-6DC0-AF2D-EFEAF7110B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879" y="3822184"/>
            <a:ext cx="2899108" cy="160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6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5484109" y="-4633"/>
            <a:ext cx="6707889" cy="6893436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Solutions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sp>
        <p:nvSpPr>
          <p:cNvPr id="10" name="Google Shape;1675;p36">
            <a:extLst>
              <a:ext uri="{FF2B5EF4-FFF2-40B4-BE49-F238E27FC236}">
                <a16:creationId xmlns:a16="http://schemas.microsoft.com/office/drawing/2014/main" id="{E029FCE8-FA53-5A46-31C1-0BD596E477DA}"/>
              </a:ext>
            </a:extLst>
          </p:cNvPr>
          <p:cNvSpPr txBox="1"/>
          <p:nvPr/>
        </p:nvSpPr>
        <p:spPr>
          <a:xfrm>
            <a:off x="0" y="299997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– Causes</a:t>
            </a:r>
          </a:p>
        </p:txBody>
      </p:sp>
      <p:sp>
        <p:nvSpPr>
          <p:cNvPr id="18" name="Google Shape;1676;p36">
            <a:extLst>
              <a:ext uri="{FF2B5EF4-FFF2-40B4-BE49-F238E27FC236}">
                <a16:creationId xmlns:a16="http://schemas.microsoft.com/office/drawing/2014/main" id="{A57F94B0-9675-8A78-595B-D040B7E0CE14}"/>
              </a:ext>
            </a:extLst>
          </p:cNvPr>
          <p:cNvSpPr/>
          <p:nvPr/>
        </p:nvSpPr>
        <p:spPr>
          <a:xfrm>
            <a:off x="4385629" y="2992036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72C28D7F-06EF-BEDB-B70C-572CBA278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3054682"/>
            <a:ext cx="301920" cy="30192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55816B-94BE-BB4D-8E3D-592C13FD6C3C}"/>
              </a:ext>
            </a:extLst>
          </p:cNvPr>
          <p:cNvSpPr/>
          <p:nvPr/>
        </p:nvSpPr>
        <p:spPr>
          <a:xfrm>
            <a:off x="152190" y="1592403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is any motion, shaking or trembling that can be felt or seen when an object moves back &amp; forth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94436B5A-79F3-D767-CB69-AD00125B8096}"/>
              </a:ext>
            </a:extLst>
          </p:cNvPr>
          <p:cNvSpPr/>
          <p:nvPr/>
        </p:nvSpPr>
        <p:spPr>
          <a:xfrm>
            <a:off x="821551" y="3720860"/>
            <a:ext cx="3743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Engine Vibration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F62CD2A5-DAA6-2C64-4F55-4D00F2ADEACF}"/>
              </a:ext>
            </a:extLst>
          </p:cNvPr>
          <p:cNvSpPr/>
          <p:nvPr/>
        </p:nvSpPr>
        <p:spPr>
          <a:xfrm>
            <a:off x="821551" y="4199984"/>
            <a:ext cx="3743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Worn suspension parts and joints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A5C6F733-ED44-9466-B120-D22E173D22F4}"/>
              </a:ext>
            </a:extLst>
          </p:cNvPr>
          <p:cNvSpPr/>
          <p:nvPr/>
        </p:nvSpPr>
        <p:spPr>
          <a:xfrm>
            <a:off x="802460" y="4680021"/>
            <a:ext cx="3762714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Fasteners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0DA06C7D-C693-B71E-873F-CC98FF7FD041}"/>
              </a:ext>
            </a:extLst>
          </p:cNvPr>
          <p:cNvSpPr/>
          <p:nvPr/>
        </p:nvSpPr>
        <p:spPr>
          <a:xfrm>
            <a:off x="821548" y="5159145"/>
            <a:ext cx="3743626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Brake Rotors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78EF45C4-2709-9E49-0CF8-11B9180F3303}"/>
              </a:ext>
            </a:extLst>
          </p:cNvPr>
          <p:cNvSpPr/>
          <p:nvPr/>
        </p:nvSpPr>
        <p:spPr>
          <a:xfrm>
            <a:off x="802458" y="5638269"/>
            <a:ext cx="3762716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Road surface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E9EDC708-0307-5BB7-8B42-8C03171D4959}"/>
              </a:ext>
            </a:extLst>
          </p:cNvPr>
          <p:cNvSpPr/>
          <p:nvPr/>
        </p:nvSpPr>
        <p:spPr>
          <a:xfrm>
            <a:off x="821548" y="6117393"/>
            <a:ext cx="3743626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Transmission Vibration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3" name="Google Shape;1675;p36">
            <a:extLst>
              <a:ext uri="{FF2B5EF4-FFF2-40B4-BE49-F238E27FC236}">
                <a16:creationId xmlns:a16="http://schemas.microsoft.com/office/drawing/2014/main" id="{D0E11B5C-E6E9-A35F-2B07-CA654C05F33E}"/>
              </a:ext>
            </a:extLst>
          </p:cNvPr>
          <p:cNvSpPr txBox="1"/>
          <p:nvPr/>
        </p:nvSpPr>
        <p:spPr>
          <a:xfrm>
            <a:off x="7609947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Solution</a:t>
            </a:r>
          </a:p>
        </p:txBody>
      </p:sp>
      <p:sp>
        <p:nvSpPr>
          <p:cNvPr id="44" name="Google Shape;1676;p36">
            <a:extLst>
              <a:ext uri="{FF2B5EF4-FFF2-40B4-BE49-F238E27FC236}">
                <a16:creationId xmlns:a16="http://schemas.microsoft.com/office/drawing/2014/main" id="{564BD5B6-0637-F488-31CF-8B89DB26F7B8}"/>
              </a:ext>
            </a:extLst>
          </p:cNvPr>
          <p:cNvSpPr/>
          <p:nvPr/>
        </p:nvSpPr>
        <p:spPr>
          <a:xfrm>
            <a:off x="742610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45" name="Picture 44" descr="Icon&#10;&#10;Description automatically generated">
            <a:extLst>
              <a:ext uri="{FF2B5EF4-FFF2-40B4-BE49-F238E27FC236}">
                <a16:creationId xmlns:a16="http://schemas.microsoft.com/office/drawing/2014/main" id="{3DCC30FD-E32F-9C56-5F1B-943A1AEAD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856820"/>
            <a:ext cx="301920" cy="301920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5F10D9A-4D76-82E7-B3B6-FBBB1B7617CD}"/>
              </a:ext>
            </a:extLst>
          </p:cNvPr>
          <p:cNvSpPr/>
          <p:nvPr/>
        </p:nvSpPr>
        <p:spPr>
          <a:xfrm>
            <a:off x="5617219" y="1257517"/>
            <a:ext cx="1604587" cy="58003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Air Cushion Seating System</a:t>
            </a:r>
            <a:endParaRPr lang="en-IN" sz="1600" b="1">
              <a:solidFill>
                <a:srgbClr val="48BACA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B8B8DF9-69DD-CCC7-C9A6-28CF008466A9}"/>
              </a:ext>
            </a:extLst>
          </p:cNvPr>
          <p:cNvSpPr/>
          <p:nvPr/>
        </p:nvSpPr>
        <p:spPr>
          <a:xfrm>
            <a:off x="9223457" y="1446746"/>
            <a:ext cx="2833700" cy="1035715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This system will improve the overall comfort of the driver by decreasing the vibrations transmitted to the driver and improving the support, and ergonomics thus reducing fatigue</a:t>
            </a:r>
          </a:p>
        </p:txBody>
      </p:sp>
      <p:graphicFrame>
        <p:nvGraphicFramePr>
          <p:cNvPr id="2" name="Table 15">
            <a:extLst>
              <a:ext uri="{FF2B5EF4-FFF2-40B4-BE49-F238E27FC236}">
                <a16:creationId xmlns:a16="http://schemas.microsoft.com/office/drawing/2014/main" id="{5901973A-7873-7DB5-948A-352BFEF93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47294"/>
              </p:ext>
            </p:extLst>
          </p:nvPr>
        </p:nvGraphicFramePr>
        <p:xfrm>
          <a:off x="5484109" y="3436466"/>
          <a:ext cx="6573048" cy="3238935"/>
        </p:xfrm>
        <a:graphic>
          <a:graphicData uri="http://schemas.openxmlformats.org/drawingml/2006/table">
            <a:tbl>
              <a:tblPr firstRow="1" bandRow="1">
                <a:effectLst/>
                <a:tableStyleId>{284E427A-3D55-4303-BF80-6455036E1DE7}</a:tableStyleId>
              </a:tblPr>
              <a:tblGrid>
                <a:gridCol w="1442701">
                  <a:extLst>
                    <a:ext uri="{9D8B030D-6E8A-4147-A177-3AD203B41FA5}">
                      <a16:colId xmlns:a16="http://schemas.microsoft.com/office/drawing/2014/main" val="2178167388"/>
                    </a:ext>
                  </a:extLst>
                </a:gridCol>
                <a:gridCol w="1884399">
                  <a:extLst>
                    <a:ext uri="{9D8B030D-6E8A-4147-A177-3AD203B41FA5}">
                      <a16:colId xmlns:a16="http://schemas.microsoft.com/office/drawing/2014/main" val="976865855"/>
                    </a:ext>
                  </a:extLst>
                </a:gridCol>
                <a:gridCol w="1633626">
                  <a:extLst>
                    <a:ext uri="{9D8B030D-6E8A-4147-A177-3AD203B41FA5}">
                      <a16:colId xmlns:a16="http://schemas.microsoft.com/office/drawing/2014/main" val="4058477611"/>
                    </a:ext>
                  </a:extLst>
                </a:gridCol>
                <a:gridCol w="1612322">
                  <a:extLst>
                    <a:ext uri="{9D8B030D-6E8A-4147-A177-3AD203B41FA5}">
                      <a16:colId xmlns:a16="http://schemas.microsoft.com/office/drawing/2014/main" val="1300919148"/>
                    </a:ext>
                  </a:extLst>
                </a:gridCol>
              </a:tblGrid>
              <a:tr h="238058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/>
                          <a:ea typeface="Lato"/>
                          <a:cs typeface="Lato"/>
                        </a:rPr>
                        <a:t>Property</a:t>
                      </a:r>
                    </a:p>
                  </a:txBody>
                  <a:tcPr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Arial"/>
                          <a:ea typeface="Lato"/>
                          <a:cs typeface="Lato"/>
                        </a:rPr>
                        <a:t>Judgement factor</a:t>
                      </a:r>
                    </a:p>
                  </a:txBody>
                  <a:tcPr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Arial"/>
                          <a:ea typeface="Lato"/>
                          <a:cs typeface="Lato"/>
                        </a:rPr>
                        <a:t>Air cushion seat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>
                          <a:latin typeface="+mn-lt"/>
                          <a:ea typeface="Lato"/>
                          <a:cs typeface="Lato"/>
                        </a:rPr>
                        <a:t>Foam Cushion seat</a:t>
                      </a:r>
                    </a:p>
                  </a:txBody>
                  <a:tcPr marL="0" marR="0" marT="0" marB="0" anchor="ctr">
                    <a:solidFill>
                      <a:srgbClr val="003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08511"/>
                  </a:ext>
                </a:extLst>
              </a:tr>
              <a:tr h="5410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noProof="0">
                          <a:latin typeface="Arial"/>
                        </a:rPr>
                        <a:t>Vibrations score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Higher number of vibrations leading to fatigue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2941A"/>
                          </a:solidFill>
                          <a:latin typeface="Arial"/>
                          <a:ea typeface="Lato"/>
                          <a:cs typeface="Lato"/>
                        </a:rPr>
                        <a:t>33% lower vibration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  <a:ea typeface="Lato"/>
                          <a:cs typeface="Lato"/>
                        </a:rPr>
                        <a:t>More vibrations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8899"/>
                  </a:ext>
                </a:extLst>
              </a:tr>
              <a:tr h="3029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>
                          <a:latin typeface="+mn-lt"/>
                        </a:rPr>
                        <a:t>Comfort score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050" b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  <a:ea typeface="Lato"/>
                          <a:cs typeface="Lato"/>
                        </a:rPr>
                        <a:t>Comfortability for the driver</a:t>
                      </a:r>
                      <a:endParaRPr lang="en-US" sz="1050" b="0">
                        <a:solidFill>
                          <a:schemeClr val="accent5">
                            <a:lumMod val="75000"/>
                          </a:schemeClr>
                        </a:solidFill>
                        <a:latin typeface="Arial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02941A"/>
                          </a:solidFill>
                          <a:latin typeface="Arial"/>
                          <a:ea typeface="Lato"/>
                          <a:cs typeface="Lato"/>
                        </a:rPr>
                        <a:t>18% more comfort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  <a:latin typeface="+mn-lt"/>
                          <a:ea typeface="Lato"/>
                          <a:cs typeface="Lato"/>
                        </a:rPr>
                        <a:t>Lower comfort</a:t>
                      </a:r>
                      <a:endParaRPr lang="en-US" sz="1000" b="1">
                        <a:solidFill>
                          <a:srgbClr val="C00000"/>
                        </a:solidFill>
                        <a:latin typeface="Arial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39982"/>
                  </a:ext>
                </a:extLst>
              </a:tr>
              <a:tr h="2380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+mn-lt"/>
                        </a:rPr>
                        <a:t>Fatigue score</a:t>
                      </a:r>
                    </a:p>
                  </a:txBody>
                  <a:tcPr marL="0" marR="0" marT="0" marB="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Fatigue</a:t>
                      </a:r>
                      <a:r>
                        <a:rPr lang="en-US" sz="1050" b="0" baseline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 extent in Driver</a:t>
                      </a:r>
                      <a:endParaRPr lang="en-US" sz="1050" b="0">
                        <a:solidFill>
                          <a:schemeClr val="accent5">
                            <a:lumMod val="75000"/>
                          </a:schemeClr>
                        </a:solidFill>
                        <a:latin typeface="Arial"/>
                      </a:endParaRP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02941A"/>
                          </a:solidFill>
                          <a:latin typeface="Arial"/>
                        </a:rPr>
                        <a:t>14% lower fatigue levels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</a:rPr>
                        <a:t>Higher fatigue levels</a:t>
                      </a:r>
                    </a:p>
                  </a:txBody>
                  <a:tcPr marL="45720" marR="45720" anchor="ctr"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1836"/>
                  </a:ext>
                </a:extLst>
              </a:tr>
              <a:tr h="3895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>
                          <a:latin typeface="+mn-lt"/>
                        </a:rPr>
                        <a:t>Support score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Support</a:t>
                      </a:r>
                      <a:r>
                        <a:rPr lang="en-US" sz="1050" b="0" i="0" u="none" strike="noStrike" baseline="0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ed weight of the driver</a:t>
                      </a:r>
                      <a:endParaRPr lang="en-US" sz="1050" b="0" i="0" u="none" strike="noStrike" noProof="0">
                        <a:solidFill>
                          <a:schemeClr val="accent5">
                            <a:lumMod val="75000"/>
                          </a:schemeClr>
                        </a:solidFill>
                        <a:latin typeface="Arial"/>
                      </a:endParaRP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2941A"/>
                          </a:solidFill>
                          <a:latin typeface="Arial"/>
                        </a:rPr>
                        <a:t>56% higher support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C00000"/>
                          </a:solidFill>
                          <a:latin typeface="Arial"/>
                          <a:ea typeface="Lato"/>
                          <a:cs typeface="Lato"/>
                        </a:rPr>
                        <a:t>Lower support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32651"/>
                  </a:ext>
                </a:extLst>
              </a:tr>
              <a:tr h="3895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+mn-lt"/>
                        </a:rPr>
                        <a:t>Space factor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Space occupied inside the cabin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</a:rPr>
                        <a:t>More space occupied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2941A"/>
                          </a:solidFill>
                          <a:latin typeface="Arial"/>
                        </a:rPr>
                        <a:t>15% lesser space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993182"/>
                  </a:ext>
                </a:extLst>
              </a:tr>
              <a:tr h="3751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Arial"/>
                        </a:rPr>
                        <a:t>Ergonomics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Extent of ergonomics in seat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2941A"/>
                          </a:solidFill>
                          <a:latin typeface="Arial"/>
                        </a:rPr>
                        <a:t>20% more adjustment levels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</a:rPr>
                        <a:t>Lesser adjustments possible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28195"/>
                  </a:ext>
                </a:extLst>
              </a:tr>
              <a:tr h="3895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Arial"/>
                        </a:rPr>
                        <a:t>Pressure score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Average pressure in driver’s seating area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2941A"/>
                          </a:solidFill>
                          <a:latin typeface="Arial"/>
                        </a:rPr>
                        <a:t>18% lower pressure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</a:rPr>
                        <a:t>Higher pressure constricts blood flow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646225"/>
                  </a:ext>
                </a:extLst>
              </a:tr>
              <a:tr h="28324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latin typeface="Arial"/>
                        </a:rPr>
                        <a:t>Health score</a:t>
                      </a:r>
                    </a:p>
                  </a:txBody>
                  <a:tcPr marL="0" marR="0" marT="0" marB="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/>
                        </a:rPr>
                        <a:t>Effect on health of driver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2941A"/>
                          </a:solidFill>
                          <a:latin typeface="Arial"/>
                        </a:rPr>
                        <a:t>33% lower health risk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C00000"/>
                          </a:solidFill>
                          <a:latin typeface="Arial"/>
                        </a:rPr>
                        <a:t>Higher health issues</a:t>
                      </a:r>
                    </a:p>
                  </a:txBody>
                  <a:tcPr marL="45720" marR="45720" anchor="ctr"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844444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8C4BAF-6E46-C8FD-9075-48D17ED03C9D}"/>
              </a:ext>
            </a:extLst>
          </p:cNvPr>
          <p:cNvSpPr/>
          <p:nvPr/>
        </p:nvSpPr>
        <p:spPr>
          <a:xfrm>
            <a:off x="3209005" y="1258708"/>
            <a:ext cx="1834530" cy="830887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Frequency</a:t>
            </a:r>
          </a:p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Nominal – 0.5 to 80 Hz</a:t>
            </a:r>
          </a:p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Actual – 118 to 200 Hz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46F173-FF0D-00A4-8FD6-D59662BBF647}"/>
              </a:ext>
            </a:extLst>
          </p:cNvPr>
          <p:cNvSpPr/>
          <p:nvPr/>
        </p:nvSpPr>
        <p:spPr>
          <a:xfrm>
            <a:off x="3209005" y="2133471"/>
            <a:ext cx="1834530" cy="83088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Amplitude</a:t>
            </a:r>
          </a:p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Nominal – 0.5 m/s2</a:t>
            </a:r>
          </a:p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Actual – 2 m/s2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1" name="Google Shape;1675;p36">
            <a:extLst>
              <a:ext uri="{FF2B5EF4-FFF2-40B4-BE49-F238E27FC236}">
                <a16:creationId xmlns:a16="http://schemas.microsoft.com/office/drawing/2014/main" id="{8730A044-72E4-A3BD-16FF-8A39889DEE04}"/>
              </a:ext>
            </a:extLst>
          </p:cNvPr>
          <p:cNvSpPr txBox="1"/>
          <p:nvPr/>
        </p:nvSpPr>
        <p:spPr>
          <a:xfrm>
            <a:off x="7609947" y="285234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Decision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Matrix</a:t>
            </a:r>
          </a:p>
        </p:txBody>
      </p:sp>
      <p:sp>
        <p:nvSpPr>
          <p:cNvPr id="19" name="Google Shape;1676;p36">
            <a:extLst>
              <a:ext uri="{FF2B5EF4-FFF2-40B4-BE49-F238E27FC236}">
                <a16:creationId xmlns:a16="http://schemas.microsoft.com/office/drawing/2014/main" id="{79DE1475-111D-6BD2-7A89-CEA4B432DF77}"/>
              </a:ext>
            </a:extLst>
          </p:cNvPr>
          <p:cNvSpPr/>
          <p:nvPr/>
        </p:nvSpPr>
        <p:spPr>
          <a:xfrm>
            <a:off x="7426109" y="2844406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5E1AC4CA-9AFC-E0AD-BD91-F52E2BF69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2907052"/>
            <a:ext cx="301920" cy="3019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C6D310-869F-D70C-9B1D-EE11B694FCF4}"/>
              </a:ext>
            </a:extLst>
          </p:cNvPr>
          <p:cNvSpPr/>
          <p:nvPr/>
        </p:nvSpPr>
        <p:spPr>
          <a:xfrm>
            <a:off x="5617218" y="2116659"/>
            <a:ext cx="1604587" cy="58003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>
                <a:solidFill>
                  <a:schemeClr val="bg1">
                    <a:lumMod val="85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Material that dynamically absorbs the vibrations </a:t>
            </a:r>
          </a:p>
        </p:txBody>
      </p:sp>
      <p:pic>
        <p:nvPicPr>
          <p:cNvPr id="9" name="Picture 8" descr="A picture containing indoor&#10;&#10;Description automatically generated">
            <a:extLst>
              <a:ext uri="{FF2B5EF4-FFF2-40B4-BE49-F238E27FC236}">
                <a16:creationId xmlns:a16="http://schemas.microsoft.com/office/drawing/2014/main" id="{DE6D5B00-677A-611B-FB30-D1E395496E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92" y="1241067"/>
            <a:ext cx="2000000" cy="1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49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5532120" y="0"/>
            <a:ext cx="6659880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Solutions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Harshness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sp>
        <p:nvSpPr>
          <p:cNvPr id="10" name="Google Shape;1675;p36">
            <a:extLst>
              <a:ext uri="{FF2B5EF4-FFF2-40B4-BE49-F238E27FC236}">
                <a16:creationId xmlns:a16="http://schemas.microsoft.com/office/drawing/2014/main" id="{E029FCE8-FA53-5A46-31C1-0BD596E477DA}"/>
              </a:ext>
            </a:extLst>
          </p:cNvPr>
          <p:cNvSpPr txBox="1"/>
          <p:nvPr/>
        </p:nvSpPr>
        <p:spPr>
          <a:xfrm>
            <a:off x="0" y="299997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Harshness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– Causes</a:t>
            </a:r>
          </a:p>
        </p:txBody>
      </p:sp>
      <p:sp>
        <p:nvSpPr>
          <p:cNvPr id="18" name="Google Shape;1676;p36">
            <a:extLst>
              <a:ext uri="{FF2B5EF4-FFF2-40B4-BE49-F238E27FC236}">
                <a16:creationId xmlns:a16="http://schemas.microsoft.com/office/drawing/2014/main" id="{A57F94B0-9675-8A78-595B-D040B7E0CE14}"/>
              </a:ext>
            </a:extLst>
          </p:cNvPr>
          <p:cNvSpPr/>
          <p:nvPr/>
        </p:nvSpPr>
        <p:spPr>
          <a:xfrm>
            <a:off x="4385629" y="2992036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72C28D7F-06EF-BEDB-B70C-572CBA278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3054682"/>
            <a:ext cx="301920" cy="301920"/>
          </a:xfrm>
          <a:prstGeom prst="rect">
            <a:avLst/>
          </a:prstGeom>
        </p:spPr>
      </p:pic>
      <p:sp>
        <p:nvSpPr>
          <p:cNvPr id="35" name="Parallelogram 34">
            <a:extLst>
              <a:ext uri="{FF2B5EF4-FFF2-40B4-BE49-F238E27FC236}">
                <a16:creationId xmlns:a16="http://schemas.microsoft.com/office/drawing/2014/main" id="{94436B5A-79F3-D767-CB69-AD00125B8096}"/>
              </a:ext>
            </a:extLst>
          </p:cNvPr>
          <p:cNvSpPr/>
          <p:nvPr/>
        </p:nvSpPr>
        <p:spPr>
          <a:xfrm>
            <a:off x="1544854" y="4215935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Stiff Suspension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F62CD2A5-DAA6-2C64-4F55-4D00F2ADEACF}"/>
              </a:ext>
            </a:extLst>
          </p:cNvPr>
          <p:cNvSpPr/>
          <p:nvPr/>
        </p:nvSpPr>
        <p:spPr>
          <a:xfrm>
            <a:off x="1544854" y="4721192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Bad Road Conditions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A5C6F733-ED44-9466-B120-D22E173D22F4}"/>
              </a:ext>
            </a:extLst>
          </p:cNvPr>
          <p:cNvSpPr/>
          <p:nvPr/>
        </p:nvSpPr>
        <p:spPr>
          <a:xfrm>
            <a:off x="1535309" y="5201229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High Load Volume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735936-27BF-7F3B-8D6C-9406A38798CA}"/>
              </a:ext>
            </a:extLst>
          </p:cNvPr>
          <p:cNvSpPr/>
          <p:nvPr/>
        </p:nvSpPr>
        <p:spPr>
          <a:xfrm>
            <a:off x="225568" y="1590607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Harshness is a ride quality issue where the vehicles’ response to the road is felt suddenly as a tremor or shock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E84F7964-BEA6-D965-DA18-EABE1F25A817}"/>
              </a:ext>
            </a:extLst>
          </p:cNvPr>
          <p:cNvSpPr/>
          <p:nvPr/>
        </p:nvSpPr>
        <p:spPr>
          <a:xfrm>
            <a:off x="1535309" y="5680353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High Accel. &amp; Retard.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11" name="Google Shape;1675;p36">
            <a:extLst>
              <a:ext uri="{FF2B5EF4-FFF2-40B4-BE49-F238E27FC236}">
                <a16:creationId xmlns:a16="http://schemas.microsoft.com/office/drawing/2014/main" id="{A4EDBE3D-84A5-3A37-AC33-BB965DA11DE9}"/>
              </a:ext>
            </a:extLst>
          </p:cNvPr>
          <p:cNvSpPr txBox="1"/>
          <p:nvPr/>
        </p:nvSpPr>
        <p:spPr>
          <a:xfrm>
            <a:off x="7609947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Harshness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Solution</a:t>
            </a:r>
          </a:p>
        </p:txBody>
      </p:sp>
      <p:sp>
        <p:nvSpPr>
          <p:cNvPr id="13" name="Google Shape;1676;p36">
            <a:extLst>
              <a:ext uri="{FF2B5EF4-FFF2-40B4-BE49-F238E27FC236}">
                <a16:creationId xmlns:a16="http://schemas.microsoft.com/office/drawing/2014/main" id="{6DE1BFF3-9264-3750-C6C5-BB3A2708F4FA}"/>
              </a:ext>
            </a:extLst>
          </p:cNvPr>
          <p:cNvSpPr/>
          <p:nvPr/>
        </p:nvSpPr>
        <p:spPr>
          <a:xfrm>
            <a:off x="742610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CC8C4B2E-6134-EB4B-6786-6275B3A1A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856820"/>
            <a:ext cx="301920" cy="30192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83188C-1FBF-0DDC-99C6-F0EDCF0CFDE3}"/>
              </a:ext>
            </a:extLst>
          </p:cNvPr>
          <p:cNvSpPr/>
          <p:nvPr/>
        </p:nvSpPr>
        <p:spPr>
          <a:xfrm>
            <a:off x="6335101" y="1927439"/>
            <a:ext cx="2182015" cy="580038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seat suspension system</a:t>
            </a:r>
            <a:endParaRPr lang="en-IN" sz="1600" b="1">
              <a:solidFill>
                <a:srgbClr val="48BACA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FAC5B9-426A-021D-B6E8-A9C4AABFE7B3}"/>
              </a:ext>
            </a:extLst>
          </p:cNvPr>
          <p:cNvSpPr/>
          <p:nvPr/>
        </p:nvSpPr>
        <p:spPr>
          <a:xfrm>
            <a:off x="8937941" y="1409745"/>
            <a:ext cx="3185520" cy="1615426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Adapts to the seating style of the driver and provides frequency selective - load adaptive damping </a:t>
            </a:r>
          </a:p>
        </p:txBody>
      </p:sp>
      <p:sp>
        <p:nvSpPr>
          <p:cNvPr id="24" name="Google Shape;1675;p36">
            <a:extLst>
              <a:ext uri="{FF2B5EF4-FFF2-40B4-BE49-F238E27FC236}">
                <a16:creationId xmlns:a16="http://schemas.microsoft.com/office/drawing/2014/main" id="{315305C4-D2A1-55A6-03AD-BDECA9CFD4B7}"/>
              </a:ext>
            </a:extLst>
          </p:cNvPr>
          <p:cNvSpPr txBox="1"/>
          <p:nvPr/>
        </p:nvSpPr>
        <p:spPr>
          <a:xfrm>
            <a:off x="7625609" y="3252435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suspension</a:t>
            </a: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– Concept</a:t>
            </a:r>
          </a:p>
        </p:txBody>
      </p:sp>
      <p:sp>
        <p:nvSpPr>
          <p:cNvPr id="25" name="Google Shape;1676;p36">
            <a:extLst>
              <a:ext uri="{FF2B5EF4-FFF2-40B4-BE49-F238E27FC236}">
                <a16:creationId xmlns:a16="http://schemas.microsoft.com/office/drawing/2014/main" id="{39829FC2-A162-2D6E-9DEE-6CD7C4D8A47D}"/>
              </a:ext>
            </a:extLst>
          </p:cNvPr>
          <p:cNvSpPr/>
          <p:nvPr/>
        </p:nvSpPr>
        <p:spPr>
          <a:xfrm>
            <a:off x="7426109" y="3260375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6" name="Picture 25" descr="Icon&#10;&#10;Description automatically generated">
            <a:extLst>
              <a:ext uri="{FF2B5EF4-FFF2-40B4-BE49-F238E27FC236}">
                <a16:creationId xmlns:a16="http://schemas.microsoft.com/office/drawing/2014/main" id="{BAEA6729-EED0-CCC6-5C95-71F00CD494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758" y="3323021"/>
            <a:ext cx="301920" cy="3019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618FB6A-0DDC-19A6-DE8E-B55E24820DCC}"/>
              </a:ext>
            </a:extLst>
          </p:cNvPr>
          <p:cNvSpPr/>
          <p:nvPr/>
        </p:nvSpPr>
        <p:spPr>
          <a:xfrm>
            <a:off x="3107854" y="1828669"/>
            <a:ext cx="1965600" cy="5832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Subjective Quality</a:t>
            </a:r>
            <a:endParaRPr lang="en-IN" sz="11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E5932F6-94EF-681D-6B6E-2BFBEF7E00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8291" y="5103182"/>
            <a:ext cx="526774" cy="526774"/>
          </a:xfrm>
          <a:prstGeom prst="rect">
            <a:avLst/>
          </a:prstGeom>
        </p:spPr>
      </p:pic>
      <p:pic>
        <p:nvPicPr>
          <p:cNvPr id="52" name="Picture 51" descr="Text&#10;&#10;Description automatically generated">
            <a:extLst>
              <a:ext uri="{FF2B5EF4-FFF2-40B4-BE49-F238E27FC236}">
                <a16:creationId xmlns:a16="http://schemas.microsoft.com/office/drawing/2014/main" id="{CAE3B3CC-8900-0621-35A1-539BCAB277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9034" y="4839226"/>
            <a:ext cx="1769615" cy="156638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CE868F6-165E-B13D-E0CE-0E3B88B22C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09840" y="5095642"/>
            <a:ext cx="526774" cy="526774"/>
          </a:xfrm>
          <a:prstGeom prst="rect">
            <a:avLst/>
          </a:prstGeom>
        </p:spPr>
      </p:pic>
      <p:pic>
        <p:nvPicPr>
          <p:cNvPr id="7" name="Picture 6" descr="A picture containing text, hard disc, skating, projector&#10;&#10;Description automatically generated">
            <a:extLst>
              <a:ext uri="{FF2B5EF4-FFF2-40B4-BE49-F238E27FC236}">
                <a16:creationId xmlns:a16="http://schemas.microsoft.com/office/drawing/2014/main" id="{A743FF71-4E15-1823-2694-F0A0E69C92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091" y="3706629"/>
            <a:ext cx="2086266" cy="2172003"/>
          </a:xfrm>
          <a:prstGeom prst="rect">
            <a:avLst/>
          </a:prstGeom>
        </p:spPr>
      </p:pic>
      <p:pic>
        <p:nvPicPr>
          <p:cNvPr id="30" name="Picture 29" descr="A picture containing indoor&#10;&#10;Description automatically generated">
            <a:extLst>
              <a:ext uri="{FF2B5EF4-FFF2-40B4-BE49-F238E27FC236}">
                <a16:creationId xmlns:a16="http://schemas.microsoft.com/office/drawing/2014/main" id="{7B2A31E6-08A6-7B44-9194-C04530A21E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97" y="5454109"/>
            <a:ext cx="1887882" cy="13341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D7D2B1-DA63-20F5-E6AC-63308ED675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090" y="5622416"/>
            <a:ext cx="1887882" cy="1285409"/>
          </a:xfrm>
          <a:prstGeom prst="rect">
            <a:avLst/>
          </a:prstGeom>
        </p:spPr>
      </p:pic>
      <p:pic>
        <p:nvPicPr>
          <p:cNvPr id="33" name="Picture 32" descr="Text&#10;&#10;Description automatically generated">
            <a:extLst>
              <a:ext uri="{FF2B5EF4-FFF2-40B4-BE49-F238E27FC236}">
                <a16:creationId xmlns:a16="http://schemas.microsoft.com/office/drawing/2014/main" id="{D541C087-29BF-7BAA-8796-895BCEDA8B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9033" y="5062441"/>
            <a:ext cx="1769615" cy="1566380"/>
          </a:xfrm>
          <a:prstGeom prst="rect">
            <a:avLst/>
          </a:prstGeom>
        </p:spPr>
      </p:pic>
      <p:pic>
        <p:nvPicPr>
          <p:cNvPr id="34" name="Picture 33" descr="Text&#10;&#10;Description automatically generated">
            <a:extLst>
              <a:ext uri="{FF2B5EF4-FFF2-40B4-BE49-F238E27FC236}">
                <a16:creationId xmlns:a16="http://schemas.microsoft.com/office/drawing/2014/main" id="{1C62DA0B-F830-9CAF-CE51-4622EE58BF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9032" y="5300738"/>
            <a:ext cx="1769615" cy="1566380"/>
          </a:xfrm>
          <a:prstGeom prst="rect">
            <a:avLst/>
          </a:prstGeom>
        </p:spPr>
      </p:pic>
      <p:pic>
        <p:nvPicPr>
          <p:cNvPr id="40" name="Picture 39" descr="A picture containing seat, chair&#10;&#10;Description automatically generated">
            <a:extLst>
              <a:ext uri="{FF2B5EF4-FFF2-40B4-BE49-F238E27FC236}">
                <a16:creationId xmlns:a16="http://schemas.microsoft.com/office/drawing/2014/main" id="{47373580-9FF1-B20B-D1A6-25F4C6AB67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596" y="3621616"/>
            <a:ext cx="1228989" cy="2124857"/>
          </a:xfrm>
          <a:prstGeom prst="rect">
            <a:avLst/>
          </a:prstGeom>
        </p:spPr>
      </p:pic>
      <p:pic>
        <p:nvPicPr>
          <p:cNvPr id="43" name="Picture 42" descr="A picture containing text&#10;&#10;Description automatically generated">
            <a:extLst>
              <a:ext uri="{FF2B5EF4-FFF2-40B4-BE49-F238E27FC236}">
                <a16:creationId xmlns:a16="http://schemas.microsoft.com/office/drawing/2014/main" id="{0EA660EA-8F38-D50F-8B7F-B426913928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680" y="4007916"/>
            <a:ext cx="26955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6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6103515" y="0"/>
            <a:ext cx="6092728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Solutions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930130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Our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Solution</a:t>
            </a: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922190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984836"/>
            <a:ext cx="301920" cy="3019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C07383-4492-162D-00F3-5D8D010DC8EE}"/>
              </a:ext>
            </a:extLst>
          </p:cNvPr>
          <p:cNvSpPr/>
          <p:nvPr/>
        </p:nvSpPr>
        <p:spPr>
          <a:xfrm>
            <a:off x="3151648" y="1590607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V- Vibration Control Device using</a:t>
            </a:r>
          </a:p>
          <a:p>
            <a:pPr algn="ctr"/>
            <a:r>
              <a:rPr lang="en-US" sz="12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Air Cushion Seat System</a:t>
            </a:r>
            <a:r>
              <a:rPr lang="en-US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  <a:endParaRPr lang="en-IN" sz="1200">
              <a:solidFill>
                <a:schemeClr val="tx2">
                  <a:lumMod val="9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55816B-94BE-BB4D-8E3D-592C13FD6C3C}"/>
              </a:ext>
            </a:extLst>
          </p:cNvPr>
          <p:cNvSpPr/>
          <p:nvPr/>
        </p:nvSpPr>
        <p:spPr>
          <a:xfrm>
            <a:off x="170704" y="1590607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 – Noise control device using </a:t>
            </a:r>
            <a:r>
              <a:rPr lang="en-IN" sz="12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Noise Cancellation Technology</a:t>
            </a:r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DB3132-7857-6FCD-8661-1FE86CAE008C}"/>
              </a:ext>
            </a:extLst>
          </p:cNvPr>
          <p:cNvSpPr/>
          <p:nvPr/>
        </p:nvSpPr>
        <p:spPr>
          <a:xfrm>
            <a:off x="1625147" y="2829410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 – Harshness Control Device using </a:t>
            </a:r>
            <a:r>
              <a:rPr lang="en-IN" sz="12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Seat Suspension </a:t>
            </a:r>
          </a:p>
        </p:txBody>
      </p:sp>
      <p:sp>
        <p:nvSpPr>
          <p:cNvPr id="4" name="Google Shape;1675;p36">
            <a:extLst>
              <a:ext uri="{FF2B5EF4-FFF2-40B4-BE49-F238E27FC236}">
                <a16:creationId xmlns:a16="http://schemas.microsoft.com/office/drawing/2014/main" id="{E65FB917-CD11-BEC1-1112-4251523998D5}"/>
              </a:ext>
            </a:extLst>
          </p:cNvPr>
          <p:cNvSpPr txBox="1"/>
          <p:nvPr/>
        </p:nvSpPr>
        <p:spPr>
          <a:xfrm>
            <a:off x="0" y="411672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Application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5" name="Google Shape;1676;p36">
            <a:extLst>
              <a:ext uri="{FF2B5EF4-FFF2-40B4-BE49-F238E27FC236}">
                <a16:creationId xmlns:a16="http://schemas.microsoft.com/office/drawing/2014/main" id="{F7919B11-2DCA-4AC7-0A9C-4D4E7B67149F}"/>
              </a:ext>
            </a:extLst>
          </p:cNvPr>
          <p:cNvSpPr/>
          <p:nvPr/>
        </p:nvSpPr>
        <p:spPr>
          <a:xfrm>
            <a:off x="4385629" y="4108786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FF3A8B8C-AA02-E41A-3384-06FF04374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4171432"/>
            <a:ext cx="301920" cy="3019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79E51E-986A-DDBA-A7BB-0A00DF41AE9A}"/>
              </a:ext>
            </a:extLst>
          </p:cNvPr>
          <p:cNvSpPr/>
          <p:nvPr/>
        </p:nvSpPr>
        <p:spPr>
          <a:xfrm>
            <a:off x="6212505" y="1890728"/>
            <a:ext cx="2835023" cy="43373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Noise levels go down by </a:t>
            </a:r>
            <a:r>
              <a:rPr lang="en-IN" sz="1200" err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upto</a:t>
            </a:r>
            <a:r>
              <a:rPr lang="en-IN" sz="142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43%</a:t>
            </a:r>
            <a:r>
              <a:rPr lang="en-IN" sz="142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D900BF-D041-D019-3E3B-AA90D0C50D5F}"/>
              </a:ext>
            </a:extLst>
          </p:cNvPr>
          <p:cNvSpPr/>
          <p:nvPr/>
        </p:nvSpPr>
        <p:spPr>
          <a:xfrm>
            <a:off x="9277391" y="1890728"/>
            <a:ext cx="2867428" cy="43373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Vibration levels go down by </a:t>
            </a:r>
            <a:r>
              <a:rPr lang="en-IN" sz="1200" err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upto</a:t>
            </a:r>
            <a:r>
              <a:rPr lang="en-IN" sz="142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33%</a:t>
            </a:r>
            <a:r>
              <a:rPr lang="en-IN" sz="142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72857F-2F18-AAFE-5997-40E3F3ADCA68}"/>
              </a:ext>
            </a:extLst>
          </p:cNvPr>
          <p:cNvSpPr/>
          <p:nvPr/>
        </p:nvSpPr>
        <p:spPr>
          <a:xfrm>
            <a:off x="7328096" y="2525224"/>
            <a:ext cx="3645842" cy="414032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Harshness levels reduced</a:t>
            </a:r>
            <a:r>
              <a:rPr lang="en-IN" sz="142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significantly</a:t>
            </a:r>
            <a:r>
              <a:rPr lang="en-IN" sz="142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</a:p>
        </p:txBody>
      </p:sp>
      <p:sp>
        <p:nvSpPr>
          <p:cNvPr id="18" name="Google Shape;1675;p36">
            <a:extLst>
              <a:ext uri="{FF2B5EF4-FFF2-40B4-BE49-F238E27FC236}">
                <a16:creationId xmlns:a16="http://schemas.microsoft.com/office/drawing/2014/main" id="{C92C05B9-9DCE-243F-9245-8F784BACC69B}"/>
              </a:ext>
            </a:extLst>
          </p:cNvPr>
          <p:cNvSpPr txBox="1"/>
          <p:nvPr/>
        </p:nvSpPr>
        <p:spPr>
          <a:xfrm>
            <a:off x="7615279" y="3550851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Future </a:t>
            </a:r>
            <a:r>
              <a:rPr lang="en-IN" sz="1600" b="1">
                <a:solidFill>
                  <a:schemeClr val="bg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Aspects</a:t>
            </a:r>
          </a:p>
        </p:txBody>
      </p:sp>
      <p:sp>
        <p:nvSpPr>
          <p:cNvPr id="19" name="Google Shape;1676;p36">
            <a:extLst>
              <a:ext uri="{FF2B5EF4-FFF2-40B4-BE49-F238E27FC236}">
                <a16:creationId xmlns:a16="http://schemas.microsoft.com/office/drawing/2014/main" id="{312D6168-D571-0AFA-7E8F-C0E43EE84959}"/>
              </a:ext>
            </a:extLst>
          </p:cNvPr>
          <p:cNvSpPr/>
          <p:nvPr/>
        </p:nvSpPr>
        <p:spPr>
          <a:xfrm>
            <a:off x="7484275" y="3557373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2F4A0B3-2DDC-EB20-1A2C-30671D5C89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739" y="3620019"/>
            <a:ext cx="301920" cy="301920"/>
          </a:xfrm>
          <a:prstGeom prst="rect">
            <a:avLst/>
          </a:prstGeom>
        </p:spPr>
      </p:pic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8A98A2D6-1A54-F9E1-9893-5C22E786FA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688" y="4391870"/>
            <a:ext cx="4827406" cy="1906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366D971-BAB2-26C6-FE40-91449863EC36}"/>
              </a:ext>
            </a:extLst>
          </p:cNvPr>
          <p:cNvSpPr txBox="1"/>
          <p:nvPr/>
        </p:nvSpPr>
        <p:spPr>
          <a:xfrm>
            <a:off x="6863688" y="6454096"/>
            <a:ext cx="25443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Source –</a:t>
            </a:r>
            <a:r>
              <a:rPr lang="en-US" sz="1000">
                <a:hlinkClick r:id="rId8"/>
              </a:rPr>
              <a:t> Siemens</a:t>
            </a:r>
            <a:r>
              <a:rPr lang="en-US" sz="1000"/>
              <a:t> </a:t>
            </a:r>
            <a:endParaRPr lang="en-IN" sz="1000"/>
          </a:p>
        </p:txBody>
      </p:sp>
      <p:sp>
        <p:nvSpPr>
          <p:cNvPr id="27" name="Google Shape;1675;p36">
            <a:extLst>
              <a:ext uri="{FF2B5EF4-FFF2-40B4-BE49-F238E27FC236}">
                <a16:creationId xmlns:a16="http://schemas.microsoft.com/office/drawing/2014/main" id="{1F5273FC-DCF3-A15A-F4DE-2E4037A5D34D}"/>
              </a:ext>
            </a:extLst>
          </p:cNvPr>
          <p:cNvSpPr txBox="1"/>
          <p:nvPr/>
        </p:nvSpPr>
        <p:spPr>
          <a:xfrm>
            <a:off x="7615279" y="984836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Impact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8" name="Google Shape;1676;p36">
            <a:extLst>
              <a:ext uri="{FF2B5EF4-FFF2-40B4-BE49-F238E27FC236}">
                <a16:creationId xmlns:a16="http://schemas.microsoft.com/office/drawing/2014/main" id="{89385051-7AF0-8523-C11B-4CC050090A17}"/>
              </a:ext>
            </a:extLst>
          </p:cNvPr>
          <p:cNvSpPr/>
          <p:nvPr/>
        </p:nvSpPr>
        <p:spPr>
          <a:xfrm>
            <a:off x="7484275" y="991358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21ECE87D-2A29-267B-C4E8-8B82787BA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739" y="1054004"/>
            <a:ext cx="301920" cy="301920"/>
          </a:xfrm>
          <a:prstGeom prst="rect">
            <a:avLst/>
          </a:prstGeom>
        </p:spPr>
      </p:pic>
      <p:sp>
        <p:nvSpPr>
          <p:cNvPr id="25" name="Parallelogram 24">
            <a:extLst>
              <a:ext uri="{FF2B5EF4-FFF2-40B4-BE49-F238E27FC236}">
                <a16:creationId xmlns:a16="http://schemas.microsoft.com/office/drawing/2014/main" id="{452A1324-ED6C-5935-C58E-EDA30EC03C51}"/>
              </a:ext>
            </a:extLst>
          </p:cNvPr>
          <p:cNvSpPr/>
          <p:nvPr/>
        </p:nvSpPr>
        <p:spPr>
          <a:xfrm>
            <a:off x="2788438" y="4667726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Mining Trucks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DD1C867F-C413-2711-409B-65A13BB0C7F7}"/>
              </a:ext>
            </a:extLst>
          </p:cNvPr>
          <p:cNvSpPr/>
          <p:nvPr/>
        </p:nvSpPr>
        <p:spPr>
          <a:xfrm>
            <a:off x="2788437" y="5106790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Medium Duty Trucks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9C7759EE-9D8A-BBA5-8979-6A08978E8604}"/>
              </a:ext>
            </a:extLst>
          </p:cNvPr>
          <p:cNvSpPr/>
          <p:nvPr/>
        </p:nvSpPr>
        <p:spPr>
          <a:xfrm>
            <a:off x="2788437" y="5545854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Heavy Duty Trucks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16A44E70-A201-D67E-0CAF-1B82FB36ACED}"/>
              </a:ext>
            </a:extLst>
          </p:cNvPr>
          <p:cNvSpPr/>
          <p:nvPr/>
        </p:nvSpPr>
        <p:spPr>
          <a:xfrm>
            <a:off x="2788436" y="5984918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Construction Trucks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A33357E0-E306-C792-86E8-7C5BA33AC890}"/>
              </a:ext>
            </a:extLst>
          </p:cNvPr>
          <p:cNvSpPr/>
          <p:nvPr/>
        </p:nvSpPr>
        <p:spPr>
          <a:xfrm>
            <a:off x="2788436" y="6423982"/>
            <a:ext cx="2735927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Buses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D424AF-D4E8-C715-BD2D-AC31CB48D8AE}"/>
              </a:ext>
            </a:extLst>
          </p:cNvPr>
          <p:cNvSpPr/>
          <p:nvPr/>
        </p:nvSpPr>
        <p:spPr>
          <a:xfrm>
            <a:off x="425898" y="5494140"/>
            <a:ext cx="1857390" cy="43373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Applications include but are not limited to:</a:t>
            </a:r>
            <a:endParaRPr lang="en-IN" sz="1420">
              <a:solidFill>
                <a:srgbClr val="48BACA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5E9F46-8999-345B-D896-93702CAF21CF}"/>
              </a:ext>
            </a:extLst>
          </p:cNvPr>
          <p:cNvSpPr/>
          <p:nvPr/>
        </p:nvSpPr>
        <p:spPr>
          <a:xfrm>
            <a:off x="1620148" y="2867555"/>
            <a:ext cx="275108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 – Harshness Control Device using </a:t>
            </a:r>
            <a:r>
              <a:rPr lang="en-IN" sz="12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Active Seat Suspension </a:t>
            </a:r>
          </a:p>
        </p:txBody>
      </p:sp>
    </p:spTree>
    <p:extLst>
      <p:ext uri="{BB962C8B-B14F-4D97-AF65-F5344CB8AC3E}">
        <p14:creationId xmlns:p14="http://schemas.microsoft.com/office/powerpoint/2010/main" val="1780084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51D102-61BE-FAB5-ECA1-74677A869104}"/>
              </a:ext>
            </a:extLst>
          </p:cNvPr>
          <p:cNvSpPr/>
          <p:nvPr/>
        </p:nvSpPr>
        <p:spPr>
          <a:xfrm>
            <a:off x="6103515" y="0"/>
            <a:ext cx="6092728" cy="685571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Google Shape;94;p16">
            <a:extLst>
              <a:ext uri="{FF2B5EF4-FFF2-40B4-BE49-F238E27FC236}">
                <a16:creationId xmlns:a16="http://schemas.microsoft.com/office/drawing/2014/main" id="{D2521EE9-6F16-428E-9D06-BA4D59978FC1}"/>
              </a:ext>
            </a:extLst>
          </p:cNvPr>
          <p:cNvSpPr/>
          <p:nvPr/>
        </p:nvSpPr>
        <p:spPr>
          <a:xfrm>
            <a:off x="0" y="-4633"/>
            <a:ext cx="12191999" cy="693027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Solutions</a:t>
            </a:r>
            <a:endParaRPr lang="en-US" sz="4000">
              <a:solidFill>
                <a:schemeClr val="bg1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F7932-974C-815C-50C7-45858F503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6772" y="41599"/>
            <a:ext cx="392448" cy="394172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F2E28041-2D6D-218D-83EB-853D9C285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" y="198368"/>
            <a:ext cx="1325880" cy="290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409D53-CB4E-C6E8-C51B-1CC89CC04CC5}"/>
              </a:ext>
            </a:extLst>
          </p:cNvPr>
          <p:cNvSpPr txBox="1"/>
          <p:nvPr/>
        </p:nvSpPr>
        <p:spPr>
          <a:xfrm>
            <a:off x="11144880" y="438972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IIT ROORKEE</a:t>
            </a:r>
          </a:p>
        </p:txBody>
      </p:sp>
      <p:sp>
        <p:nvSpPr>
          <p:cNvPr id="3" name="Google Shape;1675;p36">
            <a:extLst>
              <a:ext uri="{FF2B5EF4-FFF2-40B4-BE49-F238E27FC236}">
                <a16:creationId xmlns:a16="http://schemas.microsoft.com/office/drawing/2014/main" id="{71006755-B991-AE5C-25A4-DC7F5DD65EA7}"/>
              </a:ext>
            </a:extLst>
          </p:cNvPr>
          <p:cNvSpPr txBox="1"/>
          <p:nvPr/>
        </p:nvSpPr>
        <p:spPr>
          <a:xfrm>
            <a:off x="0" y="802114"/>
            <a:ext cx="4582053" cy="407100"/>
          </a:xfrm>
          <a:prstGeom prst="rect">
            <a:avLst/>
          </a:prstGeom>
          <a:solidFill>
            <a:srgbClr val="003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rgbClr val="0BB0C5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Benefits</a:t>
            </a:r>
            <a:endParaRPr lang="en-IN" sz="1600" b="1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FDEF6C26-2D98-483D-7F3B-57B7AD2B4D67}"/>
              </a:ext>
            </a:extLst>
          </p:cNvPr>
          <p:cNvSpPr/>
          <p:nvPr/>
        </p:nvSpPr>
        <p:spPr>
          <a:xfrm>
            <a:off x="4385629" y="79417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E67C7FE-19BF-9B05-FF2E-30B009F35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7738" r="92262">
                        <a14:foregroundMark x1="8333" y1="51190" x2="10119" y2="27381"/>
                        <a14:foregroundMark x1="11310" y1="57738" x2="83929" y2="54762"/>
                        <a14:foregroundMark x1="83929" y1="54762" x2="92262" y2="64286"/>
                        <a14:foregroundMark x1="82738" y1="67857" x2="83929" y2="70238"/>
                        <a14:foregroundMark x1="32738" y1="64286" x2="34524" y2="67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93" y="856820"/>
            <a:ext cx="301920" cy="30192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55816B-94BE-BB4D-8E3D-592C13FD6C3C}"/>
              </a:ext>
            </a:extLst>
          </p:cNvPr>
          <p:cNvSpPr/>
          <p:nvPr/>
        </p:nvSpPr>
        <p:spPr>
          <a:xfrm>
            <a:off x="651671" y="2032246"/>
            <a:ext cx="1189004" cy="4071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4FF0B1-6648-861E-F02A-0A2D0BD713DE}"/>
              </a:ext>
            </a:extLst>
          </p:cNvPr>
          <p:cNvSpPr/>
          <p:nvPr/>
        </p:nvSpPr>
        <p:spPr>
          <a:xfrm>
            <a:off x="9728706" y="1410040"/>
            <a:ext cx="2160629" cy="476337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Commercial Viability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032910-37F1-8FFF-2E1B-02F38A644D32}"/>
              </a:ext>
            </a:extLst>
          </p:cNvPr>
          <p:cNvSpPr/>
          <p:nvPr/>
        </p:nvSpPr>
        <p:spPr>
          <a:xfrm>
            <a:off x="2727860" y="1721503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Reduced health issues</a:t>
            </a:r>
          </a:p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Increased ride comfort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40C507-9F44-9A5F-051F-317C37DD3141}"/>
              </a:ext>
            </a:extLst>
          </p:cNvPr>
          <p:cNvSpPr/>
          <p:nvPr/>
        </p:nvSpPr>
        <p:spPr>
          <a:xfrm>
            <a:off x="660671" y="3951133"/>
            <a:ext cx="1189004" cy="4071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chemeClr val="tx2">
                    <a:lumMod val="9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Owner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4C2B60-438E-B374-DBF6-1AE5CA680E8D}"/>
              </a:ext>
            </a:extLst>
          </p:cNvPr>
          <p:cNvSpPr/>
          <p:nvPr/>
        </p:nvSpPr>
        <p:spPr>
          <a:xfrm>
            <a:off x="2736860" y="3640390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Reduced driver shortage</a:t>
            </a:r>
          </a:p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Lesser time for deliveries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07551C-FD17-C6F1-830B-516FDAD73E27}"/>
              </a:ext>
            </a:extLst>
          </p:cNvPr>
          <p:cNvSpPr/>
          <p:nvPr/>
        </p:nvSpPr>
        <p:spPr>
          <a:xfrm>
            <a:off x="655251" y="5798231"/>
            <a:ext cx="1189004" cy="4071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Company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EFE40F-F343-A00F-F161-C7C51FA23637}"/>
              </a:ext>
            </a:extLst>
          </p:cNvPr>
          <p:cNvSpPr/>
          <p:nvPr/>
        </p:nvSpPr>
        <p:spPr>
          <a:xfrm>
            <a:off x="2731439" y="5486887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Increased customer loyalty</a:t>
            </a:r>
          </a:p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Increased customer satisfaction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10D354-1084-45A1-AAF8-635DF01F1D1E}"/>
              </a:ext>
            </a:extLst>
          </p:cNvPr>
          <p:cNvCxnSpPr>
            <a:stCxn id="21" idx="3"/>
            <a:endCxn id="7" idx="1"/>
          </p:cNvCxnSpPr>
          <p:nvPr/>
        </p:nvCxnSpPr>
        <p:spPr>
          <a:xfrm>
            <a:off x="1840675" y="2235796"/>
            <a:ext cx="887185" cy="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01E8A5-B816-984A-F3D4-40E1A7838103}"/>
              </a:ext>
            </a:extLst>
          </p:cNvPr>
          <p:cNvCxnSpPr/>
          <p:nvPr/>
        </p:nvCxnSpPr>
        <p:spPr>
          <a:xfrm>
            <a:off x="1849674" y="4163414"/>
            <a:ext cx="887185" cy="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51C03C-0869-6F49-BF15-BC17E12A8BF4}"/>
              </a:ext>
            </a:extLst>
          </p:cNvPr>
          <p:cNvCxnSpPr/>
          <p:nvPr/>
        </p:nvCxnSpPr>
        <p:spPr>
          <a:xfrm>
            <a:off x="1844255" y="6007116"/>
            <a:ext cx="887185" cy="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90044F4-2A33-8E22-522F-AABDF763374F}"/>
              </a:ext>
            </a:extLst>
          </p:cNvPr>
          <p:cNvSpPr/>
          <p:nvPr/>
        </p:nvSpPr>
        <p:spPr>
          <a:xfrm>
            <a:off x="6593711" y="1133916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Technological advancement &amp; customer satisfaction will help increase the sales &amp; customer retention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5EF362-9737-4FA6-2EB1-26591F1E2FF5}"/>
              </a:ext>
            </a:extLst>
          </p:cNvPr>
          <p:cNvSpPr/>
          <p:nvPr/>
        </p:nvSpPr>
        <p:spPr>
          <a:xfrm>
            <a:off x="9758591" y="2914035"/>
            <a:ext cx="2160629" cy="476337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Scalability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4F4C48-08E8-B75B-A80B-AC414D6D8B7E}"/>
              </a:ext>
            </a:extLst>
          </p:cNvPr>
          <p:cNvSpPr/>
          <p:nvPr/>
        </p:nvSpPr>
        <p:spPr>
          <a:xfrm>
            <a:off x="6593712" y="2623391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 the solution is not limited to any particular category of trucks, it can be exploited in any of the available categories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32C585-5411-0C47-D974-A1D9A12D74D1}"/>
              </a:ext>
            </a:extLst>
          </p:cNvPr>
          <p:cNvCxnSpPr>
            <a:cxnSpLocks/>
            <a:stCxn id="5" idx="1"/>
            <a:endCxn id="32" idx="3"/>
          </p:cNvCxnSpPr>
          <p:nvPr/>
        </p:nvCxnSpPr>
        <p:spPr>
          <a:xfrm flipH="1">
            <a:off x="9066340" y="1648209"/>
            <a:ext cx="662366" cy="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259C94D-7A15-72DD-74A7-A9664BCA5AD5}"/>
              </a:ext>
            </a:extLst>
          </p:cNvPr>
          <p:cNvSpPr/>
          <p:nvPr/>
        </p:nvSpPr>
        <p:spPr>
          <a:xfrm>
            <a:off x="9758591" y="4394303"/>
            <a:ext cx="2160629" cy="476337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Feasibility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40C7C8-C502-1EFF-45F7-F54420EB9C47}"/>
              </a:ext>
            </a:extLst>
          </p:cNvPr>
          <p:cNvCxnSpPr>
            <a:cxnSpLocks/>
          </p:cNvCxnSpPr>
          <p:nvPr/>
        </p:nvCxnSpPr>
        <p:spPr>
          <a:xfrm flipH="1" flipV="1">
            <a:off x="9091208" y="3149585"/>
            <a:ext cx="662366" cy="527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C97C29F-4718-801B-943D-44F095D3039F}"/>
              </a:ext>
            </a:extLst>
          </p:cNvPr>
          <p:cNvSpPr/>
          <p:nvPr/>
        </p:nvSpPr>
        <p:spPr>
          <a:xfrm>
            <a:off x="9728706" y="5883236"/>
            <a:ext cx="2160629" cy="476337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Social Impact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E7189-08A6-F822-8576-E78043A922BE}"/>
              </a:ext>
            </a:extLst>
          </p:cNvPr>
          <p:cNvSpPr/>
          <p:nvPr/>
        </p:nvSpPr>
        <p:spPr>
          <a:xfrm>
            <a:off x="6618579" y="5607112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As the solution leads to better health conditions of the driver which directly increases his work potential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E5EC510-1B75-B252-8C51-489E29CEB420}"/>
              </a:ext>
            </a:extLst>
          </p:cNvPr>
          <p:cNvSpPr/>
          <p:nvPr/>
        </p:nvSpPr>
        <p:spPr>
          <a:xfrm>
            <a:off x="6593710" y="4112866"/>
            <a:ext cx="2472629" cy="1028586"/>
          </a:xfrm>
          <a:prstGeom prst="roundRect">
            <a:avLst>
              <a:gd name="adj" fmla="val 4047"/>
            </a:avLst>
          </a:prstGeom>
          <a:noFill/>
          <a:ln>
            <a:solidFill>
              <a:srgbClr val="003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Neither the technology used is very complicated nor the components are rare or costly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8C92D01-3021-E41D-6BF0-C9393F8342A3}"/>
              </a:ext>
            </a:extLst>
          </p:cNvPr>
          <p:cNvCxnSpPr>
            <a:cxnSpLocks/>
          </p:cNvCxnSpPr>
          <p:nvPr/>
        </p:nvCxnSpPr>
        <p:spPr>
          <a:xfrm flipH="1" flipV="1">
            <a:off x="9072974" y="4631534"/>
            <a:ext cx="662366" cy="527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E64B0D6-B70D-79C1-70BA-86EA6A544238}"/>
              </a:ext>
            </a:extLst>
          </p:cNvPr>
          <p:cNvCxnSpPr>
            <a:cxnSpLocks/>
          </p:cNvCxnSpPr>
          <p:nvPr/>
        </p:nvCxnSpPr>
        <p:spPr>
          <a:xfrm flipH="1" flipV="1">
            <a:off x="9091208" y="6121404"/>
            <a:ext cx="662366" cy="5270"/>
          </a:xfrm>
          <a:prstGeom prst="straightConnector1">
            <a:avLst/>
          </a:prstGeom>
          <a:ln w="28575">
            <a:solidFill>
              <a:srgbClr val="00343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9019071-0027-909D-6EB1-7A14E9F742FC}"/>
              </a:ext>
            </a:extLst>
          </p:cNvPr>
          <p:cNvSpPr/>
          <p:nvPr/>
        </p:nvSpPr>
        <p:spPr>
          <a:xfrm>
            <a:off x="655251" y="2040977"/>
            <a:ext cx="1189004" cy="4071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Driver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FCE7913-78B7-F2A5-B82A-D22D31BD2B29}"/>
              </a:ext>
            </a:extLst>
          </p:cNvPr>
          <p:cNvSpPr/>
          <p:nvPr/>
        </p:nvSpPr>
        <p:spPr>
          <a:xfrm>
            <a:off x="664251" y="3959864"/>
            <a:ext cx="1189004" cy="407100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Owner</a:t>
            </a:r>
          </a:p>
        </p:txBody>
      </p:sp>
      <p:pic>
        <p:nvPicPr>
          <p:cNvPr id="1026" name="Picture 2" descr="Free vector graphics of Steer">
            <a:extLst>
              <a:ext uri="{FF2B5EF4-FFF2-40B4-BE49-F238E27FC236}">
                <a16:creationId xmlns:a16="http://schemas.microsoft.com/office/drawing/2014/main" id="{DE0CC257-9D1D-7994-DB6B-E75C239BE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22" y="2023102"/>
            <a:ext cx="453939" cy="41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vector graphics of Man">
            <a:extLst>
              <a:ext uri="{FF2B5EF4-FFF2-40B4-BE49-F238E27FC236}">
                <a16:creationId xmlns:a16="http://schemas.microsoft.com/office/drawing/2014/main" id="{92D8F5C5-4947-F996-B051-D1B413BE2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" y="3932316"/>
            <a:ext cx="355473" cy="46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vector graphics of Black and white">
            <a:extLst>
              <a:ext uri="{FF2B5EF4-FFF2-40B4-BE49-F238E27FC236}">
                <a16:creationId xmlns:a16="http://schemas.microsoft.com/office/drawing/2014/main" id="{3BDDA8DE-9705-7550-A2A1-47CB6F595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39" y="5846033"/>
            <a:ext cx="441960" cy="31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056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4;p16">
            <a:extLst>
              <a:ext uri="{FF2B5EF4-FFF2-40B4-BE49-F238E27FC236}">
                <a16:creationId xmlns:a16="http://schemas.microsoft.com/office/drawing/2014/main" id="{4D57FAA6-9807-9F73-F941-80299A33D508}"/>
              </a:ext>
            </a:extLst>
          </p:cNvPr>
          <p:cNvSpPr/>
          <p:nvPr/>
        </p:nvSpPr>
        <p:spPr>
          <a:xfrm>
            <a:off x="-26816" y="2494549"/>
            <a:ext cx="12209672" cy="1044180"/>
          </a:xfrm>
          <a:prstGeom prst="trapezoid">
            <a:avLst>
              <a:gd name="adj" fmla="val 0"/>
            </a:avLst>
          </a:prstGeom>
          <a:solidFill>
            <a:srgbClr val="00343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2000" endA="300" endPos="35000" dir="5400000" sy="-100000" algn="bl" rotWithShape="0"/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2200"/>
            </a:pPr>
            <a:r>
              <a:rPr lang="en-US" sz="4000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Thank</a:t>
            </a:r>
            <a:r>
              <a:rPr lang="en-US" sz="40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 You</a:t>
            </a:r>
          </a:p>
          <a:p>
            <a:pPr algn="ctr" defTabSz="1219170">
              <a:buClr>
                <a:srgbClr val="000000"/>
              </a:buClr>
              <a:buSzPts val="2200"/>
            </a:pPr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Open to questions</a:t>
            </a:r>
            <a:endParaRPr lang="en-US" sz="1600">
              <a:solidFill>
                <a:schemeClr val="bg1">
                  <a:lumMod val="85000"/>
                </a:schemeClr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4" name="Picture 3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18445E5D-D332-D9DF-4EB9-5B4D2C1F0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852" y="82782"/>
            <a:ext cx="516499" cy="51876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223D5BFE-331C-3B4A-9DCE-69F4AF344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7" y="112167"/>
            <a:ext cx="1766604" cy="386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C3324-9DC9-51C8-82CC-2B61CC71D1BF}"/>
              </a:ext>
            </a:extLst>
          </p:cNvPr>
          <p:cNvSpPr txBox="1"/>
          <p:nvPr/>
        </p:nvSpPr>
        <p:spPr>
          <a:xfrm>
            <a:off x="11098985" y="601551"/>
            <a:ext cx="1156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/>
              <a:t>IIT ROORKEE</a:t>
            </a:r>
          </a:p>
        </p:txBody>
      </p:sp>
    </p:spTree>
    <p:extLst>
      <p:ext uri="{BB962C8B-B14F-4D97-AF65-F5344CB8AC3E}">
        <p14:creationId xmlns:p14="http://schemas.microsoft.com/office/powerpoint/2010/main" val="163267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6D87E-3373-B658-8D0C-7642C73277EC}"/>
              </a:ext>
            </a:extLst>
          </p:cNvPr>
          <p:cNvSpPr txBox="1"/>
          <p:nvPr/>
        </p:nvSpPr>
        <p:spPr>
          <a:xfrm>
            <a:off x="203454" y="268516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2E2E2E"/>
                </a:solidFill>
                <a:effectLst/>
                <a:latin typeface="NexusSerif"/>
              </a:rPr>
              <a:t>Based on all these preliminary findings it may be suggested that noise may be related to a marked activation of the neuroendocrine system, resulting in increasing in blood pressure and heart rate</a:t>
            </a:r>
          </a:p>
          <a:p>
            <a:r>
              <a:rPr lang="en-IN">
                <a:hlinkClick r:id="rId2"/>
              </a:rPr>
              <a:t>https://www.sciencedirect.com/science/article/pii/S2212609014000508</a:t>
            </a:r>
            <a:endParaRPr lang="en-US">
              <a:solidFill>
                <a:srgbClr val="2E2E2E"/>
              </a:solidFill>
              <a:latin typeface="NexusSerif"/>
            </a:endParaRPr>
          </a:p>
          <a:p>
            <a:endParaRPr lang="en-US">
              <a:solidFill>
                <a:srgbClr val="2E2E2E"/>
              </a:solidFill>
              <a:latin typeface="NexusSerif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640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463BEFE8-0DC4-8BB3-F13E-BB2DCC02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597" y="54403"/>
            <a:ext cx="572443" cy="57495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DCDD1B1-CE9E-55B2-812F-F2018518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05114"/>
            <a:ext cx="2162477" cy="473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80E13-CFD2-47A0-505F-5967277EFBAF}"/>
              </a:ext>
            </a:extLst>
          </p:cNvPr>
          <p:cNvSpPr txBox="1"/>
          <p:nvPr/>
        </p:nvSpPr>
        <p:spPr>
          <a:xfrm>
            <a:off x="11122702" y="609241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IIT ROORKEE</a:t>
            </a:r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132A6438-25F2-62B2-B435-CC99B50A75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178"/>
            <a:ext cx="5560213" cy="2087654"/>
          </a:xfrm>
          <a:prstGeom prst="rect">
            <a:avLst/>
          </a:prstGeom>
        </p:spPr>
      </p:pic>
      <p:pic>
        <p:nvPicPr>
          <p:cNvPr id="9" name="Picture 8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518B593E-3E7A-D7A0-D1DC-6FFB871D4D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7832"/>
            <a:ext cx="3166983" cy="25873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5191B7-D324-82EC-091A-266F0B2C738F}"/>
              </a:ext>
            </a:extLst>
          </p:cNvPr>
          <p:cNvSpPr/>
          <p:nvPr/>
        </p:nvSpPr>
        <p:spPr>
          <a:xfrm>
            <a:off x="987552" y="6245352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hlinkClick r:id="rId7"/>
              </a:rPr>
              <a:t>Autocarpro</a:t>
            </a:r>
            <a:r>
              <a:rPr lang="en-US">
                <a:hlinkClick r:id="rId7"/>
              </a:rPr>
              <a:t> India</a:t>
            </a:r>
            <a:endParaRPr lang="en-US"/>
          </a:p>
        </p:txBody>
      </p:sp>
      <p:pic>
        <p:nvPicPr>
          <p:cNvPr id="13" name="Picture 1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A4499C1E-4CF3-3EF4-A7A2-8A727CA9EB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983" y="3227832"/>
            <a:ext cx="2057214" cy="258733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A71C9BD-98DC-6E60-BD98-B72BA1D0F34D}"/>
              </a:ext>
            </a:extLst>
          </p:cNvPr>
          <p:cNvSpPr/>
          <p:nvPr/>
        </p:nvSpPr>
        <p:spPr>
          <a:xfrm>
            <a:off x="5224197" y="5991585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9"/>
              </a:rPr>
              <a:t>CCJ Digital</a:t>
            </a:r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A9CB82-CFC6-D58B-7DF3-79BE6E1016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0213" y="1138197"/>
            <a:ext cx="1720163" cy="4179269"/>
          </a:xfrm>
          <a:prstGeom prst="rect">
            <a:avLst/>
          </a:prstGeom>
        </p:spPr>
      </p:pic>
      <p:pic>
        <p:nvPicPr>
          <p:cNvPr id="24" name="Picture 23" descr="Chart, bar chart&#10;&#10;Description automatically generated">
            <a:extLst>
              <a:ext uri="{FF2B5EF4-FFF2-40B4-BE49-F238E27FC236}">
                <a16:creationId xmlns:a16="http://schemas.microsoft.com/office/drawing/2014/main" id="{143BFBB9-D4FA-FDEB-F468-C4C526DC0E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376" y="1138197"/>
            <a:ext cx="3290088" cy="21150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31832F-0610-79DE-4785-B923BA7557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0376" y="3268523"/>
            <a:ext cx="2579137" cy="272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03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463BEFE8-0DC4-8BB3-F13E-BB2DCC02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597" y="54403"/>
            <a:ext cx="572443" cy="57495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DCDD1B1-CE9E-55B2-812F-F2018518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05114"/>
            <a:ext cx="2162477" cy="473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80E13-CFD2-47A0-505F-5967277EFBAF}"/>
              </a:ext>
            </a:extLst>
          </p:cNvPr>
          <p:cNvSpPr txBox="1"/>
          <p:nvPr/>
        </p:nvSpPr>
        <p:spPr>
          <a:xfrm>
            <a:off x="11122702" y="609241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IIT ROORKEE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7E19B98-1376-B346-8524-13C2AF838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2" y="855462"/>
            <a:ext cx="5715000" cy="22574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F121E8-E3D3-2D38-EAF0-DBC05E826991}"/>
              </a:ext>
            </a:extLst>
          </p:cNvPr>
          <p:cNvSpPr/>
          <p:nvPr/>
        </p:nvSpPr>
        <p:spPr>
          <a:xfrm>
            <a:off x="1889760" y="3175233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6"/>
              </a:rPr>
              <a:t>Siemens</a:t>
            </a:r>
            <a:endParaRPr lang="en-US"/>
          </a:p>
        </p:txBody>
      </p:sp>
      <p:pic>
        <p:nvPicPr>
          <p:cNvPr id="12" name="Picture 11" descr="Chart, waterfall chart&#10;&#10;Description automatically generated">
            <a:extLst>
              <a:ext uri="{FF2B5EF4-FFF2-40B4-BE49-F238E27FC236}">
                <a16:creationId xmlns:a16="http://schemas.microsoft.com/office/drawing/2014/main" id="{1E08C014-F492-EF75-B2C7-126E57E6E8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832" y="855463"/>
            <a:ext cx="3327621" cy="207976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81D982F-2B1F-E660-0151-E9FD9450DD4C}"/>
              </a:ext>
            </a:extLst>
          </p:cNvPr>
          <p:cNvSpPr/>
          <p:nvPr/>
        </p:nvSpPr>
        <p:spPr>
          <a:xfrm>
            <a:off x="6411070" y="2935225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hlinkClick r:id="rId8"/>
              </a:rPr>
              <a:t>Brieflands</a:t>
            </a:r>
            <a:endParaRPr lang="en-US"/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E33CE4CB-8CCD-FC5A-8F7E-4F3A58A16C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53" y="855462"/>
            <a:ext cx="2741066" cy="18145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05175F9-637D-E718-72C9-0BB70081EEF0}"/>
              </a:ext>
            </a:extLst>
          </p:cNvPr>
          <p:cNvSpPr/>
          <p:nvPr/>
        </p:nvSpPr>
        <p:spPr>
          <a:xfrm>
            <a:off x="9445414" y="2681458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0"/>
              </a:rPr>
              <a:t>EHP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41E8E8-A13F-9644-8B34-C9DBFDB9D1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832" y="4169664"/>
            <a:ext cx="2368351" cy="24414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8366CEC-1CAF-16ED-0E1B-3A4BFA2CA99B}"/>
              </a:ext>
            </a:extLst>
          </p:cNvPr>
          <p:cNvSpPr/>
          <p:nvPr/>
        </p:nvSpPr>
        <p:spPr>
          <a:xfrm>
            <a:off x="2960023" y="4924345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2"/>
              </a:rPr>
              <a:t>Car Dekho</a:t>
            </a:r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C1F8936-60B8-F3E7-BBC3-3D35A6CE2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9089" y="3722972"/>
            <a:ext cx="3833364" cy="29102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8A88EE9-38E3-52B8-C8AA-919741FDECD6}"/>
              </a:ext>
            </a:extLst>
          </p:cNvPr>
          <p:cNvSpPr/>
          <p:nvPr/>
        </p:nvSpPr>
        <p:spPr>
          <a:xfrm>
            <a:off x="9231977" y="4924345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14"/>
              </a:rPr>
              <a:t>ResearchGate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79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463BEFE8-0DC4-8BB3-F13E-BB2DCC02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597" y="54403"/>
            <a:ext cx="572443" cy="57495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DCDD1B1-CE9E-55B2-812F-F2018518C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05114"/>
            <a:ext cx="2162477" cy="473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80E13-CFD2-47A0-505F-5967277EFBAF}"/>
              </a:ext>
            </a:extLst>
          </p:cNvPr>
          <p:cNvSpPr txBox="1"/>
          <p:nvPr/>
        </p:nvSpPr>
        <p:spPr>
          <a:xfrm>
            <a:off x="11122702" y="609241"/>
            <a:ext cx="1156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IIT ROORKEE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A88EE9-38E3-52B8-C8AA-919741FDECD6}"/>
              </a:ext>
            </a:extLst>
          </p:cNvPr>
          <p:cNvSpPr/>
          <p:nvPr/>
        </p:nvSpPr>
        <p:spPr>
          <a:xfrm>
            <a:off x="8823369" y="1324171"/>
            <a:ext cx="2295144" cy="50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ResearchGate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3733C44C-2A53-711E-7DE8-5A5A5D847B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83" y="1582967"/>
            <a:ext cx="7723808" cy="4310499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E4659EE-E823-8F81-6F8F-2E5E87ADEA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8226" y="2382010"/>
            <a:ext cx="4764156" cy="38719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9BC5A1-0825-620A-9CE1-8B4F65E70D04}"/>
              </a:ext>
            </a:extLst>
          </p:cNvPr>
          <p:cNvSpPr txBox="1"/>
          <p:nvPr/>
        </p:nvSpPr>
        <p:spPr>
          <a:xfrm>
            <a:off x="9850782" y="6250608"/>
            <a:ext cx="21369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  <a:hlinkClick r:id="rId8"/>
              </a:rPr>
              <a:t>ldn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99335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0A7E-C3BB-4DD0-9B32-C77FDDFF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NVH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D01C7-E516-45A3-B92F-6871D47C4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456565"/>
            <a:r>
              <a:rPr lang="en-US"/>
              <a:t>How much NVH in their Trucks</a:t>
            </a:r>
          </a:p>
          <a:p>
            <a:pPr marL="608965" indent="-456565"/>
            <a:r>
              <a:rPr lang="en-US"/>
              <a:t>How do NVH affect driver? </a:t>
            </a:r>
          </a:p>
          <a:p>
            <a:pPr marL="608965" indent="-456565"/>
            <a:r>
              <a:rPr lang="en-US"/>
              <a:t>Real life problems with NVH with drivers</a:t>
            </a:r>
          </a:p>
          <a:p>
            <a:pPr marL="608965" indent="-456565"/>
            <a:r>
              <a:rPr lang="en-US"/>
              <a:t>What are the different noises/vibrations in trucks </a:t>
            </a:r>
          </a:p>
          <a:p>
            <a:pPr marL="608965" indent="-456565"/>
            <a:r>
              <a:rPr lang="en-US"/>
              <a:t>What are the NVH we need to eliminate </a:t>
            </a:r>
          </a:p>
          <a:p>
            <a:pPr marL="608965" indent="-456565"/>
            <a:endParaRPr lang="en-US"/>
          </a:p>
          <a:p>
            <a:pPr marL="608965" indent="-456565"/>
            <a:endParaRPr lang="en-US"/>
          </a:p>
          <a:p>
            <a:pPr marL="608965" indent="-456565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366DAB-AC7B-D92F-01DD-81371D4DBDCC}"/>
              </a:ext>
            </a:extLst>
          </p:cNvPr>
          <p:cNvSpPr/>
          <p:nvPr/>
        </p:nvSpPr>
        <p:spPr>
          <a:xfrm>
            <a:off x="415600" y="3647661"/>
            <a:ext cx="5009252" cy="1220956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Cost to company for Air cushion seating system – 15,000 Rs.- Product cost (outsourced) + 5,000 - </a:t>
            </a:r>
            <a:r>
              <a:rPr lang="en-IN" sz="2000" err="1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installment</a:t>
            </a:r>
            <a:r>
              <a:rPr lang="en-IN" sz="20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cost (within company)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E5FAD2-9F5A-16A7-CFC7-AFF857D93955}"/>
              </a:ext>
            </a:extLst>
          </p:cNvPr>
          <p:cNvSpPr/>
          <p:nvPr/>
        </p:nvSpPr>
        <p:spPr>
          <a:xfrm>
            <a:off x="415600" y="5121865"/>
            <a:ext cx="5009252" cy="1054384"/>
          </a:xfrm>
          <a:prstGeom prst="roundRect">
            <a:avLst>
              <a:gd name="adj" fmla="val 4047"/>
            </a:avLst>
          </a:prstGeom>
          <a:solidFill>
            <a:srgbClr val="003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>
                <a:solidFill>
                  <a:srgbClr val="48BACA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Cost to company for Active seat suspension system – 8,000 + 3,000</a:t>
            </a:r>
          </a:p>
        </p:txBody>
      </p:sp>
    </p:spTree>
    <p:extLst>
      <p:ext uri="{BB962C8B-B14F-4D97-AF65-F5344CB8AC3E}">
        <p14:creationId xmlns:p14="http://schemas.microsoft.com/office/powerpoint/2010/main" val="1271161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394B1F-F4CA-9CFA-3AA0-D201FF4F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29877" cy="4477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CA9457-2F87-382E-9285-295263EA0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877" y="-54864"/>
            <a:ext cx="6277851" cy="32961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7B7C54-6ADA-95B4-8782-083214B92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62" y="1"/>
            <a:ext cx="2987138" cy="581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77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8AA8A1F40144A8175475979D5A76E" ma:contentTypeVersion="7" ma:contentTypeDescription="Create a new document." ma:contentTypeScope="" ma:versionID="db5fa26edda028d1d0d3ff397870554c">
  <xsd:schema xmlns:xsd="http://www.w3.org/2001/XMLSchema" xmlns:xs="http://www.w3.org/2001/XMLSchema" xmlns:p="http://schemas.microsoft.com/office/2006/metadata/properties" xmlns:ns3="b908d3ed-f63d-438e-96b8-6ffd1bb36039" xmlns:ns4="e23041d3-579f-426b-b048-4753063d60d7" targetNamespace="http://schemas.microsoft.com/office/2006/metadata/properties" ma:root="true" ma:fieldsID="79ba3461b625c705be1fecb4b18068a4" ns3:_="" ns4:_="">
    <xsd:import namespace="b908d3ed-f63d-438e-96b8-6ffd1bb36039"/>
    <xsd:import namespace="e23041d3-579f-426b-b048-4753063d60d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8d3ed-f63d-438e-96b8-6ffd1bb3603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041d3-579f-426b-b048-4753063d60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F9703D-5E21-4196-BFBD-14DD1BB6CE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0B3210-CC49-4ABA-9BD0-6102A424D50E}">
  <ds:schemaRefs>
    <ds:schemaRef ds:uri="b908d3ed-f63d-438e-96b8-6ffd1bb36039"/>
    <ds:schemaRef ds:uri="e23041d3-579f-426b-b048-4753063d60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3AA1A5-DB01-48B6-A22F-4376DE75D23A}">
  <ds:schemaRefs>
    <ds:schemaRef ds:uri="b908d3ed-f63d-438e-96b8-6ffd1bb36039"/>
    <ds:schemaRef ds:uri="e23041d3-579f-426b-b048-4753063d60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Widescreen</PresentationFormat>
  <Paragraphs>322</Paragraphs>
  <Slides>17</Slides>
  <Notes>14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Lato</vt:lpstr>
      <vt:lpstr>Lato Black</vt:lpstr>
      <vt:lpstr>NexusSerif</vt:lpstr>
      <vt:lpstr>Open Sans</vt:lpstr>
      <vt:lpstr>Open Sans ExtraBold</vt:lpstr>
      <vt:lpstr>Roboto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NVH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Jain, Arjav</cp:lastModifiedBy>
  <cp:revision>1</cp:revision>
  <dcterms:created xsi:type="dcterms:W3CDTF">2021-09-10T14:34:38Z</dcterms:created>
  <dcterms:modified xsi:type="dcterms:W3CDTF">2026-09-26T00:50:01Z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0x0101006258AA8A1F40144A8175475979D5A76E</vt:lpwstr>
  </property>
</Properties>
</file>