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76" r:id="rId5"/>
    <p:sldId id="282" r:id="rId6"/>
    <p:sldId id="272" r:id="rId7"/>
    <p:sldId id="277" r:id="rId8"/>
    <p:sldId id="278" r:id="rId9"/>
    <p:sldId id="279" r:id="rId10"/>
    <p:sldId id="285" r:id="rId11"/>
    <p:sldId id="286" r:id="rId12"/>
    <p:sldId id="267" r:id="rId13"/>
    <p:sldId id="283" r:id="rId14"/>
    <p:sldId id="275" r:id="rId15"/>
    <p:sldId id="271" r:id="rId16"/>
    <p:sldId id="281" r:id="rId17"/>
    <p:sldId id="284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FF"/>
    <a:srgbClr val="767676"/>
    <a:srgbClr val="D0E0E3"/>
    <a:srgbClr val="F4CCCC"/>
    <a:srgbClr val="49B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F5E20-7C6C-EF81-7046-DA6188305C85}" v="70" dt="2022-03-27T04:40:03.621"/>
    <p1510:client id="{5BA3A6CA-7C5D-4DA1-B8AB-9419DA906984}" v="4911" dt="2022-03-27T05:14:03.483"/>
    <p1510:client id="{6DA581CA-840E-533D-78E6-C10175B11576}" v="9" dt="2022-03-26T22:33:39.479"/>
    <p1510:client id="{D5DBA4E8-317F-4CC4-A3D0-F185904391B4}" v="203" dt="2022-03-27T05:09:17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bcf4ae2b5d1b6938af98b262ca09693389db5617b762dc160d4d60fbedaadefe::" providerId="AD" clId="Web-{72DAA595-7125-655D-82B8-AE67CB2337D6}"/>
    <pc:docChg chg="modSld">
      <pc:chgData name="Guest User" userId="S::urn:spo:anon#bcf4ae2b5d1b6938af98b262ca09693389db5617b762dc160d4d60fbedaadefe::" providerId="AD" clId="Web-{72DAA595-7125-655D-82B8-AE67CB2337D6}" dt="2022-03-22T04:02:07.651" v="543" actId="1076"/>
      <pc:docMkLst>
        <pc:docMk/>
      </pc:docMkLst>
      <pc:sldChg chg="addSp delSp modSp">
        <pc:chgData name="Guest User" userId="S::urn:spo:anon#bcf4ae2b5d1b6938af98b262ca09693389db5617b762dc160d4d60fbedaadefe::" providerId="AD" clId="Web-{72DAA595-7125-655D-82B8-AE67CB2337D6}" dt="2022-03-22T04:02:07.651" v="543" actId="1076"/>
        <pc:sldMkLst>
          <pc:docMk/>
          <pc:sldMk cId="2300381119" sldId="268"/>
        </pc:sldMkLst>
        <pc:spChg chg="mod">
          <ac:chgData name="Guest User" userId="S::urn:spo:anon#bcf4ae2b5d1b6938af98b262ca09693389db5617b762dc160d4d60fbedaadefe::" providerId="AD" clId="Web-{72DAA595-7125-655D-82B8-AE67CB2337D6}" dt="2022-03-22T03:22:21.043" v="160" actId="1076"/>
          <ac:spMkLst>
            <pc:docMk/>
            <pc:sldMk cId="2300381119" sldId="268"/>
            <ac:spMk id="6" creationId="{8B474149-CA6F-4040-BEEC-2D621F6217EE}"/>
          </ac:spMkLst>
        </pc:spChg>
        <pc:spChg chg="del mod">
          <ac:chgData name="Guest User" userId="S::urn:spo:anon#bcf4ae2b5d1b6938af98b262ca09693389db5617b762dc160d4d60fbedaadefe::" providerId="AD" clId="Web-{72DAA595-7125-655D-82B8-AE67CB2337D6}" dt="2022-03-22T03:22:16.153" v="159"/>
          <ac:spMkLst>
            <pc:docMk/>
            <pc:sldMk cId="2300381119" sldId="268"/>
            <ac:spMk id="8" creationId="{4FB47ECC-B10F-4B71-9028-6855B7B65F18}"/>
          </ac:spMkLst>
        </pc:spChg>
        <pc:spChg chg="mod">
          <ac:chgData name="Guest User" userId="S::urn:spo:anon#bcf4ae2b5d1b6938af98b262ca09693389db5617b762dc160d4d60fbedaadefe::" providerId="AD" clId="Web-{72DAA595-7125-655D-82B8-AE67CB2337D6}" dt="2022-03-22T03:21:36.105" v="154" actId="1076"/>
          <ac:spMkLst>
            <pc:docMk/>
            <pc:sldMk cId="2300381119" sldId="268"/>
            <ac:spMk id="15" creationId="{D22E093A-B984-4A36-BE0A-FF6853862001}"/>
          </ac:spMkLst>
        </pc:spChg>
        <pc:spChg chg="mod">
          <ac:chgData name="Guest User" userId="S::urn:spo:anon#bcf4ae2b5d1b6938af98b262ca09693389db5617b762dc160d4d60fbedaadefe::" providerId="AD" clId="Web-{72DAA595-7125-655D-82B8-AE67CB2337D6}" dt="2022-03-22T03:21:31.917" v="153" actId="1076"/>
          <ac:spMkLst>
            <pc:docMk/>
            <pc:sldMk cId="2300381119" sldId="268"/>
            <ac:spMk id="16" creationId="{A66B717F-00D2-4C94-9BC9-63BAA8E8321A}"/>
          </ac:spMkLst>
        </pc:spChg>
        <pc:spChg chg="mod">
          <ac:chgData name="Guest User" userId="S::urn:spo:anon#bcf4ae2b5d1b6938af98b262ca09693389db5617b762dc160d4d60fbedaadefe::" providerId="AD" clId="Web-{72DAA595-7125-655D-82B8-AE67CB2337D6}" dt="2022-03-22T03:21:26.651" v="152" actId="1076"/>
          <ac:spMkLst>
            <pc:docMk/>
            <pc:sldMk cId="2300381119" sldId="268"/>
            <ac:spMk id="17" creationId="{882945E9-5933-4527-95EE-D64B0B23214D}"/>
          </ac:spMkLst>
        </pc:spChg>
        <pc:spChg chg="mod">
          <ac:chgData name="Guest User" userId="S::urn:spo:anon#bcf4ae2b5d1b6938af98b262ca09693389db5617b762dc160d4d60fbedaadefe::" providerId="AD" clId="Web-{72DAA595-7125-655D-82B8-AE67CB2337D6}" dt="2022-03-22T03:21:16.745" v="151" actId="1076"/>
          <ac:spMkLst>
            <pc:docMk/>
            <pc:sldMk cId="2300381119" sldId="268"/>
            <ac:spMk id="18" creationId="{5F5231EE-2ED3-416B-BCA3-940E73BCFBEE}"/>
          </ac:spMkLst>
        </pc:spChg>
        <pc:spChg chg="del mod">
          <ac:chgData name="Guest User" userId="S::urn:spo:anon#bcf4ae2b5d1b6938af98b262ca09693389db5617b762dc160d4d60fbedaadefe::" providerId="AD" clId="Web-{72DAA595-7125-655D-82B8-AE67CB2337D6}" dt="2022-03-22T03:22:12.168" v="157"/>
          <ac:spMkLst>
            <pc:docMk/>
            <pc:sldMk cId="2300381119" sldId="268"/>
            <ac:spMk id="30" creationId="{26D6D4BF-CD8E-4234-AE05-7DAA7A3DAD81}"/>
          </ac:spMkLst>
        </pc:spChg>
        <pc:spChg chg="add del">
          <ac:chgData name="Guest User" userId="S::urn:spo:anon#bcf4ae2b5d1b6938af98b262ca09693389db5617b762dc160d4d60fbedaadefe::" providerId="AD" clId="Web-{72DAA595-7125-655D-82B8-AE67CB2337D6}" dt="2022-03-22T03:34:08.265" v="269"/>
          <ac:spMkLst>
            <pc:docMk/>
            <pc:sldMk cId="2300381119" sldId="268"/>
            <ac:spMk id="112" creationId="{7ABB59A9-C249-45F5-8DFF-2A64DACA9BEB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30:20.431" v="238" actId="20577"/>
          <ac:spMkLst>
            <pc:docMk/>
            <pc:sldMk cId="2300381119" sldId="268"/>
            <ac:spMk id="118" creationId="{7BF534A8-1696-4D45-92FE-CC6DC5D79A25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30:29.775" v="240" actId="1076"/>
          <ac:spMkLst>
            <pc:docMk/>
            <pc:sldMk cId="2300381119" sldId="268"/>
            <ac:spMk id="122" creationId="{E869716A-54E1-48A5-852A-3BAAE41681E2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45:50.189" v="330" actId="1076"/>
          <ac:spMkLst>
            <pc:docMk/>
            <pc:sldMk cId="2300381119" sldId="268"/>
            <ac:spMk id="179" creationId="{23FD5B42-8FB1-4041-A423-BA3CA6C05BB1}"/>
          </ac:spMkLst>
        </pc:spChg>
        <pc:spChg chg="add del">
          <ac:chgData name="Guest User" userId="S::urn:spo:anon#bcf4ae2b5d1b6938af98b262ca09693389db5617b762dc160d4d60fbedaadefe::" providerId="AD" clId="Web-{72DAA595-7125-655D-82B8-AE67CB2337D6}" dt="2022-03-22T03:44:57.828" v="320"/>
          <ac:spMkLst>
            <pc:docMk/>
            <pc:sldMk cId="2300381119" sldId="268"/>
            <ac:spMk id="180" creationId="{740ACE0D-43D0-4FD3-87F1-14EB079233C0}"/>
          </ac:spMkLst>
        </pc:spChg>
        <pc:spChg chg="add del">
          <ac:chgData name="Guest User" userId="S::urn:spo:anon#bcf4ae2b5d1b6938af98b262ca09693389db5617b762dc160d4d60fbedaadefe::" providerId="AD" clId="Web-{72DAA595-7125-655D-82B8-AE67CB2337D6}" dt="2022-03-22T03:50:42.946" v="401"/>
          <ac:spMkLst>
            <pc:docMk/>
            <pc:sldMk cId="2300381119" sldId="268"/>
            <ac:spMk id="228" creationId="{534D5894-1B53-40EC-8440-071F095C325C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51:53.917" v="421" actId="20577"/>
          <ac:spMkLst>
            <pc:docMk/>
            <pc:sldMk cId="2300381119" sldId="268"/>
            <ac:spMk id="229" creationId="{DA2FD34E-0F3B-4725-B03B-500219792A11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52:50.746" v="440" actId="20577"/>
          <ac:spMkLst>
            <pc:docMk/>
            <pc:sldMk cId="2300381119" sldId="268"/>
            <ac:spMk id="230" creationId="{C6C47119-88BA-498F-BB43-C5A33FB0C9CD}"/>
          </ac:spMkLst>
        </pc:spChg>
        <pc:spChg chg="add mod">
          <ac:chgData name="Guest User" userId="S::urn:spo:anon#bcf4ae2b5d1b6938af98b262ca09693389db5617b762dc160d4d60fbedaadefe::" providerId="AD" clId="Web-{72DAA595-7125-655D-82B8-AE67CB2337D6}" dt="2022-03-22T03:53:47.107" v="445" actId="1076"/>
          <ac:spMkLst>
            <pc:docMk/>
            <pc:sldMk cId="2300381119" sldId="268"/>
            <ac:spMk id="231" creationId="{60EA7846-34E2-4F52-9393-B07EABAE3E93}"/>
          </ac:spMkLst>
        </pc:spChg>
        <pc:picChg chg="mod">
          <ac:chgData name="Guest User" userId="S::urn:spo:anon#bcf4ae2b5d1b6938af98b262ca09693389db5617b762dc160d4d60fbedaadefe::" providerId="AD" clId="Web-{72DAA595-7125-655D-82B8-AE67CB2337D6}" dt="2022-03-22T04:02:07.651" v="543" actId="1076"/>
          <ac:picMkLst>
            <pc:docMk/>
            <pc:sldMk cId="2300381119" sldId="268"/>
            <ac:picMk id="3" creationId="{40F76211-F1A8-4650-8789-10C5CDE88215}"/>
          </ac:picMkLst>
        </pc:picChg>
        <pc:picChg chg="mod">
          <ac:chgData name="Guest User" userId="S::urn:spo:anon#bcf4ae2b5d1b6938af98b262ca09693389db5617b762dc160d4d60fbedaadefe::" providerId="AD" clId="Web-{72DAA595-7125-655D-82B8-AE67CB2337D6}" dt="2022-03-22T03:24:21.703" v="172" actId="1076"/>
          <ac:picMkLst>
            <pc:docMk/>
            <pc:sldMk cId="2300381119" sldId="268"/>
            <ac:picMk id="10" creationId="{7EBAA36C-A920-44E5-9A7C-140DE7D0C276}"/>
          </ac:picMkLst>
        </pc:picChg>
        <pc:inkChg chg="add del">
          <ac:chgData name="Guest User" userId="S::urn:spo:anon#bcf4ae2b5d1b6938af98b262ca09693389db5617b762dc160d4d60fbedaadefe::" providerId="AD" clId="Web-{72DAA595-7125-655D-82B8-AE67CB2337D6}" dt="2022-03-22T03:10:47.166" v="1"/>
          <ac:inkMkLst>
            <pc:docMk/>
            <pc:sldMk cId="2300381119" sldId="268"/>
            <ac:inkMk id="11" creationId="{24102093-4F45-4D81-B5EA-CFCA2E9A665D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6:04.971" v="206"/>
          <ac:inkMkLst>
            <pc:docMk/>
            <pc:sldMk cId="2300381119" sldId="268"/>
            <ac:inkMk id="13" creationId="{9F55C9F9-3E4D-40D6-A095-3E22F71CCAB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6:19.628" v="208" actId="1076"/>
          <ac:inkMkLst>
            <pc:docMk/>
            <pc:sldMk cId="2300381119" sldId="268"/>
            <ac:inkMk id="27" creationId="{2034DBE4-83CB-4BBE-88B9-38F5F91B7F3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1:36.589" v="5"/>
          <ac:inkMkLst>
            <pc:docMk/>
            <pc:sldMk cId="2300381119" sldId="268"/>
            <ac:inkMk id="28" creationId="{46A54CC3-FD75-4B3C-826B-58ECD9B3153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1:45.012" v="7"/>
          <ac:inkMkLst>
            <pc:docMk/>
            <pc:sldMk cId="2300381119" sldId="268"/>
            <ac:inkMk id="33" creationId="{52676946-237E-4D8D-816B-7BBF31C7A58E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2:01.496" v="9"/>
          <ac:inkMkLst>
            <pc:docMk/>
            <pc:sldMk cId="2300381119" sldId="268"/>
            <ac:inkMk id="34" creationId="{792598C0-3FFF-4E26-828A-F8EA8280654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22" v="111" actId="1076"/>
          <ac:inkMkLst>
            <pc:docMk/>
            <pc:sldMk cId="2300381119" sldId="268"/>
            <ac:inkMk id="35" creationId="{5BFADBCE-8894-4B2C-A563-5D3F05188A2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37" v="112" actId="1076"/>
          <ac:inkMkLst>
            <pc:docMk/>
            <pc:sldMk cId="2300381119" sldId="268"/>
            <ac:inkMk id="36" creationId="{B4080D2B-99B8-46FA-8261-CF465C89F86E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2:28.778" v="15"/>
          <ac:inkMkLst>
            <pc:docMk/>
            <pc:sldMk cId="2300381119" sldId="268"/>
            <ac:inkMk id="37" creationId="{D3C4F2AE-65E4-4DC6-B9B3-7FD5521287E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2:28.778" v="14"/>
          <ac:inkMkLst>
            <pc:docMk/>
            <pc:sldMk cId="2300381119" sldId="268"/>
            <ac:inkMk id="38" creationId="{E4C22A5C-FA5D-47BC-A291-1502D6EF8AD9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37" v="113" actId="1076"/>
          <ac:inkMkLst>
            <pc:docMk/>
            <pc:sldMk cId="2300381119" sldId="268"/>
            <ac:inkMk id="39" creationId="{6D67A54B-5F62-44F6-8BD6-B0F46A8D6250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53" v="114" actId="1076"/>
          <ac:inkMkLst>
            <pc:docMk/>
            <pc:sldMk cId="2300381119" sldId="268"/>
            <ac:inkMk id="40" creationId="{EA8AF2E8-9BB2-41C9-9195-9BFF22A2F77D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9.978" v="147" actId="1076"/>
          <ac:inkMkLst>
            <pc:docMk/>
            <pc:sldMk cId="2300381119" sldId="268"/>
            <ac:inkMk id="41" creationId="{50B230E3-0F5C-4F9C-9941-29E6D463A45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53" v="115" actId="1076"/>
          <ac:inkMkLst>
            <pc:docMk/>
            <pc:sldMk cId="2300381119" sldId="268"/>
            <ac:inkMk id="42" creationId="{D800BAD8-9231-4C44-9503-1955B0F55C4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68" v="116" actId="1076"/>
          <ac:inkMkLst>
            <pc:docMk/>
            <pc:sldMk cId="2300381119" sldId="268"/>
            <ac:inkMk id="43" creationId="{2B035026-E280-4532-92BC-9FE05E7F0B8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35.697" v="148" actId="1076"/>
          <ac:inkMkLst>
            <pc:docMk/>
            <pc:sldMk cId="2300381119" sldId="268"/>
            <ac:inkMk id="44" creationId="{92250D0C-FED9-4E89-9914-9080A6455E3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68" v="117" actId="1076"/>
          <ac:inkMkLst>
            <pc:docMk/>
            <pc:sldMk cId="2300381119" sldId="268"/>
            <ac:inkMk id="45" creationId="{AA5D1420-6A24-4B24-9E23-4804616337B1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84" v="118" actId="1076"/>
          <ac:inkMkLst>
            <pc:docMk/>
            <pc:sldMk cId="2300381119" sldId="268"/>
            <ac:inkMk id="46" creationId="{AD9C865B-EFE7-443E-BE0D-17F8F21EC2C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84" v="119" actId="1076"/>
          <ac:inkMkLst>
            <pc:docMk/>
            <pc:sldMk cId="2300381119" sldId="268"/>
            <ac:inkMk id="47" creationId="{BED34D5E-68D4-4320-B772-79D2D360156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884" v="120" actId="1076"/>
          <ac:inkMkLst>
            <pc:docMk/>
            <pc:sldMk cId="2300381119" sldId="268"/>
            <ac:inkMk id="48" creationId="{70AAA2AC-2589-4F14-BAD8-43BDF213863D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00" v="121" actId="1076"/>
          <ac:inkMkLst>
            <pc:docMk/>
            <pc:sldMk cId="2300381119" sldId="268"/>
            <ac:inkMk id="49" creationId="{476F00EF-5503-4838-A253-8A899E543C85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00" v="122" actId="1076"/>
          <ac:inkMkLst>
            <pc:docMk/>
            <pc:sldMk cId="2300381119" sldId="268"/>
            <ac:inkMk id="50" creationId="{82D5F284-04FF-4076-AFFF-786ED67AC84C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3:29.702" v="29"/>
          <ac:inkMkLst>
            <pc:docMk/>
            <pc:sldMk cId="2300381119" sldId="268"/>
            <ac:inkMk id="51" creationId="{8229EAE7-88EF-4ED6-B380-0BCFE6380EE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41.306" v="149" actId="1076"/>
          <ac:inkMkLst>
            <pc:docMk/>
            <pc:sldMk cId="2300381119" sldId="268"/>
            <ac:inkMk id="52" creationId="{DBB8D093-6207-47C4-ADCB-623BE46A8096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15" v="123" actId="1076"/>
          <ac:inkMkLst>
            <pc:docMk/>
            <pc:sldMk cId="2300381119" sldId="268"/>
            <ac:inkMk id="53" creationId="{247E96A6-E503-42CE-A669-6023163E8B9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15" v="124" actId="1076"/>
          <ac:inkMkLst>
            <pc:docMk/>
            <pc:sldMk cId="2300381119" sldId="268"/>
            <ac:inkMk id="54" creationId="{7EF99CDC-9D51-47F2-AA5C-064A3D0B73E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31" v="125" actId="1076"/>
          <ac:inkMkLst>
            <pc:docMk/>
            <pc:sldMk cId="2300381119" sldId="268"/>
            <ac:inkMk id="55" creationId="{3A88FD20-C353-4624-9763-FCC9673B5C4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47.447" v="150" actId="1076"/>
          <ac:inkMkLst>
            <pc:docMk/>
            <pc:sldMk cId="2300381119" sldId="268"/>
            <ac:inkMk id="56" creationId="{27C92EB9-CDB2-4362-91E2-2CAF199DC103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31" v="126" actId="1076"/>
          <ac:inkMkLst>
            <pc:docMk/>
            <pc:sldMk cId="2300381119" sldId="268"/>
            <ac:inkMk id="57" creationId="{87CFCDF1-3FDC-449A-836D-122F033091F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47" v="127" actId="1076"/>
          <ac:inkMkLst>
            <pc:docMk/>
            <pc:sldMk cId="2300381119" sldId="268"/>
            <ac:inkMk id="58" creationId="{24C8CD17-C67C-4332-A81B-450E8E0CCF92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47" v="128" actId="1076"/>
          <ac:inkMkLst>
            <pc:docMk/>
            <pc:sldMk cId="2300381119" sldId="268"/>
            <ac:inkMk id="59" creationId="{07FE5252-EDB6-42BA-A88B-5A49D4D0A29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47" v="129" actId="1076"/>
          <ac:inkMkLst>
            <pc:docMk/>
            <pc:sldMk cId="2300381119" sldId="268"/>
            <ac:inkMk id="60" creationId="{0E920C25-8ADC-48EA-877B-5EE49F3ED370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62" v="130" actId="1076"/>
          <ac:inkMkLst>
            <pc:docMk/>
            <pc:sldMk cId="2300381119" sldId="268"/>
            <ac:inkMk id="61" creationId="{19225C41-D586-4418-AA39-8EB210BBCCB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62" v="131" actId="1076"/>
          <ac:inkMkLst>
            <pc:docMk/>
            <pc:sldMk cId="2300381119" sldId="268"/>
            <ac:inkMk id="62" creationId="{EC7A6292-6A10-4CDF-BB7D-CBD495A9E6A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4:37.047" v="42"/>
          <ac:inkMkLst>
            <pc:docMk/>
            <pc:sldMk cId="2300381119" sldId="268"/>
            <ac:inkMk id="63" creationId="{A1194B58-9BED-47C6-BB6C-52D14F1ADBA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30:46.306" v="241" actId="1076"/>
          <ac:inkMkLst>
            <pc:docMk/>
            <pc:sldMk cId="2300381119" sldId="268"/>
            <ac:inkMk id="64" creationId="{43AD2CBF-8ED9-46B3-8333-EFC21E43BCE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78" v="133" actId="1076"/>
          <ac:inkMkLst>
            <pc:docMk/>
            <pc:sldMk cId="2300381119" sldId="268"/>
            <ac:inkMk id="65" creationId="{C6091466-555D-4189-A84A-C0350AD9C57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93" v="134" actId="1076"/>
          <ac:inkMkLst>
            <pc:docMk/>
            <pc:sldMk cId="2300381119" sldId="268"/>
            <ac:inkMk id="66" creationId="{19206D2A-9436-457F-B951-6F7C395EE6E2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0.993" v="135" actId="1076"/>
          <ac:inkMkLst>
            <pc:docMk/>
            <pc:sldMk cId="2300381119" sldId="268"/>
            <ac:inkMk id="67" creationId="{8D3EAA32-777C-4172-B420-604DEE82287E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09" v="136" actId="1076"/>
          <ac:inkMkLst>
            <pc:docMk/>
            <pc:sldMk cId="2300381119" sldId="268"/>
            <ac:inkMk id="68" creationId="{6AC9CAE1-F4F0-4241-B369-E0625308AF15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09" v="137" actId="1076"/>
          <ac:inkMkLst>
            <pc:docMk/>
            <pc:sldMk cId="2300381119" sldId="268"/>
            <ac:inkMk id="69" creationId="{06C49A90-C1F3-4691-BEDB-C82EF049FA3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09" v="138" actId="1076"/>
          <ac:inkMkLst>
            <pc:docMk/>
            <pc:sldMk cId="2300381119" sldId="268"/>
            <ac:inkMk id="70" creationId="{FB7FFC50-0B09-4E84-ACE3-A5FE2208466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25" v="139" actId="1076"/>
          <ac:inkMkLst>
            <pc:docMk/>
            <pc:sldMk cId="2300381119" sldId="268"/>
            <ac:inkMk id="71" creationId="{F78F4E73-8187-4625-9B22-91C719AEDA21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25" v="140" actId="1076"/>
          <ac:inkMkLst>
            <pc:docMk/>
            <pc:sldMk cId="2300381119" sldId="268"/>
            <ac:inkMk id="72" creationId="{85D4DA7B-CF00-4468-AEFF-69C99FB266CD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20:21.040" v="141" actId="1076"/>
          <ac:inkMkLst>
            <pc:docMk/>
            <pc:sldMk cId="2300381119" sldId="268"/>
            <ac:inkMk id="73" creationId="{D864B847-F972-422B-8C89-03908E3FE28A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4:27.172" v="175"/>
          <ac:inkMkLst>
            <pc:docMk/>
            <pc:sldMk cId="2300381119" sldId="268"/>
            <ac:inkMk id="74" creationId="{531615E0-6C5B-46DE-9FBF-69D14D0475EF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4:32.531" v="177"/>
          <ac:inkMkLst>
            <pc:docMk/>
            <pc:sldMk cId="2300381119" sldId="268"/>
            <ac:inkMk id="75" creationId="{25195AD6-9C39-45E9-BE39-B1EACB18A7EA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4:31.078" v="176"/>
          <ac:inkMkLst>
            <pc:docMk/>
            <pc:sldMk cId="2300381119" sldId="268"/>
            <ac:inkMk id="76" creationId="{8BD63A61-4A37-402F-A4F2-1F0A1022131E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4:25.812" v="174"/>
          <ac:inkMkLst>
            <pc:docMk/>
            <pc:sldMk cId="2300381119" sldId="268"/>
            <ac:inkMk id="77" creationId="{D7EC2252-A984-4BF5-909A-52B9BC95D699}"/>
          </ac:inkMkLst>
        </pc:inkChg>
        <pc:inkChg chg="add del mod">
          <ac:chgData name="Guest User" userId="S::urn:spo:anon#bcf4ae2b5d1b6938af98b262ca09693389db5617b762dc160d4d60fbedaadefe::" providerId="AD" clId="Web-{72DAA595-7125-655D-82B8-AE67CB2337D6}" dt="2022-03-22T03:24:24.203" v="173"/>
          <ac:inkMkLst>
            <pc:docMk/>
            <pc:sldMk cId="2300381119" sldId="268"/>
            <ac:inkMk id="78" creationId="{54895191-DFBE-40F8-80CC-F456590DB233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5:40.377" v="59"/>
          <ac:inkMkLst>
            <pc:docMk/>
            <pc:sldMk cId="2300381119" sldId="268"/>
            <ac:inkMk id="79" creationId="{7C1B9E2B-3F2B-46B0-AE1D-BD0175F8AD76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15:48.065" v="61"/>
          <ac:inkMkLst>
            <pc:docMk/>
            <pc:sldMk cId="2300381119" sldId="268"/>
            <ac:inkMk id="80" creationId="{4EC22881-4377-4E4B-B0EE-5C365B251B3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3:32.451" v="166"/>
          <ac:inkMkLst>
            <pc:docMk/>
            <pc:sldMk cId="2300381119" sldId="268"/>
            <ac:inkMk id="81" creationId="{11C23C7D-40FA-47DC-B7E2-C54ACDE26680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3:32.451" v="165"/>
          <ac:inkMkLst>
            <pc:docMk/>
            <pc:sldMk cId="2300381119" sldId="268"/>
            <ac:inkMk id="82" creationId="{39C32955-60DC-4EFA-9B3E-7B303533E53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3:32.451" v="164"/>
          <ac:inkMkLst>
            <pc:docMk/>
            <pc:sldMk cId="2300381119" sldId="268"/>
            <ac:inkMk id="83" creationId="{AE8E492D-5490-4349-97B4-76B8E1C2BECF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3:42.686" v="167"/>
          <ac:inkMkLst>
            <pc:docMk/>
            <pc:sldMk cId="2300381119" sldId="268"/>
            <ac:inkMk id="84" creationId="{A89339D3-6B6D-4C75-902B-C2A3725321A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4:10.687" v="171"/>
          <ac:inkMkLst>
            <pc:docMk/>
            <pc:sldMk cId="2300381119" sldId="268"/>
            <ac:inkMk id="85" creationId="{1576CFE8-1A3B-4971-9095-D5AC0F79CF46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4:06.015" v="170"/>
          <ac:inkMkLst>
            <pc:docMk/>
            <pc:sldMk cId="2300381119" sldId="268"/>
            <ac:inkMk id="86" creationId="{24279C44-56A3-4879-A449-8C4F3677735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42.906" v="178"/>
          <ac:inkMkLst>
            <pc:docMk/>
            <pc:sldMk cId="2300381119" sldId="268"/>
            <ac:inkMk id="87" creationId="{55618FF0-E058-4571-B9BC-F6C4CBE6631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45.063" v="179"/>
          <ac:inkMkLst>
            <pc:docMk/>
            <pc:sldMk cId="2300381119" sldId="268"/>
            <ac:inkMk id="88" creationId="{26FBBD79-E0D7-404F-ADAC-DC7E6EF57DF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2.282" v="180"/>
          <ac:inkMkLst>
            <pc:docMk/>
            <pc:sldMk cId="2300381119" sldId="268"/>
            <ac:inkMk id="89" creationId="{3F16A593-4054-44B6-9CB9-262579D9DFF6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3.375" v="181"/>
          <ac:inkMkLst>
            <pc:docMk/>
            <pc:sldMk cId="2300381119" sldId="268"/>
            <ac:inkMk id="90" creationId="{820692EA-7A01-41C3-A91A-CE475B9738E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3.375" v="182"/>
          <ac:inkMkLst>
            <pc:docMk/>
            <pc:sldMk cId="2300381119" sldId="268"/>
            <ac:inkMk id="91" creationId="{E58EB89D-D983-4D8B-8FF2-DD671C22A5E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3.375" v="183"/>
          <ac:inkMkLst>
            <pc:docMk/>
            <pc:sldMk cId="2300381119" sldId="268"/>
            <ac:inkMk id="92" creationId="{F6AA6EA3-6A63-4BB0-8981-A8A6110FBDC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6.188" v="184"/>
          <ac:inkMkLst>
            <pc:docMk/>
            <pc:sldMk cId="2300381119" sldId="268"/>
            <ac:inkMk id="93" creationId="{A1157474-47F9-4FAD-853F-3CF5147A204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4:58.719" v="185"/>
          <ac:inkMkLst>
            <pc:docMk/>
            <pc:sldMk cId="2300381119" sldId="268"/>
            <ac:inkMk id="94" creationId="{F542512A-7476-4AFC-A48A-5C2C2EB0B95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5:03.344" v="187"/>
          <ac:inkMkLst>
            <pc:docMk/>
            <pc:sldMk cId="2300381119" sldId="268"/>
            <ac:inkMk id="95" creationId="{D1F4AA0C-16AB-4234-ADAD-A19F8C8F084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5:10.563" v="189"/>
          <ac:inkMkLst>
            <pc:docMk/>
            <pc:sldMk cId="2300381119" sldId="268"/>
            <ac:inkMk id="96" creationId="{BC150015-1D18-4D7D-AC01-C7C47DDE0C9A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5:15.970" v="191"/>
          <ac:inkMkLst>
            <pc:docMk/>
            <pc:sldMk cId="2300381119" sldId="268"/>
            <ac:inkMk id="97" creationId="{C5AEEB37-FA3E-4A9A-B0DE-0EA04224799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0.251" v="192"/>
          <ac:inkMkLst>
            <pc:docMk/>
            <pc:sldMk cId="2300381119" sldId="268"/>
            <ac:inkMk id="98" creationId="{09BCEDAF-C9AA-4F56-BFB0-508F79860B6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67" v="193"/>
          <ac:inkMkLst>
            <pc:docMk/>
            <pc:sldMk cId="2300381119" sldId="268"/>
            <ac:inkMk id="99" creationId="{33C33E4B-AEF2-47C4-A9C3-6F1C4A4BFF8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67" v="194"/>
          <ac:inkMkLst>
            <pc:docMk/>
            <pc:sldMk cId="2300381119" sldId="268"/>
            <ac:inkMk id="100" creationId="{F3881D7D-31A8-4DB2-83DA-067E28A9008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67" v="195"/>
          <ac:inkMkLst>
            <pc:docMk/>
            <pc:sldMk cId="2300381119" sldId="268"/>
            <ac:inkMk id="101" creationId="{514C5BCC-7151-4C02-9A9C-2BFD084A37F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82" v="196"/>
          <ac:inkMkLst>
            <pc:docMk/>
            <pc:sldMk cId="2300381119" sldId="268"/>
            <ac:inkMk id="102" creationId="{FE2E13F8-6145-426C-88A3-145390444CC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82" v="197"/>
          <ac:inkMkLst>
            <pc:docMk/>
            <pc:sldMk cId="2300381119" sldId="268"/>
            <ac:inkMk id="103" creationId="{2006A279-610C-4A8B-B169-A06512788B95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98" v="198"/>
          <ac:inkMkLst>
            <pc:docMk/>
            <pc:sldMk cId="2300381119" sldId="268"/>
            <ac:inkMk id="104" creationId="{323D0A5D-72F5-4F05-A1A5-FFB345314B32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25.298" v="199"/>
          <ac:inkMkLst>
            <pc:docMk/>
            <pc:sldMk cId="2300381119" sldId="268"/>
            <ac:inkMk id="105" creationId="{36771071-BB3F-4B79-916A-6B9DFD03D8B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33.158" v="200"/>
          <ac:inkMkLst>
            <pc:docMk/>
            <pc:sldMk cId="2300381119" sldId="268"/>
            <ac:inkMk id="106" creationId="{253000E0-E81D-4ED8-B9A5-96E19076838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33.158" v="201"/>
          <ac:inkMkLst>
            <pc:docMk/>
            <pc:sldMk cId="2300381119" sldId="268"/>
            <ac:inkMk id="107" creationId="{0E17AABB-04DA-4757-9D22-AEB40278334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33.158" v="202"/>
          <ac:inkMkLst>
            <pc:docMk/>
            <pc:sldMk cId="2300381119" sldId="268"/>
            <ac:inkMk id="108" creationId="{FE0ACAFD-08BE-4B08-B92F-EA4E08072D1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45.955" v="203"/>
          <ac:inkMkLst>
            <pc:docMk/>
            <pc:sldMk cId="2300381119" sldId="268"/>
            <ac:inkMk id="109" creationId="{A567EF2A-0279-4F9F-AD9C-6893CACFD81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45.955" v="204"/>
          <ac:inkMkLst>
            <pc:docMk/>
            <pc:sldMk cId="2300381119" sldId="268"/>
            <ac:inkMk id="110" creationId="{F216DFC0-BA1B-4CAE-854C-960EB20C05C5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5:45.971" v="205"/>
          <ac:inkMkLst>
            <pc:docMk/>
            <pc:sldMk cId="2300381119" sldId="268"/>
            <ac:inkMk id="111" creationId="{1ADC865C-3175-49A5-8C22-91D4CB57B55B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6:41.284" v="210"/>
          <ac:inkMkLst>
            <pc:docMk/>
            <pc:sldMk cId="2300381119" sldId="268"/>
            <ac:inkMk id="113" creationId="{239C6CE5-87D7-4382-911C-A7380BA4885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6:56.879" v="212"/>
          <ac:inkMkLst>
            <pc:docMk/>
            <pc:sldMk cId="2300381119" sldId="268"/>
            <ac:inkMk id="114" creationId="{EE4BA255-1422-4E74-85A2-5893639E6E1B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7:05.488" v="214"/>
          <ac:inkMkLst>
            <pc:docMk/>
            <pc:sldMk cId="2300381119" sldId="268"/>
            <ac:inkMk id="115" creationId="{37CCE83E-2981-489D-ACAD-13A505428768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7:22.004" v="216"/>
          <ac:inkMkLst>
            <pc:docMk/>
            <pc:sldMk cId="2300381119" sldId="268"/>
            <ac:inkMk id="116" creationId="{6FA0921F-A05A-4819-AE83-3FB02524427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27:38.864" v="217"/>
          <ac:inkMkLst>
            <pc:docMk/>
            <pc:sldMk cId="2300381119" sldId="268"/>
            <ac:inkMk id="117" creationId="{48017E29-EB0D-4290-8F1E-1EC035446A8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9:12.554" v="224"/>
          <ac:inkMkLst>
            <pc:docMk/>
            <pc:sldMk cId="2300381119" sldId="268"/>
            <ac:inkMk id="119" creationId="{F4AC7A0D-111B-4980-84DC-00FB10EF734C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9:09.913" v="223"/>
          <ac:inkMkLst>
            <pc:docMk/>
            <pc:sldMk cId="2300381119" sldId="268"/>
            <ac:inkMk id="120" creationId="{61D1FC34-CE56-44F2-AAF8-E0EB55007A0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29:09.007" v="222"/>
          <ac:inkMkLst>
            <pc:docMk/>
            <pc:sldMk cId="2300381119" sldId="268"/>
            <ac:inkMk id="121" creationId="{6AAC335F-4B45-4F51-B66A-14826DA8EDE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05.213" v="242"/>
          <ac:inkMkLst>
            <pc:docMk/>
            <pc:sldMk cId="2300381119" sldId="268"/>
            <ac:inkMk id="123" creationId="{D648AB17-F731-4BD9-9C1C-15687CDE8DC2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09.166" v="243"/>
          <ac:inkMkLst>
            <pc:docMk/>
            <pc:sldMk cId="2300381119" sldId="268"/>
            <ac:inkMk id="124" creationId="{BA665A4B-D88F-4877-BCBA-EE222BA6802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09.166" v="244"/>
          <ac:inkMkLst>
            <pc:docMk/>
            <pc:sldMk cId="2300381119" sldId="268"/>
            <ac:inkMk id="125" creationId="{537881BD-6435-47DB-8F16-7B3B1C95354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13.026" v="245"/>
          <ac:inkMkLst>
            <pc:docMk/>
            <pc:sldMk cId="2300381119" sldId="268"/>
            <ac:inkMk id="126" creationId="{46215F0A-A0EE-4A07-B51B-DE2C40BF65D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33.917" v="246"/>
          <ac:inkMkLst>
            <pc:docMk/>
            <pc:sldMk cId="2300381119" sldId="268"/>
            <ac:inkMk id="127" creationId="{90C1AEE0-8041-412C-A7D9-3839E7AC725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1:43.620" v="248"/>
          <ac:inkMkLst>
            <pc:docMk/>
            <pc:sldMk cId="2300381119" sldId="268"/>
            <ac:inkMk id="128" creationId="{29ED2B75-8A3C-42AA-8842-5260D9A50522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1:52.933" v="249"/>
          <ac:inkMkLst>
            <pc:docMk/>
            <pc:sldMk cId="2300381119" sldId="268"/>
            <ac:inkMk id="129" creationId="{FE79B900-47A5-444F-BB8D-C232727B77A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2:08.933" v="250"/>
          <ac:inkMkLst>
            <pc:docMk/>
            <pc:sldMk cId="2300381119" sldId="268"/>
            <ac:inkMk id="130" creationId="{5E8DE8B4-01FD-48E4-AE85-BF2827BDDA5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2:19.293" v="252"/>
          <ac:inkMkLst>
            <pc:docMk/>
            <pc:sldMk cId="2300381119" sldId="268"/>
            <ac:inkMk id="131" creationId="{8798790D-C74D-4D2F-BEFD-D5FCE928D09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2:26.215" v="253"/>
          <ac:inkMkLst>
            <pc:docMk/>
            <pc:sldMk cId="2300381119" sldId="268"/>
            <ac:inkMk id="132" creationId="{DC56D548-305D-4AC2-84BE-2D709DC513DF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2:35.419" v="254"/>
          <ac:inkMkLst>
            <pc:docMk/>
            <pc:sldMk cId="2300381119" sldId="268"/>
            <ac:inkMk id="133" creationId="{222136A0-D3D0-487B-86F7-9B6FB97C688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2:42.372" v="255"/>
          <ac:inkMkLst>
            <pc:docMk/>
            <pc:sldMk cId="2300381119" sldId="268"/>
            <ac:inkMk id="134" creationId="{01DCB552-345F-455A-A46F-ADCA2C30118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2:42.372" v="256"/>
          <ac:inkMkLst>
            <pc:docMk/>
            <pc:sldMk cId="2300381119" sldId="268"/>
            <ac:inkMk id="135" creationId="{6B101088-1B87-42FF-935D-C042ADB96B5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01.294" v="257"/>
          <ac:inkMkLst>
            <pc:docMk/>
            <pc:sldMk cId="2300381119" sldId="268"/>
            <ac:inkMk id="136" creationId="{5874DA9F-120B-4EE7-BC9E-DB95B1F9AB7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11.326" v="258"/>
          <ac:inkMkLst>
            <pc:docMk/>
            <pc:sldMk cId="2300381119" sldId="268"/>
            <ac:inkMk id="137" creationId="{29612DDE-C7B7-46B7-A903-6634D2E542D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21.513" v="259"/>
          <ac:inkMkLst>
            <pc:docMk/>
            <pc:sldMk cId="2300381119" sldId="268"/>
            <ac:inkMk id="138" creationId="{8E3C16BD-8102-47D5-9B0B-B1553AE8A23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21.513" v="260"/>
          <ac:inkMkLst>
            <pc:docMk/>
            <pc:sldMk cId="2300381119" sldId="268"/>
            <ac:inkMk id="139" creationId="{3B6BD335-8201-4D0F-888C-B06B4528A99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30.951" v="261"/>
          <ac:inkMkLst>
            <pc:docMk/>
            <pc:sldMk cId="2300381119" sldId="268"/>
            <ac:inkMk id="140" creationId="{FD9A6BAC-BAD3-4432-A329-710B391CB170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30.967" v="262"/>
          <ac:inkMkLst>
            <pc:docMk/>
            <pc:sldMk cId="2300381119" sldId="268"/>
            <ac:inkMk id="141" creationId="{BF3EF435-E2D9-4F40-A4BC-B71C5D157DA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36.545" v="263"/>
          <ac:inkMkLst>
            <pc:docMk/>
            <pc:sldMk cId="2300381119" sldId="268"/>
            <ac:inkMk id="142" creationId="{7CB37D2F-D930-4D8B-9459-A12674D2E3B2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36.561" v="264"/>
          <ac:inkMkLst>
            <pc:docMk/>
            <pc:sldMk cId="2300381119" sldId="268"/>
            <ac:inkMk id="143" creationId="{E92A324D-4844-409B-9094-9D927459E42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39.389" v="265"/>
          <ac:inkMkLst>
            <pc:docMk/>
            <pc:sldMk cId="2300381119" sldId="268"/>
            <ac:inkMk id="144" creationId="{27E83A31-5C2D-4CC8-9975-DF6F5C21EBD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52.108" v="266"/>
          <ac:inkMkLst>
            <pc:docMk/>
            <pc:sldMk cId="2300381119" sldId="268"/>
            <ac:inkMk id="145" creationId="{353BE63A-2E86-4572-94C2-F8E086B5366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57.467" v="267"/>
          <ac:inkMkLst>
            <pc:docMk/>
            <pc:sldMk cId="2300381119" sldId="268"/>
            <ac:inkMk id="146" creationId="{47D72FE6-8A60-4F71-AD32-41ABA55F422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3:59.671" v="268"/>
          <ac:inkMkLst>
            <pc:docMk/>
            <pc:sldMk cId="2300381119" sldId="268"/>
            <ac:inkMk id="147" creationId="{D2F86F29-45FE-4689-B1B8-5F7C6DA5C87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35:32.454" v="273" actId="1076"/>
          <ac:inkMkLst>
            <pc:docMk/>
            <pc:sldMk cId="2300381119" sldId="268"/>
            <ac:inkMk id="148" creationId="{DFDC2211-5F08-4E57-8819-51956BA9DE8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5:17.282" v="272"/>
          <ac:inkMkLst>
            <pc:docMk/>
            <pc:sldMk cId="2300381119" sldId="268"/>
            <ac:inkMk id="149" creationId="{7377BCB6-5C5E-4DA8-A1C2-290A45F16EF1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35:45.767" v="275" actId="1076"/>
          <ac:inkMkLst>
            <pc:docMk/>
            <pc:sldMk cId="2300381119" sldId="268"/>
            <ac:inkMk id="150" creationId="{ACF53B1C-75E0-4AD4-93D6-679203569A2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05.939" v="276"/>
          <ac:inkMkLst>
            <pc:docMk/>
            <pc:sldMk cId="2300381119" sldId="268"/>
            <ac:inkMk id="151" creationId="{ACC9D073-3DBA-4D3A-9A52-187722D145C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10.205" v="277"/>
          <ac:inkMkLst>
            <pc:docMk/>
            <pc:sldMk cId="2300381119" sldId="268"/>
            <ac:inkMk id="152" creationId="{171E5DB3-9DEE-43FC-A101-3A167957EEF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10.205" v="278"/>
          <ac:inkMkLst>
            <pc:docMk/>
            <pc:sldMk cId="2300381119" sldId="268"/>
            <ac:inkMk id="153" creationId="{489AB5DA-8133-4EF7-ABD8-ACDAE62F87D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15.612" v="279"/>
          <ac:inkMkLst>
            <pc:docMk/>
            <pc:sldMk cId="2300381119" sldId="268"/>
            <ac:inkMk id="154" creationId="{E498E35A-56F5-4FB7-AA0E-CFBF84CA188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15.627" v="280"/>
          <ac:inkMkLst>
            <pc:docMk/>
            <pc:sldMk cId="2300381119" sldId="268"/>
            <ac:inkMk id="155" creationId="{E5F81DC7-24EA-4499-8926-C661D64F0AB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22.518" v="281"/>
          <ac:inkMkLst>
            <pc:docMk/>
            <pc:sldMk cId="2300381119" sldId="268"/>
            <ac:inkMk id="156" creationId="{B0323827-EFCD-4E76-A336-233AF668A6A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32.878" v="282"/>
          <ac:inkMkLst>
            <pc:docMk/>
            <pc:sldMk cId="2300381119" sldId="268"/>
            <ac:inkMk id="157" creationId="{AD6F41CB-3894-4045-A01B-8C0DFB2CE3D5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40.440" v="283"/>
          <ac:inkMkLst>
            <pc:docMk/>
            <pc:sldMk cId="2300381119" sldId="268"/>
            <ac:inkMk id="158" creationId="{9DB7D81A-B504-45E6-B215-ED03A5E43F7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6:40.456" v="284"/>
          <ac:inkMkLst>
            <pc:docMk/>
            <pc:sldMk cId="2300381119" sldId="268"/>
            <ac:inkMk id="159" creationId="{4437E8E4-34DB-41BF-8BC9-6A9232E74AD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7:01.332" v="285"/>
          <ac:inkMkLst>
            <pc:docMk/>
            <pc:sldMk cId="2300381119" sldId="268"/>
            <ac:inkMk id="160" creationId="{64660A4D-DC49-4A2E-95F8-5E2226B660F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7:05.207" v="289"/>
          <ac:inkMkLst>
            <pc:docMk/>
            <pc:sldMk cId="2300381119" sldId="268"/>
            <ac:inkMk id="161" creationId="{AD41F38A-3990-4127-B301-58CDE2D18C9A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7:05.207" v="288"/>
          <ac:inkMkLst>
            <pc:docMk/>
            <pc:sldMk cId="2300381119" sldId="268"/>
            <ac:inkMk id="162" creationId="{2D260282-82FB-4AAB-A552-6C443E53CF6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7:13.722" v="291"/>
          <ac:inkMkLst>
            <pc:docMk/>
            <pc:sldMk cId="2300381119" sldId="268"/>
            <ac:inkMk id="163" creationId="{4C58D6CB-29C8-4255-A051-AAB4A37FF1C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7:19.785" v="295"/>
          <ac:inkMkLst>
            <pc:docMk/>
            <pc:sldMk cId="2300381119" sldId="268"/>
            <ac:inkMk id="164" creationId="{F8009ECE-9CAF-41A7-A589-32B80B3640F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7:19.785" v="294"/>
          <ac:inkMkLst>
            <pc:docMk/>
            <pc:sldMk cId="2300381119" sldId="268"/>
            <ac:inkMk id="165" creationId="{8BEE9C5B-0390-4124-AAED-CBD77FFB3D0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1:13.291" v="404" actId="1076"/>
          <ac:inkMkLst>
            <pc:docMk/>
            <pc:sldMk cId="2300381119" sldId="268"/>
            <ac:inkMk id="166" creationId="{3DC15998-9D05-4922-B38A-1ED02714485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8:22.584" v="297"/>
          <ac:inkMkLst>
            <pc:docMk/>
            <pc:sldMk cId="2300381119" sldId="268"/>
            <ac:inkMk id="167" creationId="{92815015-C31E-4428-8ED4-B62E16CC06B0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8:26.052" v="299"/>
          <ac:inkMkLst>
            <pc:docMk/>
            <pc:sldMk cId="2300381119" sldId="268"/>
            <ac:inkMk id="168" creationId="{2BFD0387-78C1-4D84-8A9D-A7A71C52F95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8:32.381" v="300"/>
          <ac:inkMkLst>
            <pc:docMk/>
            <pc:sldMk cId="2300381119" sldId="268"/>
            <ac:inkMk id="169" creationId="{99A54400-707A-446B-A637-221F238B8EB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8:32.396" v="301"/>
          <ac:inkMkLst>
            <pc:docMk/>
            <pc:sldMk cId="2300381119" sldId="268"/>
            <ac:inkMk id="170" creationId="{8B3CF3C9-8B50-4285-98AB-A72C3F27D89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8:57.116" v="302"/>
          <ac:inkMkLst>
            <pc:docMk/>
            <pc:sldMk cId="2300381119" sldId="268"/>
            <ac:inkMk id="171" creationId="{E96423E1-99D2-49A0-99F3-CBA54EF61AF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39:01.131" v="303"/>
          <ac:inkMkLst>
            <pc:docMk/>
            <pc:sldMk cId="2300381119" sldId="268"/>
            <ac:inkMk id="172" creationId="{9A6977AC-B866-4493-8229-E72DD67BF0F3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9:13.710" v="311"/>
          <ac:inkMkLst>
            <pc:docMk/>
            <pc:sldMk cId="2300381119" sldId="268"/>
            <ac:inkMk id="173" creationId="{8EAC8810-7EE8-449C-8C92-D85147A7A54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9:13.710" v="310"/>
          <ac:inkMkLst>
            <pc:docMk/>
            <pc:sldMk cId="2300381119" sldId="268"/>
            <ac:inkMk id="174" creationId="{3E3D66C8-70BD-47E3-B145-6994C77BC3E7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9:10.210" v="309"/>
          <ac:inkMkLst>
            <pc:docMk/>
            <pc:sldMk cId="2300381119" sldId="268"/>
            <ac:inkMk id="175" creationId="{DE0874B9-0BF2-42FB-9A7E-7CC66A518079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39:10.210" v="308"/>
          <ac:inkMkLst>
            <pc:docMk/>
            <pc:sldMk cId="2300381119" sldId="268"/>
            <ac:inkMk id="176" creationId="{6ECBEDDA-99C8-4776-B0AB-C2EEBDBCD9CA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39:23.741" v="313" actId="1076"/>
          <ac:inkMkLst>
            <pc:docMk/>
            <pc:sldMk cId="2300381119" sldId="268"/>
            <ac:inkMk id="177" creationId="{C452C1D1-8746-4AA0-B3CA-208CB9F548C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39:29.195" v="315" actId="1076"/>
          <ac:inkMkLst>
            <pc:docMk/>
            <pc:sldMk cId="2300381119" sldId="268"/>
            <ac:inkMk id="178" creationId="{C6BADE26-F845-4F8E-9D9B-EDA61069022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23.861" v="331"/>
          <ac:inkMkLst>
            <pc:docMk/>
            <pc:sldMk cId="2300381119" sldId="268"/>
            <ac:inkMk id="181" creationId="{51B126CE-7ABB-46CB-B8A1-27FD1A75FAAB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6:40.424" v="337"/>
          <ac:inkMkLst>
            <pc:docMk/>
            <pc:sldMk cId="2300381119" sldId="268"/>
            <ac:inkMk id="182" creationId="{356CB016-4D87-424A-9422-969D0267CB8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6:40.424" v="336"/>
          <ac:inkMkLst>
            <pc:docMk/>
            <pc:sldMk cId="2300381119" sldId="268"/>
            <ac:inkMk id="183" creationId="{AE5A0C96-5C4C-4471-A826-109E4D469828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6:40.424" v="335"/>
          <ac:inkMkLst>
            <pc:docMk/>
            <pc:sldMk cId="2300381119" sldId="268"/>
            <ac:inkMk id="184" creationId="{8D0FCF9F-914D-4CC0-906D-E6A81406257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47.425" v="338"/>
          <ac:inkMkLst>
            <pc:docMk/>
            <pc:sldMk cId="2300381119" sldId="268"/>
            <ac:inkMk id="185" creationId="{9E7F50BE-0460-4FD5-8BFB-3F3CAEA29BA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52.300" v="339"/>
          <ac:inkMkLst>
            <pc:docMk/>
            <pc:sldMk cId="2300381119" sldId="268"/>
            <ac:inkMk id="186" creationId="{38232421-F956-4001-BCAC-A73F119862F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52.315" v="340"/>
          <ac:inkMkLst>
            <pc:docMk/>
            <pc:sldMk cId="2300381119" sldId="268"/>
            <ac:inkMk id="187" creationId="{D29FCC70-678E-4A4F-AE29-FD2D3A84CB3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54.300" v="341"/>
          <ac:inkMkLst>
            <pc:docMk/>
            <pc:sldMk cId="2300381119" sldId="268"/>
            <ac:inkMk id="188" creationId="{3900DAA0-59F5-4F07-834F-21A12841DF4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6:58.300" v="342"/>
          <ac:inkMkLst>
            <pc:docMk/>
            <pc:sldMk cId="2300381119" sldId="268"/>
            <ac:inkMk id="189" creationId="{2BB8C850-EC27-4C7B-95C2-A4C225D573C5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12.816" v="343"/>
          <ac:inkMkLst>
            <pc:docMk/>
            <pc:sldMk cId="2300381119" sldId="268"/>
            <ac:inkMk id="190" creationId="{4BBA84B5-63BF-46A1-B66B-DA8BC27AEBFE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15.878" v="344"/>
          <ac:inkMkLst>
            <pc:docMk/>
            <pc:sldMk cId="2300381119" sldId="268"/>
            <ac:inkMk id="191" creationId="{30979523-26D7-4BF6-A671-285CC13D555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15.878" v="345"/>
          <ac:inkMkLst>
            <pc:docMk/>
            <pc:sldMk cId="2300381119" sldId="268"/>
            <ac:inkMk id="192" creationId="{18141A0E-FDF1-4036-AFC9-AEC48E97CC1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18.816" v="346"/>
          <ac:inkMkLst>
            <pc:docMk/>
            <pc:sldMk cId="2300381119" sldId="268"/>
            <ac:inkMk id="193" creationId="{81725633-AC6D-46F9-9BB8-717CB3B4515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18.832" v="347"/>
          <ac:inkMkLst>
            <pc:docMk/>
            <pc:sldMk cId="2300381119" sldId="268"/>
            <ac:inkMk id="194" creationId="{9DE69CE8-4D5F-45F6-9B38-3FB5E43EE0B1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7:38.317" v="357"/>
          <ac:inkMkLst>
            <pc:docMk/>
            <pc:sldMk cId="2300381119" sldId="268"/>
            <ac:inkMk id="195" creationId="{15D72C95-A7AC-4C11-9C7A-B9976EBF2014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7:28.394" v="352"/>
          <ac:inkMkLst>
            <pc:docMk/>
            <pc:sldMk cId="2300381119" sldId="268"/>
            <ac:inkMk id="196" creationId="{FD7E4C8D-0E25-4300-B782-8EEACC402924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7:28.394" v="351"/>
          <ac:inkMkLst>
            <pc:docMk/>
            <pc:sldMk cId="2300381119" sldId="268"/>
            <ac:inkMk id="197" creationId="{FD5B2509-00F8-46A9-BAB1-2404B7D6FE50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7:34.066" v="356"/>
          <ac:inkMkLst>
            <pc:docMk/>
            <pc:sldMk cId="2300381119" sldId="268"/>
            <ac:inkMk id="198" creationId="{9AB52C5B-6213-43F0-96BB-48E8BEAFC12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7:34.066" v="355"/>
          <ac:inkMkLst>
            <pc:docMk/>
            <pc:sldMk cId="2300381119" sldId="268"/>
            <ac:inkMk id="199" creationId="{2BA7DC6B-41FF-4407-A075-0336FC6EF58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42.676" v="358"/>
          <ac:inkMkLst>
            <pc:docMk/>
            <pc:sldMk cId="2300381119" sldId="268"/>
            <ac:inkMk id="200" creationId="{57BC8BAE-D5F4-4322-94E3-758445E1CF5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46.114" v="359"/>
          <ac:inkMkLst>
            <pc:docMk/>
            <pc:sldMk cId="2300381119" sldId="268"/>
            <ac:inkMk id="201" creationId="{809E39C8-7AF2-46C9-8BB6-EDC85889FB6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52.020" v="360"/>
          <ac:inkMkLst>
            <pc:docMk/>
            <pc:sldMk cId="2300381119" sldId="268"/>
            <ac:inkMk id="202" creationId="{D66E71F5-A455-422B-B289-09DDEE5853F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53.942" v="361"/>
          <ac:inkMkLst>
            <pc:docMk/>
            <pc:sldMk cId="2300381119" sldId="268"/>
            <ac:inkMk id="203" creationId="{789AA218-6B97-4A83-99AB-3940123830C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55.458" v="362"/>
          <ac:inkMkLst>
            <pc:docMk/>
            <pc:sldMk cId="2300381119" sldId="268"/>
            <ac:inkMk id="204" creationId="{847D3390-701D-457A-B515-AB8279F4A8C0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55.473" v="363"/>
          <ac:inkMkLst>
            <pc:docMk/>
            <pc:sldMk cId="2300381119" sldId="268"/>
            <ac:inkMk id="205" creationId="{F98D2FD5-1CB8-4D23-8964-6BC149BB5D8A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7:59.020" v="364"/>
          <ac:inkMkLst>
            <pc:docMk/>
            <pc:sldMk cId="2300381119" sldId="268"/>
            <ac:inkMk id="206" creationId="{16624972-E26D-43A6-9D07-7AC21830B5B0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01.005" v="365"/>
          <ac:inkMkLst>
            <pc:docMk/>
            <pc:sldMk cId="2300381119" sldId="268"/>
            <ac:inkMk id="207" creationId="{8CDE425C-4CD1-489C-A9B6-45098B78B42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03.130" v="366"/>
          <ac:inkMkLst>
            <pc:docMk/>
            <pc:sldMk cId="2300381119" sldId="268"/>
            <ac:inkMk id="208" creationId="{C80BA29E-C0BD-41FC-A129-070F2522609F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03.130" v="367"/>
          <ac:inkMkLst>
            <pc:docMk/>
            <pc:sldMk cId="2300381119" sldId="268"/>
            <ac:inkMk id="209" creationId="{A0102B2C-75ED-409D-BC77-AE538850030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09.099" v="368"/>
          <ac:inkMkLst>
            <pc:docMk/>
            <pc:sldMk cId="2300381119" sldId="268"/>
            <ac:inkMk id="210" creationId="{A3AE4500-932A-4F99-BD39-86D4A8EBFA4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10.692" v="369"/>
          <ac:inkMkLst>
            <pc:docMk/>
            <pc:sldMk cId="2300381119" sldId="268"/>
            <ac:inkMk id="211" creationId="{0CD1DCE4-255F-428F-98EB-BFCB63D4C5DD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10.708" v="370"/>
          <ac:inkMkLst>
            <pc:docMk/>
            <pc:sldMk cId="2300381119" sldId="268"/>
            <ac:inkMk id="212" creationId="{54D9B3D3-1A3C-4F91-8ECE-9A7F21F80B0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15.802" v="374"/>
          <ac:inkMkLst>
            <pc:docMk/>
            <pc:sldMk cId="2300381119" sldId="268"/>
            <ac:inkMk id="213" creationId="{7C12E867-792D-411F-AE12-7E8B2FD1B01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15.802" v="373"/>
          <ac:inkMkLst>
            <pc:docMk/>
            <pc:sldMk cId="2300381119" sldId="268"/>
            <ac:inkMk id="214" creationId="{876F968E-7033-451B-B98B-DDCC848FA69B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8:20.271" v="375"/>
          <ac:inkMkLst>
            <pc:docMk/>
            <pc:sldMk cId="2300381119" sldId="268"/>
            <ac:inkMk id="215" creationId="{9905B99D-7A14-4EBD-8CC9-4385B1D88617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33.896" v="377"/>
          <ac:inkMkLst>
            <pc:docMk/>
            <pc:sldMk cId="2300381119" sldId="268"/>
            <ac:inkMk id="216" creationId="{4CC051BA-DD98-4D17-98FA-A9F859F9F353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49.943" v="383"/>
          <ac:inkMkLst>
            <pc:docMk/>
            <pc:sldMk cId="2300381119" sldId="268"/>
            <ac:inkMk id="217" creationId="{0543DD84-5307-42D4-8605-51F08A72481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41.552" v="382"/>
          <ac:inkMkLst>
            <pc:docMk/>
            <pc:sldMk cId="2300381119" sldId="268"/>
            <ac:inkMk id="218" creationId="{EDBF549F-51BB-44DA-94A8-7BC1C52E0868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8:41.552" v="381"/>
          <ac:inkMkLst>
            <pc:docMk/>
            <pc:sldMk cId="2300381119" sldId="268"/>
            <ac:inkMk id="219" creationId="{75D10BE8-DC99-49BE-9529-D89D75CA2294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9:40.913" v="393"/>
          <ac:inkMkLst>
            <pc:docMk/>
            <pc:sldMk cId="2300381119" sldId="268"/>
            <ac:inkMk id="220" creationId="{245E10CE-7C01-47F6-8780-7400F262D5B1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9:01.725" v="385"/>
          <ac:inkMkLst>
            <pc:docMk/>
            <pc:sldMk cId="2300381119" sldId="268"/>
            <ac:inkMk id="221" creationId="{E67F0782-D568-4B96-8307-7CEAC9D134B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9:10.038" v="386"/>
          <ac:inkMkLst>
            <pc:docMk/>
            <pc:sldMk cId="2300381119" sldId="268"/>
            <ac:inkMk id="222" creationId="{36ACDEFA-1DB4-4ED8-BA31-14148092DFB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9:22.116" v="390"/>
          <ac:inkMkLst>
            <pc:docMk/>
            <pc:sldMk cId="2300381119" sldId="268"/>
            <ac:inkMk id="223" creationId="{BFE490E5-8AB3-4318-B261-3AC7DD7DAA0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49:16.522" v="389"/>
          <ac:inkMkLst>
            <pc:docMk/>
            <pc:sldMk cId="2300381119" sldId="268"/>
            <ac:inkMk id="224" creationId="{F2875603-E609-4C6E-997F-DFF80FD0F083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9:26.569" v="391"/>
          <ac:inkMkLst>
            <pc:docMk/>
            <pc:sldMk cId="2300381119" sldId="268"/>
            <ac:inkMk id="225" creationId="{48E02D74-EE60-40DC-90F2-E6760F109310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49:28.413" v="392"/>
          <ac:inkMkLst>
            <pc:docMk/>
            <pc:sldMk cId="2300381119" sldId="268"/>
            <ac:inkMk id="226" creationId="{0D2EFC52-D32F-4111-AA3F-678DAEC99047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0:47.196" v="402" actId="1076"/>
          <ac:inkMkLst>
            <pc:docMk/>
            <pc:sldMk cId="2300381119" sldId="268"/>
            <ac:inkMk id="227" creationId="{D1E908F0-E6B5-458F-9EEB-7D31CB3B995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5:23.969" v="446"/>
          <ac:inkMkLst>
            <pc:docMk/>
            <pc:sldMk cId="2300381119" sldId="268"/>
            <ac:inkMk id="232" creationId="{DD19F845-F06B-422E-82F7-87D88057575F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5:23.985" v="447"/>
          <ac:inkMkLst>
            <pc:docMk/>
            <pc:sldMk cId="2300381119" sldId="268"/>
            <ac:inkMk id="233" creationId="{80A232A4-1B33-48EA-9936-2888A021A75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5:23.985" v="448"/>
          <ac:inkMkLst>
            <pc:docMk/>
            <pc:sldMk cId="2300381119" sldId="268"/>
            <ac:inkMk id="234" creationId="{CB7222F2-D0B4-4752-9EB6-E67D93BAFAB8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5:29.344" v="450"/>
          <ac:inkMkLst>
            <pc:docMk/>
            <pc:sldMk cId="2300381119" sldId="268"/>
            <ac:inkMk id="235" creationId="{DC7C862D-8836-4249-8C2D-F3E3899FB5C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5:33.907" v="451"/>
          <ac:inkMkLst>
            <pc:docMk/>
            <pc:sldMk cId="2300381119" sldId="268"/>
            <ac:inkMk id="236" creationId="{6B25577B-6CB8-4156-92A1-A7436B4FCCC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5:50.392" v="454" actId="1076"/>
          <ac:inkMkLst>
            <pc:docMk/>
            <pc:sldMk cId="2300381119" sldId="268"/>
            <ac:inkMk id="237" creationId="{57C101E0-7B96-40B6-9DD3-FE3093549715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6:01.876" v="455"/>
          <ac:inkMkLst>
            <pc:docMk/>
            <pc:sldMk cId="2300381119" sldId="268"/>
            <ac:inkMk id="238" creationId="{1BC7BA2E-5362-4C12-87B3-BC11933487A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6:01.892" v="456"/>
          <ac:inkMkLst>
            <pc:docMk/>
            <pc:sldMk cId="2300381119" sldId="268"/>
            <ac:inkMk id="239" creationId="{412B7084-E58D-4FFB-81D6-785834D1B302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6:01.892" v="457"/>
          <ac:inkMkLst>
            <pc:docMk/>
            <pc:sldMk cId="2300381119" sldId="268"/>
            <ac:inkMk id="240" creationId="{5DAC3B0B-B817-4190-885D-BC68FD80B7A2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6:15.033" v="463"/>
          <ac:inkMkLst>
            <pc:docMk/>
            <pc:sldMk cId="2300381119" sldId="268"/>
            <ac:inkMk id="241" creationId="{6A8C78C5-5045-40C3-866F-50779980E4BC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6:15.033" v="462"/>
          <ac:inkMkLst>
            <pc:docMk/>
            <pc:sldMk cId="2300381119" sldId="268"/>
            <ac:inkMk id="242" creationId="{52609297-7CCE-42AD-91B2-10DCA6724701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6:15.033" v="461"/>
          <ac:inkMkLst>
            <pc:docMk/>
            <pc:sldMk cId="2300381119" sldId="268"/>
            <ac:inkMk id="243" creationId="{6D138030-09E3-4634-95D0-56F5ADA08AD4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6:20.705" v="467"/>
          <ac:inkMkLst>
            <pc:docMk/>
            <pc:sldMk cId="2300381119" sldId="268"/>
            <ac:inkMk id="244" creationId="{6EF71C7F-DB01-4980-8F0A-26115338C98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6:20.705" v="466"/>
          <ac:inkMkLst>
            <pc:docMk/>
            <pc:sldMk cId="2300381119" sldId="268"/>
            <ac:inkMk id="245" creationId="{4AF59339-C906-4705-B9C0-DA7B3C169530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8:16.864" v="485"/>
          <ac:inkMkLst>
            <pc:docMk/>
            <pc:sldMk cId="2300381119" sldId="268"/>
            <ac:inkMk id="246" creationId="{177F4B3C-F910-4F13-8BE1-760E8CCC4DC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6:51.846" v="470" actId="1076"/>
          <ac:inkMkLst>
            <pc:docMk/>
            <pc:sldMk cId="2300381119" sldId="268"/>
            <ac:inkMk id="247" creationId="{96F019C6-F90E-4F1D-AC9E-5F93E8F6545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7:01.690" v="472" actId="1076"/>
          <ac:inkMkLst>
            <pc:docMk/>
            <pc:sldMk cId="2300381119" sldId="268"/>
            <ac:inkMk id="248" creationId="{CC5FD79B-F5BD-4734-A1DF-8402BFDAFE2F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7:15.191" v="473"/>
          <ac:inkMkLst>
            <pc:docMk/>
            <pc:sldMk cId="2300381119" sldId="268"/>
            <ac:inkMk id="249" creationId="{96869AA8-887D-43D2-BC7A-F3CC25B09AC6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7:20.691" v="474"/>
          <ac:inkMkLst>
            <pc:docMk/>
            <pc:sldMk cId="2300381119" sldId="268"/>
            <ac:inkMk id="250" creationId="{1B5650CD-3C94-4B6F-A3F2-3EDFE9C4802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7:24.081" v="475"/>
          <ac:inkMkLst>
            <pc:docMk/>
            <pc:sldMk cId="2300381119" sldId="268"/>
            <ac:inkMk id="251" creationId="{05F8E732-B225-46E9-AC03-8DC64C41F66C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7:29.035" v="476"/>
          <ac:inkMkLst>
            <pc:docMk/>
            <pc:sldMk cId="2300381119" sldId="268"/>
            <ac:inkMk id="252" creationId="{5962AB45-3D1E-4E28-AA5D-27D787BB3937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7:41.176" v="478"/>
          <ac:inkMkLst>
            <pc:docMk/>
            <pc:sldMk cId="2300381119" sldId="268"/>
            <ac:inkMk id="253" creationId="{30574725-E757-4778-AC02-EC2918724D5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8:10.645" v="484"/>
          <ac:inkMkLst>
            <pc:docMk/>
            <pc:sldMk cId="2300381119" sldId="268"/>
            <ac:inkMk id="254" creationId="{4B279785-F9F9-48E6-BA1A-CAEFD0C20DAC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8:10.645" v="483"/>
          <ac:inkMkLst>
            <pc:docMk/>
            <pc:sldMk cId="2300381119" sldId="268"/>
            <ac:inkMk id="255" creationId="{5D39ADAE-621B-4F9F-B9EF-1D533C39527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7:58.801" v="482"/>
          <ac:inkMkLst>
            <pc:docMk/>
            <pc:sldMk cId="2300381119" sldId="268"/>
            <ac:inkMk id="256" creationId="{2A5F4321-6225-4B8A-B86C-D6E3055396CB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8:36.615" v="487"/>
          <ac:inkMkLst>
            <pc:docMk/>
            <pc:sldMk cId="2300381119" sldId="268"/>
            <ac:inkMk id="257" creationId="{6C315FAA-E01B-42F8-9199-2AE4EFB8B9F4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8:48.974" v="488"/>
          <ac:inkMkLst>
            <pc:docMk/>
            <pc:sldMk cId="2300381119" sldId="268"/>
            <ac:inkMk id="258" creationId="{342DE3AF-0D1E-46AE-A23B-F70A362E4DC6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8:59.021" v="490"/>
          <ac:inkMkLst>
            <pc:docMk/>
            <pc:sldMk cId="2300381119" sldId="268"/>
            <ac:inkMk id="259" creationId="{F9DF8EA2-3400-41F5-9D2D-4EED983E56CA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9:04.412" v="496"/>
          <ac:inkMkLst>
            <pc:docMk/>
            <pc:sldMk cId="2300381119" sldId="268"/>
            <ac:inkMk id="260" creationId="{5FE790C0-E3A9-432E-ACFB-D19C4BBFB89F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9:04.412" v="495"/>
          <ac:inkMkLst>
            <pc:docMk/>
            <pc:sldMk cId="2300381119" sldId="268"/>
            <ac:inkMk id="261" creationId="{6E252CD0-2D92-40AE-9993-FB63C8B0D1B5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9:04.412" v="494"/>
          <ac:inkMkLst>
            <pc:docMk/>
            <pc:sldMk cId="2300381119" sldId="268"/>
            <ac:inkMk id="262" creationId="{1D697E53-152B-4BE7-AA74-B487A2216F2D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9:19.444" v="500"/>
          <ac:inkMkLst>
            <pc:docMk/>
            <pc:sldMk cId="2300381119" sldId="268"/>
            <ac:inkMk id="263" creationId="{ED6E9A03-32CA-485B-B685-F19B5D70135A}"/>
          </ac:inkMkLst>
        </pc:inkChg>
        <pc:inkChg chg="add del">
          <ac:chgData name="Guest User" userId="S::urn:spo:anon#bcf4ae2b5d1b6938af98b262ca09693389db5617b762dc160d4d60fbedaadefe::" providerId="AD" clId="Web-{72DAA595-7125-655D-82B8-AE67CB2337D6}" dt="2022-03-22T03:59:19.444" v="499"/>
          <ac:inkMkLst>
            <pc:docMk/>
            <pc:sldMk cId="2300381119" sldId="268"/>
            <ac:inkMk id="264" creationId="{B8BAC294-E5FE-4027-8B1B-06200C129637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3:59:31.522" v="501"/>
          <ac:inkMkLst>
            <pc:docMk/>
            <pc:sldMk cId="2300381119" sldId="268"/>
            <ac:inkMk id="265" creationId="{B44C1824-0C9A-4248-B523-32AA482721C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3:59:52.773" v="505" actId="1076"/>
          <ac:inkMkLst>
            <pc:docMk/>
            <pc:sldMk cId="2300381119" sldId="268"/>
            <ac:inkMk id="266" creationId="{CF21177E-E07F-4376-A981-56509132B8FD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0:07.054" v="508" actId="1076"/>
          <ac:inkMkLst>
            <pc:docMk/>
            <pc:sldMk cId="2300381119" sldId="268"/>
            <ac:inkMk id="267" creationId="{8427E2FD-0122-4314-8933-013C13D3C176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0:17.742" v="510" actId="1076"/>
          <ac:inkMkLst>
            <pc:docMk/>
            <pc:sldMk cId="2300381119" sldId="268"/>
            <ac:inkMk id="268" creationId="{F198A340-F259-4C3B-8612-D596C88DAF42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5.947" v="527" actId="1076"/>
          <ac:inkMkLst>
            <pc:docMk/>
            <pc:sldMk cId="2300381119" sldId="268"/>
            <ac:inkMk id="269" creationId="{6D49CB89-8CDF-4BFE-84E1-45A4F8CAC28C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5.963" v="528" actId="1076"/>
          <ac:inkMkLst>
            <pc:docMk/>
            <pc:sldMk cId="2300381119" sldId="268"/>
            <ac:inkMk id="270" creationId="{FCD19229-CC6C-495B-BA68-1D87421C6629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5.978" v="529" actId="1076"/>
          <ac:inkMkLst>
            <pc:docMk/>
            <pc:sldMk cId="2300381119" sldId="268"/>
            <ac:inkMk id="271" creationId="{EE20D381-0AD3-4A6C-AE63-E6F5FB336D62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5.978" v="530" actId="1076"/>
          <ac:inkMkLst>
            <pc:docMk/>
            <pc:sldMk cId="2300381119" sldId="268"/>
            <ac:inkMk id="272" creationId="{DD307DDE-B8BB-46F9-A29A-BF2DA41DD70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5.994" v="531" actId="1076"/>
          <ac:inkMkLst>
            <pc:docMk/>
            <pc:sldMk cId="2300381119" sldId="268"/>
            <ac:inkMk id="273" creationId="{6D4558AF-09EF-4A8C-B2A6-44C01C55AE2D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09" v="532" actId="1076"/>
          <ac:inkMkLst>
            <pc:docMk/>
            <pc:sldMk cId="2300381119" sldId="268"/>
            <ac:inkMk id="274" creationId="{479D93F4-DF1B-424F-8105-CFDDEF61DA43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09" v="533" actId="1076"/>
          <ac:inkMkLst>
            <pc:docMk/>
            <pc:sldMk cId="2300381119" sldId="268"/>
            <ac:inkMk id="275" creationId="{BA850880-0E8F-46F6-9CBD-141B51090B05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25" v="534" actId="1076"/>
          <ac:inkMkLst>
            <pc:docMk/>
            <pc:sldMk cId="2300381119" sldId="268"/>
            <ac:inkMk id="276" creationId="{DB6B2EFA-EC3B-4890-87F8-57AA4D3D9A6F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41" v="535" actId="1076"/>
          <ac:inkMkLst>
            <pc:docMk/>
            <pc:sldMk cId="2300381119" sldId="268"/>
            <ac:inkMk id="277" creationId="{F3F76306-4874-4EC7-B59B-2FFE2C4719A4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56" v="536" actId="1076"/>
          <ac:inkMkLst>
            <pc:docMk/>
            <pc:sldMk cId="2300381119" sldId="268"/>
            <ac:inkMk id="278" creationId="{02D9A39D-FE89-4711-B80A-B5DE748DF81E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56" v="537" actId="1076"/>
          <ac:inkMkLst>
            <pc:docMk/>
            <pc:sldMk cId="2300381119" sldId="268"/>
            <ac:inkMk id="279" creationId="{21E60D1C-7374-46BF-8DEB-9FED281CC2F8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72" v="538" actId="1076"/>
          <ac:inkMkLst>
            <pc:docMk/>
            <pc:sldMk cId="2300381119" sldId="268"/>
            <ac:inkMk id="280" creationId="{E0D921CE-2AA4-4B7B-A850-4D4494C68D66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88" v="539" actId="1076"/>
          <ac:inkMkLst>
            <pc:docMk/>
            <pc:sldMk cId="2300381119" sldId="268"/>
            <ac:inkMk id="281" creationId="{252E64C9-91D7-459B-AD28-D28B9142A01B}"/>
          </ac:inkMkLst>
        </pc:inkChg>
        <pc:inkChg chg="add mod">
          <ac:chgData name="Guest User" userId="S::urn:spo:anon#bcf4ae2b5d1b6938af98b262ca09693389db5617b762dc160d4d60fbedaadefe::" providerId="AD" clId="Web-{72DAA595-7125-655D-82B8-AE67CB2337D6}" dt="2022-03-22T04:01:26.088" v="540" actId="1076"/>
          <ac:inkMkLst>
            <pc:docMk/>
            <pc:sldMk cId="2300381119" sldId="268"/>
            <ac:inkMk id="282" creationId="{AAE01D23-63FC-4723-8C5D-7406FF4A3298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4:01:41.229" v="541"/>
          <ac:inkMkLst>
            <pc:docMk/>
            <pc:sldMk cId="2300381119" sldId="268"/>
            <ac:inkMk id="283" creationId="{5FC8732D-9C07-41AB-B6D4-EEE6170D9E09}"/>
          </ac:inkMkLst>
        </pc:inkChg>
        <pc:inkChg chg="add">
          <ac:chgData name="Guest User" userId="S::urn:spo:anon#bcf4ae2b5d1b6938af98b262ca09693389db5617b762dc160d4d60fbedaadefe::" providerId="AD" clId="Web-{72DAA595-7125-655D-82B8-AE67CB2337D6}" dt="2022-03-22T04:01:41.244" v="542"/>
          <ac:inkMkLst>
            <pc:docMk/>
            <pc:sldMk cId="2300381119" sldId="268"/>
            <ac:inkMk id="284" creationId="{B473940F-716E-4CE7-A252-F8DE07757C26}"/>
          </ac:inkMkLst>
        </pc:inkChg>
      </pc:sldChg>
    </pc:docChg>
  </pc:docChgLst>
  <pc:docChgLst>
    <pc:chgData name="Guest User" userId="S::urn:spo:anon#bcf4ae2b5d1b6938af98b262ca09693389db5617b762dc160d4d60fbedaadefe::" providerId="AD" clId="Web-{71976989-A307-A66B-90EC-3517217F470F}"/>
    <pc:docChg chg="modSld">
      <pc:chgData name="Guest User" userId="S::urn:spo:anon#bcf4ae2b5d1b6938af98b262ca09693389db5617b762dc160d4d60fbedaadefe::" providerId="AD" clId="Web-{71976989-A307-A66B-90EC-3517217F470F}" dt="2022-03-22T13:09:17.259" v="1"/>
      <pc:docMkLst>
        <pc:docMk/>
      </pc:docMkLst>
      <pc:sldChg chg="addSp delSp modSp">
        <pc:chgData name="Guest User" userId="S::urn:spo:anon#bcf4ae2b5d1b6938af98b262ca09693389db5617b762dc160d4d60fbedaadefe::" providerId="AD" clId="Web-{71976989-A307-A66B-90EC-3517217F470F}" dt="2022-03-22T13:09:17.259" v="1"/>
        <pc:sldMkLst>
          <pc:docMk/>
          <pc:sldMk cId="1080467880" sldId="275"/>
        </pc:sldMkLst>
        <pc:picChg chg="add del mod">
          <ac:chgData name="Guest User" userId="S::urn:spo:anon#bcf4ae2b5d1b6938af98b262ca09693389db5617b762dc160d4d60fbedaadefe::" providerId="AD" clId="Web-{71976989-A307-A66B-90EC-3517217F470F}" dt="2022-03-22T13:09:17.259" v="1"/>
          <ac:picMkLst>
            <pc:docMk/>
            <pc:sldMk cId="1080467880" sldId="275"/>
            <ac:picMk id="2" creationId="{84018BCB-0D1B-1628-8206-2825818949B1}"/>
          </ac:picMkLst>
        </pc:picChg>
      </pc:sldChg>
    </pc:docChg>
  </pc:docChgLst>
  <pc:docChgLst>
    <pc:chgData name="Guest User" userId="S::urn:spo:anon#bcf4ae2b5d1b6938af98b262ca09693389db5617b762dc160d4d60fbedaadefe::" providerId="AD" clId="Web-{F7C89684-9481-5F11-ED76-482F14DDF8EB}"/>
    <pc:docChg chg="addSld modSld">
      <pc:chgData name="Guest User" userId="S::urn:spo:anon#bcf4ae2b5d1b6938af98b262ca09693389db5617b762dc160d4d60fbedaadefe::" providerId="AD" clId="Web-{F7C89684-9481-5F11-ED76-482F14DDF8EB}" dt="2022-03-22T10:53:15.625" v="210"/>
      <pc:docMkLst>
        <pc:docMk/>
      </pc:docMkLst>
      <pc:sldChg chg="addSp delSp modSp add replId">
        <pc:chgData name="Guest User" userId="S::urn:spo:anon#bcf4ae2b5d1b6938af98b262ca09693389db5617b762dc160d4d60fbedaadefe::" providerId="AD" clId="Web-{F7C89684-9481-5F11-ED76-482F14DDF8EB}" dt="2022-03-22T10:53:15.625" v="210"/>
        <pc:sldMkLst>
          <pc:docMk/>
          <pc:sldMk cId="4114463345" sldId="283"/>
        </pc:sldMkLst>
        <pc:spChg chg="del">
          <ac:chgData name="Guest User" userId="S::urn:spo:anon#bcf4ae2b5d1b6938af98b262ca09693389db5617b762dc160d4d60fbedaadefe::" providerId="AD" clId="Web-{F7C89684-9481-5F11-ED76-482F14DDF8EB}" dt="2022-03-22T10:50:44.310" v="174"/>
          <ac:spMkLst>
            <pc:docMk/>
            <pc:sldMk cId="4114463345" sldId="283"/>
            <ac:spMk id="4" creationId="{E77EB13D-C15C-46E8-B6F3-174714239C28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73"/>
          <ac:spMkLst>
            <pc:docMk/>
            <pc:sldMk cId="4114463345" sldId="283"/>
            <ac:spMk id="6" creationId="{8B474149-CA6F-4040-BEEC-2D621F6217EE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72"/>
          <ac:spMkLst>
            <pc:docMk/>
            <pc:sldMk cId="4114463345" sldId="283"/>
            <ac:spMk id="7" creationId="{81C4233A-FC8C-41D0-914F-77B877104D26}"/>
          </ac:spMkLst>
        </pc:spChg>
        <pc:spChg chg="add del">
          <ac:chgData name="Guest User" userId="S::urn:spo:anon#bcf4ae2b5d1b6938af98b262ca09693389db5617b762dc160d4d60fbedaadefe::" providerId="AD" clId="Web-{F7C89684-9481-5F11-ED76-482F14DDF8EB}" dt="2022-03-22T10:51:59.218" v="203"/>
          <ac:spMkLst>
            <pc:docMk/>
            <pc:sldMk cId="4114463345" sldId="283"/>
            <ac:spMk id="8" creationId="{7D2B89C6-8692-7C57-1F00-BCEE2058A596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71"/>
          <ac:spMkLst>
            <pc:docMk/>
            <pc:sldMk cId="4114463345" sldId="283"/>
            <ac:spMk id="9" creationId="{4FB47ECC-B10F-4B71-9028-6855B7B65F18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69"/>
          <ac:spMkLst>
            <pc:docMk/>
            <pc:sldMk cId="4114463345" sldId="283"/>
            <ac:spMk id="12" creationId="{3D9E2B91-640F-449B-B616-CBB01DB7672F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68"/>
          <ac:spMkLst>
            <pc:docMk/>
            <pc:sldMk cId="4114463345" sldId="283"/>
            <ac:spMk id="14" creationId="{63A3D397-7EDA-4353-BE2B-6A493CE55685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67"/>
          <ac:spMkLst>
            <pc:docMk/>
            <pc:sldMk cId="4114463345" sldId="283"/>
            <ac:spMk id="15" creationId="{D22E093A-B984-4A36-BE0A-FF6853862001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310" v="166"/>
          <ac:spMkLst>
            <pc:docMk/>
            <pc:sldMk cId="4114463345" sldId="283"/>
            <ac:spMk id="16" creationId="{A66B717F-00D2-4C94-9BC9-63BAA8E8321A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5"/>
          <ac:spMkLst>
            <pc:docMk/>
            <pc:sldMk cId="4114463345" sldId="283"/>
            <ac:spMk id="17" creationId="{882945E9-5933-4527-95EE-D64B0B23214D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4"/>
          <ac:spMkLst>
            <pc:docMk/>
            <pc:sldMk cId="4114463345" sldId="283"/>
            <ac:spMk id="18" creationId="{5F5231EE-2ED3-416B-BCA3-940E73BCFBEE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3"/>
          <ac:spMkLst>
            <pc:docMk/>
            <pc:sldMk cId="4114463345" sldId="283"/>
            <ac:spMk id="19" creationId="{7D4E2603-CA3F-4F8E-8AAF-5C4379278CCF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2"/>
          <ac:spMkLst>
            <pc:docMk/>
            <pc:sldMk cId="4114463345" sldId="283"/>
            <ac:spMk id="20" creationId="{F4C24282-1FDB-49B4-B68B-FABA2AEA23F3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1"/>
          <ac:spMkLst>
            <pc:docMk/>
            <pc:sldMk cId="4114463345" sldId="283"/>
            <ac:spMk id="21" creationId="{597705AE-D6BE-4264-9E9B-B75D205F8DB4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60"/>
          <ac:spMkLst>
            <pc:docMk/>
            <pc:sldMk cId="4114463345" sldId="283"/>
            <ac:spMk id="22" creationId="{D37736C3-CF8E-4B3D-844F-2B1E8A421214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59"/>
          <ac:spMkLst>
            <pc:docMk/>
            <pc:sldMk cId="4114463345" sldId="283"/>
            <ac:spMk id="23" creationId="{15588D31-EF54-4822-8AFD-37643CEA31A3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58"/>
          <ac:spMkLst>
            <pc:docMk/>
            <pc:sldMk cId="4114463345" sldId="283"/>
            <ac:spMk id="24" creationId="{FAEFF1C7-BC85-4445-9E54-4E611983BE1D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57"/>
          <ac:spMkLst>
            <pc:docMk/>
            <pc:sldMk cId="4114463345" sldId="283"/>
            <ac:spMk id="25" creationId="{FAEFF1C7-BC85-4445-9E54-4E611983BE1D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56"/>
          <ac:spMkLst>
            <pc:docMk/>
            <pc:sldMk cId="4114463345" sldId="283"/>
            <ac:spMk id="26" creationId="{FAEFF1C7-BC85-4445-9E54-4E611983BE1D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95" v="155"/>
          <ac:spMkLst>
            <pc:docMk/>
            <pc:sldMk cId="4114463345" sldId="283"/>
            <ac:spMk id="29" creationId="{091BB17A-FD0D-4689-B44F-A86B3CAF7930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51.217" v="178"/>
          <ac:spMkLst>
            <pc:docMk/>
            <pc:sldMk cId="4114463345" sldId="283"/>
            <ac:spMk id="31" creationId="{26D6D4BF-CD8E-4234-AE05-7DAA7A3DAD81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51.217" v="177"/>
          <ac:spMkLst>
            <pc:docMk/>
            <pc:sldMk cId="4114463345" sldId="283"/>
            <ac:spMk id="32" creationId="{7FEDCC65-74F3-4FCD-BB06-3BF0F3726A17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59.389" v="185"/>
          <ac:spMkLst>
            <pc:docMk/>
            <pc:sldMk cId="4114463345" sldId="283"/>
            <ac:spMk id="118" creationId="{7BF534A8-1696-4D45-92FE-CC6DC5D79A25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59.389" v="184"/>
          <ac:spMkLst>
            <pc:docMk/>
            <pc:sldMk cId="4114463345" sldId="283"/>
            <ac:spMk id="122" creationId="{E869716A-54E1-48A5-852A-3BAAE41681E2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48" v="70"/>
          <ac:spMkLst>
            <pc:docMk/>
            <pc:sldMk cId="4114463345" sldId="283"/>
            <ac:spMk id="179" creationId="{23FD5B42-8FB1-4041-A423-BA3CA6C05BB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23" creationId="{5436DCD5-165F-C16F-57AD-B379C4BC1759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24" creationId="{E7DDB69F-96AF-0A08-56C7-11F044D476B3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28" creationId="{DE54AEAB-1BB8-E6B4-BF14-A2BD5DD37FDF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32" v="42"/>
          <ac:spMkLst>
            <pc:docMk/>
            <pc:sldMk cId="4114463345" sldId="283"/>
            <ac:spMk id="229" creationId="{DA2FD34E-0F3B-4725-B03B-500219792A11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32" v="41"/>
          <ac:spMkLst>
            <pc:docMk/>
            <pc:sldMk cId="4114463345" sldId="283"/>
            <ac:spMk id="230" creationId="{C6C47119-88BA-498F-BB43-C5A33FB0C9CD}"/>
          </ac:spMkLst>
        </pc:spChg>
        <pc:spChg chg="del">
          <ac:chgData name="Guest User" userId="S::urn:spo:anon#bcf4ae2b5d1b6938af98b262ca09693389db5617b762dc160d4d60fbedaadefe::" providerId="AD" clId="Web-{F7C89684-9481-5F11-ED76-482F14DDF8EB}" dt="2022-03-22T10:50:44.232" v="40"/>
          <ac:spMkLst>
            <pc:docMk/>
            <pc:sldMk cId="4114463345" sldId="283"/>
            <ac:spMk id="231" creationId="{60EA7846-34E2-4F52-9393-B07EABAE3E93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35" creationId="{B30AD210-6FED-A4EC-F82B-363131585EE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43" creationId="{C06556CC-B218-5B58-1AF6-AB3A8B323AB0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44" creationId="{B57B1962-96D0-B587-E72E-C45DF8F0C478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45" creationId="{018C2EA3-5CFB-5D30-0225-688D9DDF74ED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46" creationId="{CFEDDEFD-6688-ED95-1057-389C56EA8D8D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97" creationId="{C5EFE7B9-AA10-1B28-F274-1F43F926B32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98" creationId="{43FF930C-D76E-C610-0D32-FFCA3C44BBA4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299" creationId="{E5821D00-89DF-B3FC-2CB2-C7316FB16C76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00" creationId="{601B6A10-FA2F-3BB2-677C-0F53EED497D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06" creationId="{C3727708-9057-C486-8042-F6A8082F4CCA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07" creationId="{822877BB-4A50-0923-6F4C-5E9EA3C48F0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29" creationId="{ED95909A-E10B-A4C7-08D6-64F3A3C79D8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0" creationId="{22EF4E52-8582-1D47-0CA9-C065B63325AB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1" creationId="{5B5FF84B-928B-19D7-267D-73094AB23F6A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2" creationId="{3DD4578E-DA55-3FF6-89D4-2802EFFDFD90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3" creationId="{B3C6149A-2E67-4B42-EE4B-FA7382D2D76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4" creationId="{CCF06D54-76CA-B7AD-4E24-BF23C32108B4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5" creationId="{DC2F137B-5311-5D12-7D77-3F9D7EDB837A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6" creationId="{1E8FF83C-77DC-4A7D-C98E-82D4446085C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7" creationId="{972FAC13-506A-B733-BD81-FFF6B6A88CEC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38" creationId="{AB547B20-6FAC-731C-4AEC-2DD457CD259F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1" creationId="{FC0CD3DE-8AC3-8DAA-3F2F-13F556D34CE5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4" creationId="{DD904EDC-8F47-D7A2-6AA6-0390AD363BC0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5" creationId="{AA7F14CF-D094-ADD0-0EF1-98BE1410D163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6" creationId="{E9688701-C6F5-9E5B-A31C-03945EA7F3AD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7" creationId="{081B60A0-BD7B-B242-0470-7BE44211C8B3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48" creationId="{9ECDFD33-3571-359F-BB43-AD55968D9E3C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58" creationId="{78249323-F3D5-B18A-64F8-3E30A50D699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59" creationId="{1B3C6498-3823-562B-0817-5A0D18BE0EE6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0" creationId="{1262D3EC-F406-495C-1816-E138520DFDA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2" creationId="{7CC658D4-BF7E-00AD-6468-BDF758282983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3" creationId="{3C4908CE-989F-4264-59AC-8F37D9AB78A6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4" creationId="{447F1872-EE37-6046-7174-8876060C78B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6" creationId="{1DD2B9C4-697C-3DAC-932D-079A5274D37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7" creationId="{F5033BA5-4495-08BC-368E-2C1D5008297D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8" creationId="{CD52B4FB-D364-BD47-69E1-0B117CE64B2D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69" creationId="{63B8DBDB-8755-4E37-E9CC-EEDDFAB2FB7A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2" creationId="{D18B17E9-66AD-E4A1-E604-024CA387CEF6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3" creationId="{DB04C49D-E548-C08D-7280-8BD4C7658F52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4" creationId="{BCA3CD64-410C-88B3-DB85-3A59FC9F4366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5" creationId="{806D55D1-2199-2602-CD03-7834E5640DCE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6" creationId="{A4D9E05C-2C68-89AB-9980-81A6EE005BCB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78" creationId="{7217B997-7FB6-ACB2-816B-CC5F0C904FCF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80" creationId="{EA7B2E53-ABAF-821D-0335-58BE20E1B23B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381" creationId="{888F9A7C-051E-317A-3098-F1B56A543399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06" creationId="{3805A0A4-9952-4011-3B12-5CFA5D17F860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07" creationId="{7AF1BA2E-3296-0017-FBFB-5391E56353D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08" creationId="{770B7C4E-ABE3-CA82-2BF5-1F87F8BF9ABE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09" creationId="{27877B52-7F1F-26B3-9845-D8EE6BBA725C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11" creationId="{5B179F3A-1306-BE9A-9070-71687F5AB8DB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12" creationId="{D4A54516-1CA6-2FA2-EB7A-AD392281589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13" creationId="{296A9130-BC74-CE70-9A4F-965332A5369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2" creationId="{D88C80C8-D2DA-8B8F-7792-52F364D55921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3" creationId="{47001153-69AE-089A-5FB9-1EF2BD086590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4" creationId="{559B0BAC-EED9-6CC4-5E76-8E2643CAE85A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5" creationId="{3AC5112D-EB60-24A6-58FE-5FCBEF612897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6" creationId="{A7DAC496-CF7C-EE59-8506-2EA7C85BC01C}"/>
          </ac:spMkLst>
        </pc:spChg>
        <pc:spChg chg="add">
          <ac:chgData name="Guest User" userId="S::urn:spo:anon#bcf4ae2b5d1b6938af98b262ca09693389db5617b762dc160d4d60fbedaadefe::" providerId="AD" clId="Web-{F7C89684-9481-5F11-ED76-482F14DDF8EB}" dt="2022-03-22T10:53:15.125" v="207"/>
          <ac:spMkLst>
            <pc:docMk/>
            <pc:sldMk cId="4114463345" sldId="283"/>
            <ac:spMk id="427" creationId="{8C526A2A-455F-F1DC-BB0F-4634E094933A}"/>
          </ac:spMkLst>
        </pc:s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14" creationId="{CA7C2AF9-A570-4743-1F41-F6AE0621A11A}"/>
          </ac:grpSpMkLst>
        </pc:gr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16" creationId="{D950FC28-1964-21EB-F659-0C784B2D47F6}"/>
          </ac:grpSpMkLst>
        </pc:gr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17" creationId="{66259508-7509-5F5F-EAFA-3C3741B36258}"/>
          </ac:grpSpMkLst>
        </pc:gr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18" creationId="{6BAF7A46-1FE9-FC7D-60D5-49DD7C49064E}"/>
          </ac:grpSpMkLst>
        </pc:gr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19" creationId="{F8D20A52-B319-C67B-D05E-F09B464189BC}"/>
          </ac:grpSpMkLst>
        </pc:grpChg>
        <pc:grpChg chg="add">
          <ac:chgData name="Guest User" userId="S::urn:spo:anon#bcf4ae2b5d1b6938af98b262ca09693389db5617b762dc160d4d60fbedaadefe::" providerId="AD" clId="Web-{F7C89684-9481-5F11-ED76-482F14DDF8EB}" dt="2022-03-22T10:53:15.125" v="207"/>
          <ac:grpSpMkLst>
            <pc:docMk/>
            <pc:sldMk cId="4114463345" sldId="283"/>
            <ac:grpSpMk id="220" creationId="{45E62EEB-0194-1151-0A4F-2AB0979286AD}"/>
          </ac:grpSpMkLst>
        </pc:grpChg>
        <pc:picChg chg="add del mod">
          <ac:chgData name="Guest User" userId="S::urn:spo:anon#bcf4ae2b5d1b6938af98b262ca09693389db5617b762dc160d4d60fbedaadefe::" providerId="AD" clId="Web-{F7C89684-9481-5F11-ED76-482F14DDF8EB}" dt="2022-03-22T10:53:15.625" v="210"/>
          <ac:picMkLst>
            <pc:docMk/>
            <pc:sldMk cId="4114463345" sldId="283"/>
            <ac:picMk id="3" creationId="{40F76211-F1A8-4650-8789-10C5CDE88215}"/>
          </ac:picMkLst>
        </pc:picChg>
        <pc:picChg chg="del">
          <ac:chgData name="Guest User" userId="S::urn:spo:anon#bcf4ae2b5d1b6938af98b262ca09693389db5617b762dc160d4d60fbedaadefe::" providerId="AD" clId="Web-{F7C89684-9481-5F11-ED76-482F14DDF8EB}" dt="2022-03-22T10:50:44.310" v="170"/>
          <ac:picMkLst>
            <pc:docMk/>
            <pc:sldMk cId="4114463345" sldId="283"/>
            <ac:picMk id="10" creationId="{7EBAA36C-A920-44E5-9A7C-140DE7D0C276}"/>
          </ac:picMkLst>
        </pc:picChg>
        <pc:picChg chg="add del mod">
          <ac:chgData name="Guest User" userId="S::urn:spo:anon#bcf4ae2b5d1b6938af98b262ca09693389db5617b762dc160d4d60fbedaadefe::" providerId="AD" clId="Web-{F7C89684-9481-5F11-ED76-482F14DDF8EB}" dt="2022-03-22T10:52:00.264" v="206"/>
          <ac:picMkLst>
            <pc:docMk/>
            <pc:sldMk cId="4114463345" sldId="283"/>
            <ac:picMk id="11" creationId="{1DE61DDB-94F1-9B5D-592C-7C1259491D50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21" creationId="{F6E106E1-C2A5-764E-AB83-2A02FE777A76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28" creationId="{2E45BEBA-93A4-2C85-00FC-10A45F9D8396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31" creationId="{EEABBD66-141F-F1E8-73EC-243B330BF812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34" creationId="{A726A26D-DB8B-5EDD-FD9F-F71F10E24BA6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37" creationId="{82461B93-56E7-2A5D-8D71-09CFBD18F334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40" creationId="{E75B1E17-2700-9A4D-126A-72311FF45C6D}"/>
          </ac:picMkLst>
        </pc:picChg>
        <pc:picChg chg="add">
          <ac:chgData name="Guest User" userId="S::urn:spo:anon#bcf4ae2b5d1b6938af98b262ca09693389db5617b762dc160d4d60fbedaadefe::" providerId="AD" clId="Web-{F7C89684-9481-5F11-ED76-482F14DDF8EB}" dt="2022-03-22T10:53:15.125" v="207"/>
          <ac:picMkLst>
            <pc:docMk/>
            <pc:sldMk cId="4114463345" sldId="283"/>
            <ac:picMk id="443" creationId="{9C842427-091B-49F1-57BC-04755E29864D}"/>
          </ac:picMkLst>
        </pc:picChg>
        <pc:inkChg chg="del">
          <ac:chgData name="Guest User" userId="S::urn:spo:anon#bcf4ae2b5d1b6938af98b262ca09693389db5617b762dc160d4d60fbedaadefe::" providerId="AD" clId="Web-{F7C89684-9481-5F11-ED76-482F14DDF8EB}" dt="2022-03-22T10:50:44.295" v="154"/>
          <ac:inkMkLst>
            <pc:docMk/>
            <pc:sldMk cId="4114463345" sldId="283"/>
            <ac:inkMk id="27" creationId="{2034DBE4-83CB-4BBE-88B9-38F5F91B7F3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53"/>
          <ac:inkMkLst>
            <pc:docMk/>
            <pc:sldMk cId="4114463345" sldId="283"/>
            <ac:inkMk id="35" creationId="{5BFADBCE-8894-4B2C-A563-5D3F05188A2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52"/>
          <ac:inkMkLst>
            <pc:docMk/>
            <pc:sldMk cId="4114463345" sldId="283"/>
            <ac:inkMk id="36" creationId="{B4080D2B-99B8-46FA-8261-CF465C89F86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51"/>
          <ac:inkMkLst>
            <pc:docMk/>
            <pc:sldMk cId="4114463345" sldId="283"/>
            <ac:inkMk id="39" creationId="{6D67A54B-5F62-44F6-8BD6-B0F46A8D625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8"/>
          <ac:inkMkLst>
            <pc:docMk/>
            <pc:sldMk cId="4114463345" sldId="283"/>
            <ac:inkMk id="40" creationId="{EA8AF2E8-9BB2-41C9-9195-9BFF22A2F77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18.045" v="189"/>
          <ac:inkMkLst>
            <pc:docMk/>
            <pc:sldMk cId="4114463345" sldId="283"/>
            <ac:inkMk id="41" creationId="{50B230E3-0F5C-4F9C-9941-29E6D463A45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50"/>
          <ac:inkMkLst>
            <pc:docMk/>
            <pc:sldMk cId="4114463345" sldId="283"/>
            <ac:inkMk id="42" creationId="{D800BAD8-9231-4C44-9503-1955B0F55C4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7"/>
          <ac:inkMkLst>
            <pc:docMk/>
            <pc:sldMk cId="4114463345" sldId="283"/>
            <ac:inkMk id="43" creationId="{2B035026-E280-4532-92BC-9FE05E7F0B8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2.295" v="190"/>
          <ac:inkMkLst>
            <pc:docMk/>
            <pc:sldMk cId="4114463345" sldId="283"/>
            <ac:inkMk id="44" creationId="{92250D0C-FED9-4E89-9914-9080A6455E3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9"/>
          <ac:inkMkLst>
            <pc:docMk/>
            <pc:sldMk cId="4114463345" sldId="283"/>
            <ac:inkMk id="45" creationId="{AA5D1420-6A24-4B24-9E23-4804616337B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8"/>
          <ac:inkMkLst>
            <pc:docMk/>
            <pc:sldMk cId="4114463345" sldId="283"/>
            <ac:inkMk id="46" creationId="{AD9C865B-EFE7-443E-BE0D-17F8F21EC2C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7"/>
          <ac:inkMkLst>
            <pc:docMk/>
            <pc:sldMk cId="4114463345" sldId="283"/>
            <ac:inkMk id="47" creationId="{BED34D5E-68D4-4320-B772-79D2D360156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6"/>
          <ac:inkMkLst>
            <pc:docMk/>
            <pc:sldMk cId="4114463345" sldId="283"/>
            <ac:inkMk id="48" creationId="{70AAA2AC-2589-4F14-BAD8-43BDF213863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5"/>
          <ac:inkMkLst>
            <pc:docMk/>
            <pc:sldMk cId="4114463345" sldId="283"/>
            <ac:inkMk id="49" creationId="{476F00EF-5503-4838-A253-8A899E543C8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2.311" v="191"/>
          <ac:inkMkLst>
            <pc:docMk/>
            <pc:sldMk cId="4114463345" sldId="283"/>
            <ac:inkMk id="50" creationId="{82D5F284-04FF-4076-AFFF-786ED67AC84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2.342" v="192"/>
          <ac:inkMkLst>
            <pc:docMk/>
            <pc:sldMk cId="4114463345" sldId="283"/>
            <ac:inkMk id="52" creationId="{DBB8D093-6207-47C4-ADCB-623BE46A809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4"/>
          <ac:inkMkLst>
            <pc:docMk/>
            <pc:sldMk cId="4114463345" sldId="283"/>
            <ac:inkMk id="53" creationId="{247E96A6-E503-42CE-A669-6023163E8B9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3"/>
          <ac:inkMkLst>
            <pc:docMk/>
            <pc:sldMk cId="4114463345" sldId="283"/>
            <ac:inkMk id="54" creationId="{7EF99CDC-9D51-47F2-AA5C-064A3D0B73E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3.764" v="193"/>
          <ac:inkMkLst>
            <pc:docMk/>
            <pc:sldMk cId="4114463345" sldId="283"/>
            <ac:inkMk id="55" creationId="{3A88FD20-C353-4624-9763-FCC9673B5C4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9.014" v="194"/>
          <ac:inkMkLst>
            <pc:docMk/>
            <pc:sldMk cId="4114463345" sldId="283"/>
            <ac:inkMk id="56" creationId="{27C92EB9-CDB2-4362-91E2-2CAF199DC10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2"/>
          <ac:inkMkLst>
            <pc:docMk/>
            <pc:sldMk cId="4114463345" sldId="283"/>
            <ac:inkMk id="57" creationId="{87CFCDF1-3FDC-449A-836D-122F033091F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1"/>
          <ac:inkMkLst>
            <pc:docMk/>
            <pc:sldMk cId="4114463345" sldId="283"/>
            <ac:inkMk id="58" creationId="{24C8CD17-C67C-4332-A81B-450E8E0CCF9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40"/>
          <ac:inkMkLst>
            <pc:docMk/>
            <pc:sldMk cId="4114463345" sldId="283"/>
            <ac:inkMk id="59" creationId="{07FE5252-EDB6-42BA-A88B-5A49D4D0A29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9"/>
          <ac:inkMkLst>
            <pc:docMk/>
            <pc:sldMk cId="4114463345" sldId="283"/>
            <ac:inkMk id="60" creationId="{0E920C25-8ADC-48EA-877B-5EE49F3ED37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8"/>
          <ac:inkMkLst>
            <pc:docMk/>
            <pc:sldMk cId="4114463345" sldId="283"/>
            <ac:inkMk id="61" creationId="{19225C41-D586-4418-AA39-8EB210BBCCB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7"/>
          <ac:inkMkLst>
            <pc:docMk/>
            <pc:sldMk cId="4114463345" sldId="283"/>
            <ac:inkMk id="62" creationId="{EC7A6292-6A10-4CDF-BB7D-CBD495A9E6A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6"/>
          <ac:inkMkLst>
            <pc:docMk/>
            <pc:sldMk cId="4114463345" sldId="283"/>
            <ac:inkMk id="64" creationId="{43AD2CBF-8ED9-46B3-8333-EFC21E43BCE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5"/>
          <ac:inkMkLst>
            <pc:docMk/>
            <pc:sldMk cId="4114463345" sldId="283"/>
            <ac:inkMk id="65" creationId="{C6091466-555D-4189-A84A-C0350AD9C57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4"/>
          <ac:inkMkLst>
            <pc:docMk/>
            <pc:sldMk cId="4114463345" sldId="283"/>
            <ac:inkMk id="66" creationId="{19206D2A-9436-457F-B951-6F7C395EE6E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3"/>
          <ac:inkMkLst>
            <pc:docMk/>
            <pc:sldMk cId="4114463345" sldId="283"/>
            <ac:inkMk id="67" creationId="{8D3EAA32-777C-4172-B420-604DEE82287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2"/>
          <ac:inkMkLst>
            <pc:docMk/>
            <pc:sldMk cId="4114463345" sldId="283"/>
            <ac:inkMk id="68" creationId="{6AC9CAE1-F4F0-4241-B369-E0625308AF1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95" v="131"/>
          <ac:inkMkLst>
            <pc:docMk/>
            <pc:sldMk cId="4114463345" sldId="283"/>
            <ac:inkMk id="69" creationId="{06C49A90-C1F3-4691-BEDB-C82EF049FA3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30"/>
          <ac:inkMkLst>
            <pc:docMk/>
            <pc:sldMk cId="4114463345" sldId="283"/>
            <ac:inkMk id="70" creationId="{FB7FFC50-0B09-4E84-ACE3-A5FE2208466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9"/>
          <ac:inkMkLst>
            <pc:docMk/>
            <pc:sldMk cId="4114463345" sldId="283"/>
            <ac:inkMk id="71" creationId="{F78F4E73-8187-4625-9B22-91C719AEDA2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8"/>
          <ac:inkMkLst>
            <pc:docMk/>
            <pc:sldMk cId="4114463345" sldId="283"/>
            <ac:inkMk id="72" creationId="{85D4DA7B-CF00-4468-AEFF-69C99FB266C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7"/>
          <ac:inkMkLst>
            <pc:docMk/>
            <pc:sldMk cId="4114463345" sldId="283"/>
            <ac:inkMk id="73" creationId="{D864B847-F972-422B-8C89-03908E3FE28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6"/>
          <ac:inkMkLst>
            <pc:docMk/>
            <pc:sldMk cId="4114463345" sldId="283"/>
            <ac:inkMk id="84" creationId="{A89339D3-6B6D-4C75-902B-C2A3725321A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9.045" v="195"/>
          <ac:inkMkLst>
            <pc:docMk/>
            <pc:sldMk cId="4114463345" sldId="283"/>
            <ac:inkMk id="87" creationId="{55618FF0-E058-4571-B9BC-F6C4CBE6631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9.061" v="196"/>
          <ac:inkMkLst>
            <pc:docMk/>
            <pc:sldMk cId="4114463345" sldId="283"/>
            <ac:inkMk id="88" creationId="{26FBBD79-E0D7-404F-ADAC-DC7E6EF57DF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5"/>
          <ac:inkMkLst>
            <pc:docMk/>
            <pc:sldMk cId="4114463345" sldId="283"/>
            <ac:inkMk id="89" creationId="{3F16A593-4054-44B6-9CB9-262579D9DFF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4"/>
          <ac:inkMkLst>
            <pc:docMk/>
            <pc:sldMk cId="4114463345" sldId="283"/>
            <ac:inkMk id="90" creationId="{820692EA-7A01-41C3-A91A-CE475B9738E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3"/>
          <ac:inkMkLst>
            <pc:docMk/>
            <pc:sldMk cId="4114463345" sldId="283"/>
            <ac:inkMk id="91" creationId="{E58EB89D-D983-4D8B-8FF2-DD671C22A5E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2"/>
          <ac:inkMkLst>
            <pc:docMk/>
            <pc:sldMk cId="4114463345" sldId="283"/>
            <ac:inkMk id="92" creationId="{F6AA6EA3-6A63-4BB0-8981-A8A6110FBDC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1"/>
          <ac:inkMkLst>
            <pc:docMk/>
            <pc:sldMk cId="4114463345" sldId="283"/>
            <ac:inkMk id="93" creationId="{A1157474-47F9-4FAD-853F-3CF5147A204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29.999" v="197"/>
          <ac:inkMkLst>
            <pc:docMk/>
            <pc:sldMk cId="4114463345" sldId="283"/>
            <ac:inkMk id="94" creationId="{F542512A-7476-4AFC-A48A-5C2C2EB0B95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31.405" v="198"/>
          <ac:inkMkLst>
            <pc:docMk/>
            <pc:sldMk cId="4114463345" sldId="283"/>
            <ac:inkMk id="98" creationId="{09BCEDAF-C9AA-4F56-BFB0-508F79860B6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20"/>
          <ac:inkMkLst>
            <pc:docMk/>
            <pc:sldMk cId="4114463345" sldId="283"/>
            <ac:inkMk id="99" creationId="{33C33E4B-AEF2-47C4-A9C3-6F1C4A4BFF8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9"/>
          <ac:inkMkLst>
            <pc:docMk/>
            <pc:sldMk cId="4114463345" sldId="283"/>
            <ac:inkMk id="100" creationId="{F3881D7D-31A8-4DB2-83DA-067E28A9008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8"/>
          <ac:inkMkLst>
            <pc:docMk/>
            <pc:sldMk cId="4114463345" sldId="283"/>
            <ac:inkMk id="101" creationId="{514C5BCC-7151-4C02-9A9C-2BFD084A37F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7"/>
          <ac:inkMkLst>
            <pc:docMk/>
            <pc:sldMk cId="4114463345" sldId="283"/>
            <ac:inkMk id="102" creationId="{FE2E13F8-6145-426C-88A3-145390444CC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6"/>
          <ac:inkMkLst>
            <pc:docMk/>
            <pc:sldMk cId="4114463345" sldId="283"/>
            <ac:inkMk id="103" creationId="{2006A279-610C-4A8B-B169-A06512788B9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5"/>
          <ac:inkMkLst>
            <pc:docMk/>
            <pc:sldMk cId="4114463345" sldId="283"/>
            <ac:inkMk id="104" creationId="{323D0A5D-72F5-4F05-A1A5-FFB345314B3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4"/>
          <ac:inkMkLst>
            <pc:docMk/>
            <pc:sldMk cId="4114463345" sldId="283"/>
            <ac:inkMk id="105" creationId="{36771071-BB3F-4B79-916A-6B9DFD03D8B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3"/>
          <ac:inkMkLst>
            <pc:docMk/>
            <pc:sldMk cId="4114463345" sldId="283"/>
            <ac:inkMk id="106" creationId="{253000E0-E81D-4ED8-B9A5-96E19076838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2"/>
          <ac:inkMkLst>
            <pc:docMk/>
            <pc:sldMk cId="4114463345" sldId="283"/>
            <ac:inkMk id="107" creationId="{0E17AABB-04DA-4757-9D22-AEB40278334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1"/>
          <ac:inkMkLst>
            <pc:docMk/>
            <pc:sldMk cId="4114463345" sldId="283"/>
            <ac:inkMk id="108" creationId="{FE0ACAFD-08BE-4B08-B92F-EA4E08072D1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10"/>
          <ac:inkMkLst>
            <pc:docMk/>
            <pc:sldMk cId="4114463345" sldId="283"/>
            <ac:inkMk id="109" creationId="{A567EF2A-0279-4F9F-AD9C-6893CACFD81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9"/>
          <ac:inkMkLst>
            <pc:docMk/>
            <pc:sldMk cId="4114463345" sldId="283"/>
            <ac:inkMk id="110" creationId="{F216DFC0-BA1B-4CAE-854C-960EB20C05C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8"/>
          <ac:inkMkLst>
            <pc:docMk/>
            <pc:sldMk cId="4114463345" sldId="283"/>
            <ac:inkMk id="111" creationId="{1ADC865C-3175-49A5-8C22-91D4CB57B55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6"/>
          <ac:inkMkLst>
            <pc:docMk/>
            <pc:sldMk cId="4114463345" sldId="283"/>
            <ac:inkMk id="117" creationId="{48017E29-EB0D-4290-8F1E-1EC035446A8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7"/>
          <ac:inkMkLst>
            <pc:docMk/>
            <pc:sldMk cId="4114463345" sldId="283"/>
            <ac:inkMk id="123" creationId="{D648AB17-F731-4BD9-9C1C-15687CDE8DC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3"/>
          <ac:inkMkLst>
            <pc:docMk/>
            <pc:sldMk cId="4114463345" sldId="283"/>
            <ac:inkMk id="124" creationId="{BA665A4B-D88F-4877-BCBA-EE222BA6802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2"/>
          <ac:inkMkLst>
            <pc:docMk/>
            <pc:sldMk cId="4114463345" sldId="283"/>
            <ac:inkMk id="125" creationId="{537881BD-6435-47DB-8F16-7B3B1C95354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1:34.639" v="200"/>
          <ac:inkMkLst>
            <pc:docMk/>
            <pc:sldMk cId="4114463345" sldId="283"/>
            <ac:inkMk id="126" creationId="{46215F0A-A0EE-4A07-B51B-DE2C40BF65D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6"/>
          <ac:inkMkLst>
            <pc:docMk/>
            <pc:sldMk cId="4114463345" sldId="283"/>
            <ac:inkMk id="127" creationId="{90C1AEE0-8041-412C-A7D9-3839E7AC725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5"/>
          <ac:inkMkLst>
            <pc:docMk/>
            <pc:sldMk cId="4114463345" sldId="283"/>
            <ac:inkMk id="129" creationId="{FE79B900-47A5-444F-BB8D-C232727B77A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4"/>
          <ac:inkMkLst>
            <pc:docMk/>
            <pc:sldMk cId="4114463345" sldId="283"/>
            <ac:inkMk id="130" creationId="{5E8DE8B4-01FD-48E4-AE85-BF2827BDDA5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3"/>
          <ac:inkMkLst>
            <pc:docMk/>
            <pc:sldMk cId="4114463345" sldId="283"/>
            <ac:inkMk id="132" creationId="{DC56D548-305D-4AC2-84BE-2D709DC513D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2"/>
          <ac:inkMkLst>
            <pc:docMk/>
            <pc:sldMk cId="4114463345" sldId="283"/>
            <ac:inkMk id="133" creationId="{222136A0-D3D0-487B-86F7-9B6FB97C688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79" v="101"/>
          <ac:inkMkLst>
            <pc:docMk/>
            <pc:sldMk cId="4114463345" sldId="283"/>
            <ac:inkMk id="134" creationId="{01DCB552-345F-455A-A46F-ADCA2C30118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100"/>
          <ac:inkMkLst>
            <pc:docMk/>
            <pc:sldMk cId="4114463345" sldId="283"/>
            <ac:inkMk id="135" creationId="{6B101088-1B87-42FF-935D-C042ADB96B5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9"/>
          <ac:inkMkLst>
            <pc:docMk/>
            <pc:sldMk cId="4114463345" sldId="283"/>
            <ac:inkMk id="136" creationId="{5874DA9F-120B-4EE7-BC9E-DB95B1F9AB7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8"/>
          <ac:inkMkLst>
            <pc:docMk/>
            <pc:sldMk cId="4114463345" sldId="283"/>
            <ac:inkMk id="137" creationId="{29612DDE-C7B7-46B7-A903-6634D2E542D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7"/>
          <ac:inkMkLst>
            <pc:docMk/>
            <pc:sldMk cId="4114463345" sldId="283"/>
            <ac:inkMk id="138" creationId="{8E3C16BD-8102-47D5-9B0B-B1553AE8A23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6"/>
          <ac:inkMkLst>
            <pc:docMk/>
            <pc:sldMk cId="4114463345" sldId="283"/>
            <ac:inkMk id="139" creationId="{3B6BD335-8201-4D0F-888C-B06B4528A99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5"/>
          <ac:inkMkLst>
            <pc:docMk/>
            <pc:sldMk cId="4114463345" sldId="283"/>
            <ac:inkMk id="140" creationId="{FD9A6BAC-BAD3-4432-A329-710B391CB17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4"/>
          <ac:inkMkLst>
            <pc:docMk/>
            <pc:sldMk cId="4114463345" sldId="283"/>
            <ac:inkMk id="141" creationId="{BF3EF435-E2D9-4F40-A4BC-B71C5D157DA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3"/>
          <ac:inkMkLst>
            <pc:docMk/>
            <pc:sldMk cId="4114463345" sldId="283"/>
            <ac:inkMk id="142" creationId="{7CB37D2F-D930-4D8B-9459-A12674D2E3B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2"/>
          <ac:inkMkLst>
            <pc:docMk/>
            <pc:sldMk cId="4114463345" sldId="283"/>
            <ac:inkMk id="143" creationId="{E92A324D-4844-409B-9094-9D927459E42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1"/>
          <ac:inkMkLst>
            <pc:docMk/>
            <pc:sldMk cId="4114463345" sldId="283"/>
            <ac:inkMk id="144" creationId="{27E83A31-5C2D-4CC8-9975-DF6F5C21EBD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90"/>
          <ac:inkMkLst>
            <pc:docMk/>
            <pc:sldMk cId="4114463345" sldId="283"/>
            <ac:inkMk id="145" creationId="{353BE63A-2E86-4572-94C2-F8E086B5366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9"/>
          <ac:inkMkLst>
            <pc:docMk/>
            <pc:sldMk cId="4114463345" sldId="283"/>
            <ac:inkMk id="146" creationId="{47D72FE6-8A60-4F71-AD32-41ABA55F422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8"/>
          <ac:inkMkLst>
            <pc:docMk/>
            <pc:sldMk cId="4114463345" sldId="283"/>
            <ac:inkMk id="147" creationId="{D2F86F29-45FE-4689-B1B8-5F7C6DA5C87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7"/>
          <ac:inkMkLst>
            <pc:docMk/>
            <pc:sldMk cId="4114463345" sldId="283"/>
            <ac:inkMk id="148" creationId="{DFDC2211-5F08-4E57-8819-51956BA9DE8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6"/>
          <ac:inkMkLst>
            <pc:docMk/>
            <pc:sldMk cId="4114463345" sldId="283"/>
            <ac:inkMk id="150" creationId="{ACF53B1C-75E0-4AD4-93D6-679203569A2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5"/>
          <ac:inkMkLst>
            <pc:docMk/>
            <pc:sldMk cId="4114463345" sldId="283"/>
            <ac:inkMk id="151" creationId="{ACC9D073-3DBA-4D3A-9A52-187722D145C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4"/>
          <ac:inkMkLst>
            <pc:docMk/>
            <pc:sldMk cId="4114463345" sldId="283"/>
            <ac:inkMk id="152" creationId="{171E5DB3-9DEE-43FC-A101-3A167957EEF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3"/>
          <ac:inkMkLst>
            <pc:docMk/>
            <pc:sldMk cId="4114463345" sldId="283"/>
            <ac:inkMk id="153" creationId="{489AB5DA-8133-4EF7-ABD8-ACDAE62F87D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2"/>
          <ac:inkMkLst>
            <pc:docMk/>
            <pc:sldMk cId="4114463345" sldId="283"/>
            <ac:inkMk id="154" creationId="{E498E35A-56F5-4FB7-AA0E-CFBF84CA188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1"/>
          <ac:inkMkLst>
            <pc:docMk/>
            <pc:sldMk cId="4114463345" sldId="283"/>
            <ac:inkMk id="155" creationId="{E5F81DC7-24EA-4499-8926-C661D64F0AB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80"/>
          <ac:inkMkLst>
            <pc:docMk/>
            <pc:sldMk cId="4114463345" sldId="283"/>
            <ac:inkMk id="156" creationId="{B0323827-EFCD-4E76-A336-233AF668A6A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79"/>
          <ac:inkMkLst>
            <pc:docMk/>
            <pc:sldMk cId="4114463345" sldId="283"/>
            <ac:inkMk id="157" creationId="{AD6F41CB-3894-4045-A01B-8C0DFB2CE3D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78"/>
          <ac:inkMkLst>
            <pc:docMk/>
            <pc:sldMk cId="4114463345" sldId="283"/>
            <ac:inkMk id="158" creationId="{9DB7D81A-B504-45E6-B215-ED03A5E43F7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77"/>
          <ac:inkMkLst>
            <pc:docMk/>
            <pc:sldMk cId="4114463345" sldId="283"/>
            <ac:inkMk id="159" creationId="{4437E8E4-34DB-41BF-8BC9-6A9232E74AD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76"/>
          <ac:inkMkLst>
            <pc:docMk/>
            <pc:sldMk cId="4114463345" sldId="283"/>
            <ac:inkMk id="160" creationId="{64660A4D-DC49-4A2E-95F8-5E2226B660F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64" v="75"/>
          <ac:inkMkLst>
            <pc:docMk/>
            <pc:sldMk cId="4114463345" sldId="283"/>
            <ac:inkMk id="166" creationId="{3DC15998-9D05-4922-B38A-1ED02714485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74"/>
          <ac:inkMkLst>
            <pc:docMk/>
            <pc:sldMk cId="4114463345" sldId="283"/>
            <ac:inkMk id="167" creationId="{92815015-C31E-4428-8ED4-B62E16CC06B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73"/>
          <ac:inkMkLst>
            <pc:docMk/>
            <pc:sldMk cId="4114463345" sldId="283"/>
            <ac:inkMk id="169" creationId="{99A54400-707A-446B-A637-221F238B8EB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72"/>
          <ac:inkMkLst>
            <pc:docMk/>
            <pc:sldMk cId="4114463345" sldId="283"/>
            <ac:inkMk id="170" creationId="{8B3CF3C9-8B50-4285-98AB-A72C3F27D89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71"/>
          <ac:inkMkLst>
            <pc:docMk/>
            <pc:sldMk cId="4114463345" sldId="283"/>
            <ac:inkMk id="171" creationId="{E96423E1-99D2-49A0-99F3-CBA54EF61AF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1"/>
          <ac:inkMkLst>
            <pc:docMk/>
            <pc:sldMk cId="4114463345" sldId="283"/>
            <ac:inkMk id="172" creationId="{9A6977AC-B866-4493-8229-E72DD67BF0F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80"/>
          <ac:inkMkLst>
            <pc:docMk/>
            <pc:sldMk cId="4114463345" sldId="283"/>
            <ac:inkMk id="177" creationId="{C452C1D1-8746-4AA0-B3CA-208CB9F548C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9.389" v="179"/>
          <ac:inkMkLst>
            <pc:docMk/>
            <pc:sldMk cId="4114463345" sldId="283"/>
            <ac:inkMk id="178" creationId="{C6BADE26-F845-4F8E-9D9B-EDA61069022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1.217" v="176"/>
          <ac:inkMkLst>
            <pc:docMk/>
            <pc:sldMk cId="4114463345" sldId="283"/>
            <ac:inkMk id="185" creationId="{9E7F50BE-0460-4FD5-8BFB-3F3CAEA29BA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9"/>
          <ac:inkMkLst>
            <pc:docMk/>
            <pc:sldMk cId="4114463345" sldId="283"/>
            <ac:inkMk id="186" creationId="{38232421-F956-4001-BCAC-A73F119862F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51.217" v="175"/>
          <ac:inkMkLst>
            <pc:docMk/>
            <pc:sldMk cId="4114463345" sldId="283"/>
            <ac:inkMk id="187" creationId="{D29FCC70-678E-4A4F-AE29-FD2D3A84CB3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8"/>
          <ac:inkMkLst>
            <pc:docMk/>
            <pc:sldMk cId="4114463345" sldId="283"/>
            <ac:inkMk id="188" creationId="{3900DAA0-59F5-4F07-834F-21A12841DF4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7"/>
          <ac:inkMkLst>
            <pc:docMk/>
            <pc:sldMk cId="4114463345" sldId="283"/>
            <ac:inkMk id="189" creationId="{2BB8C850-EC27-4C7B-95C2-A4C225D573C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6"/>
          <ac:inkMkLst>
            <pc:docMk/>
            <pc:sldMk cId="4114463345" sldId="283"/>
            <ac:inkMk id="190" creationId="{4BBA84B5-63BF-46A1-B66B-DA8BC27AEBF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5"/>
          <ac:inkMkLst>
            <pc:docMk/>
            <pc:sldMk cId="4114463345" sldId="283"/>
            <ac:inkMk id="191" creationId="{30979523-26D7-4BF6-A671-285CC13D555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4"/>
          <ac:inkMkLst>
            <pc:docMk/>
            <pc:sldMk cId="4114463345" sldId="283"/>
            <ac:inkMk id="192" creationId="{18141A0E-FDF1-4036-AFC9-AEC48E97CC1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3"/>
          <ac:inkMkLst>
            <pc:docMk/>
            <pc:sldMk cId="4114463345" sldId="283"/>
            <ac:inkMk id="193" creationId="{81725633-AC6D-46F9-9BB8-717CB3B4515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2"/>
          <ac:inkMkLst>
            <pc:docMk/>
            <pc:sldMk cId="4114463345" sldId="283"/>
            <ac:inkMk id="194" creationId="{9DE69CE8-4D5F-45F6-9B38-3FB5E43EE0B1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1"/>
          <ac:inkMkLst>
            <pc:docMk/>
            <pc:sldMk cId="4114463345" sldId="283"/>
            <ac:inkMk id="200" creationId="{57BC8BAE-D5F4-4322-94E3-758445E1CF5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60"/>
          <ac:inkMkLst>
            <pc:docMk/>
            <pc:sldMk cId="4114463345" sldId="283"/>
            <ac:inkMk id="201" creationId="{809E39C8-7AF2-46C9-8BB6-EDC85889FB6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9"/>
          <ac:inkMkLst>
            <pc:docMk/>
            <pc:sldMk cId="4114463345" sldId="283"/>
            <ac:inkMk id="202" creationId="{D66E71F5-A455-422B-B289-09DDEE5853F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8"/>
          <ac:inkMkLst>
            <pc:docMk/>
            <pc:sldMk cId="4114463345" sldId="283"/>
            <ac:inkMk id="203" creationId="{789AA218-6B97-4A83-99AB-3940123830C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7"/>
          <ac:inkMkLst>
            <pc:docMk/>
            <pc:sldMk cId="4114463345" sldId="283"/>
            <ac:inkMk id="204" creationId="{847D3390-701D-457A-B515-AB8279F4A8C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6"/>
          <ac:inkMkLst>
            <pc:docMk/>
            <pc:sldMk cId="4114463345" sldId="283"/>
            <ac:inkMk id="205" creationId="{F98D2FD5-1CB8-4D23-8964-6BC149BB5D8A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5"/>
          <ac:inkMkLst>
            <pc:docMk/>
            <pc:sldMk cId="4114463345" sldId="283"/>
            <ac:inkMk id="206" creationId="{16624972-E26D-43A6-9D07-7AC21830B5B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4"/>
          <ac:inkMkLst>
            <pc:docMk/>
            <pc:sldMk cId="4114463345" sldId="283"/>
            <ac:inkMk id="207" creationId="{8CDE425C-4CD1-489C-A9B6-45098B78B42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3"/>
          <ac:inkMkLst>
            <pc:docMk/>
            <pc:sldMk cId="4114463345" sldId="283"/>
            <ac:inkMk id="208" creationId="{C80BA29E-C0BD-41FC-A129-070F2522609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2"/>
          <ac:inkMkLst>
            <pc:docMk/>
            <pc:sldMk cId="4114463345" sldId="283"/>
            <ac:inkMk id="209" creationId="{A0102B2C-75ED-409D-BC77-AE538850030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1"/>
          <ac:inkMkLst>
            <pc:docMk/>
            <pc:sldMk cId="4114463345" sldId="283"/>
            <ac:inkMk id="210" creationId="{A3AE4500-932A-4F99-BD39-86D4A8EBFA4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50"/>
          <ac:inkMkLst>
            <pc:docMk/>
            <pc:sldMk cId="4114463345" sldId="283"/>
            <ac:inkMk id="211" creationId="{0CD1DCE4-255F-428F-98EB-BFCB63D4C5D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49"/>
          <ac:inkMkLst>
            <pc:docMk/>
            <pc:sldMk cId="4114463345" sldId="283"/>
            <ac:inkMk id="212" creationId="{54D9B3D3-1A3C-4F91-8ECE-9A7F21F80B0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48"/>
          <ac:inkMkLst>
            <pc:docMk/>
            <pc:sldMk cId="4114463345" sldId="283"/>
            <ac:inkMk id="215" creationId="{9905B99D-7A14-4EBD-8CC9-4385B1D8861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47"/>
          <ac:inkMkLst>
            <pc:docMk/>
            <pc:sldMk cId="4114463345" sldId="283"/>
            <ac:inkMk id="221" creationId="{E67F0782-D568-4B96-8307-7CEAC9D134B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46"/>
          <ac:inkMkLst>
            <pc:docMk/>
            <pc:sldMk cId="4114463345" sldId="283"/>
            <ac:inkMk id="222" creationId="{36ACDEFA-1DB4-4ED8-BA31-14148092DFB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48" v="45"/>
          <ac:inkMkLst>
            <pc:docMk/>
            <pc:sldMk cId="4114463345" sldId="283"/>
            <ac:inkMk id="225" creationId="{48E02D74-EE60-40DC-90F2-E6760F109310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44"/>
          <ac:inkMkLst>
            <pc:docMk/>
            <pc:sldMk cId="4114463345" sldId="283"/>
            <ac:inkMk id="226" creationId="{0D2EFC52-D32F-4111-AA3F-678DAEC9904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43"/>
          <ac:inkMkLst>
            <pc:docMk/>
            <pc:sldMk cId="4114463345" sldId="283"/>
            <ac:inkMk id="227" creationId="{D1E908F0-E6B5-458F-9EEB-7D31CB3B995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9"/>
          <ac:inkMkLst>
            <pc:docMk/>
            <pc:sldMk cId="4114463345" sldId="283"/>
            <ac:inkMk id="232" creationId="{DD19F845-F06B-422E-82F7-87D88057575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8"/>
          <ac:inkMkLst>
            <pc:docMk/>
            <pc:sldMk cId="4114463345" sldId="283"/>
            <ac:inkMk id="233" creationId="{80A232A4-1B33-48EA-9936-2888A021A75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7"/>
          <ac:inkMkLst>
            <pc:docMk/>
            <pc:sldMk cId="4114463345" sldId="283"/>
            <ac:inkMk id="234" creationId="{CB7222F2-D0B4-4752-9EB6-E67D93BAFAB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6"/>
          <ac:inkMkLst>
            <pc:docMk/>
            <pc:sldMk cId="4114463345" sldId="283"/>
            <ac:inkMk id="236" creationId="{6B25577B-6CB8-4156-92A1-A7436B4FCCC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5"/>
          <ac:inkMkLst>
            <pc:docMk/>
            <pc:sldMk cId="4114463345" sldId="283"/>
            <ac:inkMk id="237" creationId="{57C101E0-7B96-40B6-9DD3-FE309354971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4"/>
          <ac:inkMkLst>
            <pc:docMk/>
            <pc:sldMk cId="4114463345" sldId="283"/>
            <ac:inkMk id="238" creationId="{1BC7BA2E-5362-4C12-87B3-BC11933487A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3"/>
          <ac:inkMkLst>
            <pc:docMk/>
            <pc:sldMk cId="4114463345" sldId="283"/>
            <ac:inkMk id="239" creationId="{412B7084-E58D-4FFB-81D6-785834D1B30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2"/>
          <ac:inkMkLst>
            <pc:docMk/>
            <pc:sldMk cId="4114463345" sldId="283"/>
            <ac:inkMk id="240" creationId="{5DAC3B0B-B817-4190-885D-BC68FD80B7A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1"/>
          <ac:inkMkLst>
            <pc:docMk/>
            <pc:sldMk cId="4114463345" sldId="283"/>
            <ac:inkMk id="247" creationId="{96F019C6-F90E-4F1D-AC9E-5F93E8F6545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30"/>
          <ac:inkMkLst>
            <pc:docMk/>
            <pc:sldMk cId="4114463345" sldId="283"/>
            <ac:inkMk id="248" creationId="{CC5FD79B-F5BD-4734-A1DF-8402BFDAFE2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9"/>
          <ac:inkMkLst>
            <pc:docMk/>
            <pc:sldMk cId="4114463345" sldId="283"/>
            <ac:inkMk id="249" creationId="{96869AA8-887D-43D2-BC7A-F3CC25B09AC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8"/>
          <ac:inkMkLst>
            <pc:docMk/>
            <pc:sldMk cId="4114463345" sldId="283"/>
            <ac:inkMk id="250" creationId="{1B5650CD-3C94-4B6F-A3F2-3EDFE9C4802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7"/>
          <ac:inkMkLst>
            <pc:docMk/>
            <pc:sldMk cId="4114463345" sldId="283"/>
            <ac:inkMk id="251" creationId="{05F8E732-B225-46E9-AC03-8DC64C41F66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6"/>
          <ac:inkMkLst>
            <pc:docMk/>
            <pc:sldMk cId="4114463345" sldId="283"/>
            <ac:inkMk id="252" creationId="{5962AB45-3D1E-4E28-AA5D-27D787BB3937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5"/>
          <ac:inkMkLst>
            <pc:docMk/>
            <pc:sldMk cId="4114463345" sldId="283"/>
            <ac:inkMk id="258" creationId="{342DE3AF-0D1E-46AE-A23B-F70A362E4DC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4"/>
          <ac:inkMkLst>
            <pc:docMk/>
            <pc:sldMk cId="4114463345" sldId="283"/>
            <ac:inkMk id="265" creationId="{B44C1824-0C9A-4248-B523-32AA482721C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3"/>
          <ac:inkMkLst>
            <pc:docMk/>
            <pc:sldMk cId="4114463345" sldId="283"/>
            <ac:inkMk id="266" creationId="{CF21177E-E07F-4376-A981-56509132B8F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2"/>
          <ac:inkMkLst>
            <pc:docMk/>
            <pc:sldMk cId="4114463345" sldId="283"/>
            <ac:inkMk id="267" creationId="{8427E2FD-0122-4314-8933-013C13D3C17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1"/>
          <ac:inkMkLst>
            <pc:docMk/>
            <pc:sldMk cId="4114463345" sldId="283"/>
            <ac:inkMk id="268" creationId="{F198A340-F259-4C3B-8612-D596C88DAF4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20"/>
          <ac:inkMkLst>
            <pc:docMk/>
            <pc:sldMk cId="4114463345" sldId="283"/>
            <ac:inkMk id="269" creationId="{6D49CB89-8CDF-4BFE-84E1-45A4F8CAC28C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19"/>
          <ac:inkMkLst>
            <pc:docMk/>
            <pc:sldMk cId="4114463345" sldId="283"/>
            <ac:inkMk id="270" creationId="{FCD19229-CC6C-495B-BA68-1D87421C662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32" v="18"/>
          <ac:inkMkLst>
            <pc:docMk/>
            <pc:sldMk cId="4114463345" sldId="283"/>
            <ac:inkMk id="271" creationId="{EE20D381-0AD3-4A6C-AE63-E6F5FB336D62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7"/>
          <ac:inkMkLst>
            <pc:docMk/>
            <pc:sldMk cId="4114463345" sldId="283"/>
            <ac:inkMk id="272" creationId="{DD307DDE-B8BB-46F9-A29A-BF2DA41DD70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6"/>
          <ac:inkMkLst>
            <pc:docMk/>
            <pc:sldMk cId="4114463345" sldId="283"/>
            <ac:inkMk id="273" creationId="{6D4558AF-09EF-4A8C-B2A6-44C01C55AE2D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5"/>
          <ac:inkMkLst>
            <pc:docMk/>
            <pc:sldMk cId="4114463345" sldId="283"/>
            <ac:inkMk id="274" creationId="{479D93F4-DF1B-424F-8105-CFDDEF61DA43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4"/>
          <ac:inkMkLst>
            <pc:docMk/>
            <pc:sldMk cId="4114463345" sldId="283"/>
            <ac:inkMk id="275" creationId="{BA850880-0E8F-46F6-9CBD-141B51090B05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3"/>
          <ac:inkMkLst>
            <pc:docMk/>
            <pc:sldMk cId="4114463345" sldId="283"/>
            <ac:inkMk id="276" creationId="{DB6B2EFA-EC3B-4890-87F8-57AA4D3D9A6F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2"/>
          <ac:inkMkLst>
            <pc:docMk/>
            <pc:sldMk cId="4114463345" sldId="283"/>
            <ac:inkMk id="277" creationId="{F3F76306-4874-4EC7-B59B-2FFE2C4719A4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1"/>
          <ac:inkMkLst>
            <pc:docMk/>
            <pc:sldMk cId="4114463345" sldId="283"/>
            <ac:inkMk id="278" creationId="{02D9A39D-FE89-4711-B80A-B5DE748DF81E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10"/>
          <ac:inkMkLst>
            <pc:docMk/>
            <pc:sldMk cId="4114463345" sldId="283"/>
            <ac:inkMk id="279" creationId="{21E60D1C-7374-46BF-8DEB-9FED281CC2F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9"/>
          <ac:inkMkLst>
            <pc:docMk/>
            <pc:sldMk cId="4114463345" sldId="283"/>
            <ac:inkMk id="280" creationId="{E0D921CE-2AA4-4B7B-A850-4D4494C68D66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8"/>
          <ac:inkMkLst>
            <pc:docMk/>
            <pc:sldMk cId="4114463345" sldId="283"/>
            <ac:inkMk id="281" creationId="{252E64C9-91D7-459B-AD28-D28B9142A01B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7"/>
          <ac:inkMkLst>
            <pc:docMk/>
            <pc:sldMk cId="4114463345" sldId="283"/>
            <ac:inkMk id="282" creationId="{AAE01D23-63FC-4723-8C5D-7406FF4A3298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6"/>
          <ac:inkMkLst>
            <pc:docMk/>
            <pc:sldMk cId="4114463345" sldId="283"/>
            <ac:inkMk id="283" creationId="{5FC8732D-9C07-41AB-B6D4-EEE6170D9E09}"/>
          </ac:inkMkLst>
        </pc:inkChg>
        <pc:inkChg chg="del">
          <ac:chgData name="Guest User" userId="S::urn:spo:anon#bcf4ae2b5d1b6938af98b262ca09693389db5617b762dc160d4d60fbedaadefe::" providerId="AD" clId="Web-{F7C89684-9481-5F11-ED76-482F14DDF8EB}" dt="2022-03-22T10:50:44.217" v="5"/>
          <ac:inkMkLst>
            <pc:docMk/>
            <pc:sldMk cId="4114463345" sldId="283"/>
            <ac:inkMk id="284" creationId="{B473940F-716E-4CE7-A252-F8DE07757C26}"/>
          </ac:inkMkLst>
        </pc:ink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41" creationId="{798B2D4A-7143-C6B5-59DB-73FDB2F2B45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42" creationId="{589DE6FF-7812-6A7F-F7EB-97136B21378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3" creationId="{45A7663B-CAA7-8B06-7186-C9C12EB5B12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4" creationId="{F16F9B30-8131-E9A9-E913-6A88E2C8B59A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5" creationId="{7AF693DB-DF14-1C19-DC11-91D8DA89A475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6" creationId="{9829DEDE-9057-16EB-2EC9-0317EC58833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7" creationId="{1D5A9B38-6DD2-3BA8-AD74-05CC0DF4EDD5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59" creationId="{00CCF235-7B0B-9DBE-1B57-F1328A8316A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60" creationId="{9EE40EA7-DE68-3788-3D49-EBBBB77C9A8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61" creationId="{D7F51B46-B16D-56D9-EFED-B99B47D94CD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62" creationId="{D48211A2-00EA-EA01-743A-502BC09E84D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63" creationId="{6808FB88-BCA0-5B6D-B4C5-9AB6C53460F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64" creationId="{1D84216E-BBA9-5D8C-4CF8-E5EE999AED7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85" creationId="{4009E362-801B-441A-695F-6A973577CFA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86" creationId="{A43291B8-03BE-500C-9A16-80E89556A63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87" creationId="{208A4F3B-02CC-B45D-0CBB-D6DFD3CF2976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88" creationId="{178AB367-8689-2558-217C-E06239F962D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89" creationId="{FACEB677-715A-13A9-6B79-93A176DC4305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0" creationId="{DE7B1AB8-14AF-D7F5-D3F1-8ADBB61C2FA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1" creationId="{786EE658-CD9A-ACB6-F294-02D10C450DD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2" creationId="{C7B6D172-0B97-B2B2-A128-DADFE4B72E6C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3" creationId="{B3718560-58BD-A925-640F-0FB1A04D600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4" creationId="{407EC070-3BBE-8D4E-3621-06F7612F256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5" creationId="{31950773-EA95-F726-A185-D1CBBF505DF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296" creationId="{5DDBECF4-198F-6B3E-272C-A2A95728780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1" creationId="{1660D05E-2FE3-CA78-5DE8-BA06D5C8D90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2" creationId="{184269BE-DEAD-6BC3-E9FB-445CF4EC7EB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3" creationId="{2B9480AD-0AA7-D726-CF69-FF4F199523EA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4" creationId="{FAB40480-3B1C-F32A-0164-41D34575614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5" creationId="{0C2EA7B4-6536-A5B4-BE5B-208EBF31E035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8" creationId="{5DB20EAC-A79E-3BCD-2A30-1CD2A7A1C4D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09" creationId="{12322CB4-C544-4EF9-A0C5-9CCD225FBBC6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0" creationId="{C7F3F8F8-CF57-F17D-05DD-BF1169897E3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1" creationId="{1DE5D1DC-DFE4-E806-8C5B-F4B8BDD79ED8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2" creationId="{83E46B2B-E8CE-C379-91BB-C62FE517929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3" creationId="{AF68B324-1521-300B-603C-ACA53D4A4FBA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4" creationId="{26B3E924-DB3A-1A06-F0E2-B09D326A6C5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5" creationId="{FF392A03-0984-3A48-24C0-2428ECADBBF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6" creationId="{3C087CF2-6017-2362-7430-3218AD2820C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7" creationId="{AA3575DF-27FF-1BDA-6588-64C94D44DDF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8" creationId="{46986125-139D-A7EB-0A3C-EEA72D8DFBF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19" creationId="{915F0041-F7D9-E5B4-75B6-A9FDC9031E0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0" creationId="{8E0AB4FE-508D-443E-C6E1-C822F6BE36F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1" creationId="{29AC8B4F-FD52-45C5-D921-BB6E578802E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2" creationId="{A4EC1E2B-8770-5DFD-675E-574AE66D1011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3" creationId="{5DF1D557-DCED-2FF8-2CA5-F3FBF09CC658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4" creationId="{EA144934-5FBA-F6D0-25CF-78A4EAD15FE6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5" creationId="{94E50206-4C31-47A5-E47D-D26044D74DA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6" creationId="{C7B5FA45-CBCA-8D08-F1FA-387CF4CD8901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7" creationId="{F6618A41-E32A-46CE-75F3-51488C121E9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28" creationId="{FE2B2794-8691-DD9C-8674-36442E2A9B8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39" creationId="{084719A3-730F-C2DA-5AC3-C37E6696F32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40" creationId="{96F90356-2EB1-B73A-D1A1-E82E624D96F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42" creationId="{594B56DD-38B9-939B-5833-1A7D0CCE651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43" creationId="{02611DCB-A2AC-9602-0A68-17645ED1997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49" creationId="{B2EE80FD-9CFE-D929-6EEC-66A18C03CA0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0" creationId="{3BF47D76-9B53-1A27-38A9-2732959466CE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1" creationId="{A94E6AB4-D85E-5119-61C0-210670FC8661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2" creationId="{586B092A-6AD1-596B-1D8E-BE49CEA5B847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3" creationId="{82E5A004-B670-A7D0-4E4A-75841BFF771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4" creationId="{615A459D-EDD5-3FA6-39B4-72E3B19E4E6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5" creationId="{1964DB95-0A88-3C88-42AD-93C1168CDDE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6" creationId="{3293EC48-9BD8-0DD7-5714-CE129171F99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57" creationId="{2E0C75D9-7BB4-125A-4402-008CAE85A78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61" creationId="{A3A8E20D-5C13-B07D-DE30-BCC0205F9AE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65" creationId="{59D6A6F3-F578-E5C1-EA06-F5DA939F8A6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70" creationId="{7DF9FD0D-1A59-ED89-2A77-7EE4753480A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71" creationId="{5C32996C-37C4-055C-8EA7-84E572053B78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77" creationId="{3FA8C05B-E3C0-FABB-497B-EB5026280EA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79" creationId="{ACE262B8-090F-9018-EF59-4E7846CB74E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2" creationId="{6F0B0663-D676-0BD2-47B2-3D992D4D0E5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3" creationId="{9A95259A-2AA1-3489-191E-3CE23010F4DF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4" creationId="{0FD1CA14-72C2-34D9-5F59-AE3AFB9E95F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5" creationId="{594076BF-DDC9-2097-628D-037E190669C8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6" creationId="{8773C81C-AB01-2CB9-1A45-1FB43D89DF76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7" creationId="{9BC2F49A-EFC3-F16C-D5A0-5D21F91801E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8" creationId="{123B0A2B-0479-EFC6-A1AE-93CB632B334A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89" creationId="{D46638E7-FD3C-0FD0-DEEF-CF39ABDA3F9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0" creationId="{9922E445-C724-F49E-4F5F-86D189C0217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1" creationId="{C28801EA-69CB-8FAB-0339-E23A1B3C5E8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2" creationId="{A44829B4-5FF8-DC62-9004-788E74967D3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3" creationId="{B63998EE-E36E-5496-F70B-492AC81E28D5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4" creationId="{6280B0E5-03F9-20A9-2597-FB5D3F8EE31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5" creationId="{22179369-F69A-AB9F-59FE-E0D1E596E9EA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6" creationId="{1A6DC9CC-A1B0-7572-EC24-01C28F71648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7" creationId="{27037CAC-EA68-2C68-4D3D-07777FD1EA2F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8" creationId="{AA1217C4-854B-9007-1EEC-254DAB049CD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399" creationId="{79D93ECC-8FD0-2CD3-94EC-6217F54930D3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0" creationId="{054129AC-E77E-E797-8F7D-8AAA798CC99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1" creationId="{D4BF2A85-5C13-E21E-B741-9766048EB76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2" creationId="{4919EBBC-9E94-5A8E-B194-7072963556F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3" creationId="{F1ADBB3E-4E3D-1F07-3185-BCDE0D61134F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4" creationId="{04316168-B496-BCC7-1682-F6ED6BD0913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05" creationId="{3DD00B00-9B6C-1474-5210-7AA69184CA3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0" creationId="{7335F319-E18A-EB5B-5C30-59DE4CA7142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4" creationId="{400F5167-345F-2B20-37E8-AFBA6D26D05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5" creationId="{C41C5989-0FE8-0845-DF10-C959F3E2D2B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6" creationId="{61D4628D-1F0F-01C8-16D7-256A958299F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7" creationId="{CFF2A4EF-7C74-3559-C571-DCBCD38359B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8" creationId="{1251C620-CA95-ADBE-AE63-62645F982E8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19" creationId="{AB801B2C-B6F0-F54A-356B-DC341C3DCFB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20" creationId="{3BA9ADF2-0B4E-CD56-EC8A-864A4B1358D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29" creationId="{B815E08C-4138-5016-51CE-A974D301003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0" creationId="{8006982E-C4F5-2FBB-6093-757110D5E2C9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2" creationId="{CA7AA909-A591-62FA-0F5A-6B29FBC56931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3" creationId="{784C16F8-7561-D485-4C91-AECD1F549964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5" creationId="{4EA60F0E-7FCF-336C-7833-5B33BA30E7CF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6" creationId="{F7686C2C-DA33-27AF-990F-785DC7F92241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8" creationId="{F55AC61C-A993-5CAC-E067-5F92B91A52E2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39" creationId="{5057693E-33D4-28BD-A368-A6F58A680600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41" creationId="{0AAE3398-FD91-6EDB-0F1E-9FC39BB6272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42" creationId="{40AFB7E2-FDBF-3D76-7036-D0F493591D3D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44" creationId="{2065C1BE-3036-BC57-6139-4C9511396C0B}"/>
          </ac:cxnSpMkLst>
        </pc:cxnChg>
        <pc:cxnChg chg="add">
          <ac:chgData name="Guest User" userId="S::urn:spo:anon#bcf4ae2b5d1b6938af98b262ca09693389db5617b762dc160d4d60fbedaadefe::" providerId="AD" clId="Web-{F7C89684-9481-5F11-ED76-482F14DDF8EB}" dt="2022-03-22T10:53:15.125" v="207"/>
          <ac:cxnSpMkLst>
            <pc:docMk/>
            <pc:sldMk cId="4114463345" sldId="283"/>
            <ac:cxnSpMk id="445" creationId="{B324531E-78EF-96FF-966F-E7DAF87C2958}"/>
          </ac:cxnSpMkLst>
        </pc:cxnChg>
      </pc:sldChg>
    </pc:docChg>
  </pc:docChgLst>
  <pc:docChgLst>
    <pc:chgData name="Guest User" userId="S::urn:spo:anon#bcf4ae2b5d1b6938af98b262ca09693389db5617b762dc160d4d60fbedaadefe::" providerId="AD" clId="Web-{B926A8F7-069F-EB9E-9D66-C660FDC3FAE4}"/>
    <pc:docChg chg="modSld">
      <pc:chgData name="Guest User" userId="S::urn:spo:anon#bcf4ae2b5d1b6938af98b262ca09693389db5617b762dc160d4d60fbedaadefe::" providerId="AD" clId="Web-{B926A8F7-069F-EB9E-9D66-C660FDC3FAE4}" dt="2022-03-23T11:02:27.667" v="41" actId="14100"/>
      <pc:docMkLst>
        <pc:docMk/>
      </pc:docMkLst>
      <pc:sldChg chg="addSp modSp">
        <pc:chgData name="Guest User" userId="S::urn:spo:anon#bcf4ae2b5d1b6938af98b262ca09693389db5617b762dc160d4d60fbedaadefe::" providerId="AD" clId="Web-{B926A8F7-069F-EB9E-9D66-C660FDC3FAE4}" dt="2022-03-23T11:02:27.667" v="41" actId="14100"/>
        <pc:sldMkLst>
          <pc:docMk/>
          <pc:sldMk cId="2210726384" sldId="284"/>
        </pc:sldMkLst>
        <pc:spChg chg="mod">
          <ac:chgData name="Guest User" userId="S::urn:spo:anon#bcf4ae2b5d1b6938af98b262ca09693389db5617b762dc160d4d60fbedaadefe::" providerId="AD" clId="Web-{B926A8F7-069F-EB9E-9D66-C660FDC3FAE4}" dt="2022-03-23T11:02:27.667" v="41" actId="14100"/>
          <ac:spMkLst>
            <pc:docMk/>
            <pc:sldMk cId="2210726384" sldId="284"/>
            <ac:spMk id="4" creationId="{DF735B75-5397-985C-A972-D19211851CB3}"/>
          </ac:spMkLst>
        </pc:spChg>
        <pc:picChg chg="add mod">
          <ac:chgData name="Guest User" userId="S::urn:spo:anon#bcf4ae2b5d1b6938af98b262ca09693389db5617b762dc160d4d60fbedaadefe::" providerId="AD" clId="Web-{B926A8F7-069F-EB9E-9D66-C660FDC3FAE4}" dt="2022-03-23T10:43:43.788" v="3" actId="14100"/>
          <ac:picMkLst>
            <pc:docMk/>
            <pc:sldMk cId="2210726384" sldId="284"/>
            <ac:picMk id="2" creationId="{E5897EE3-ACB7-3236-5519-D2C567E273DD}"/>
          </ac:picMkLst>
        </pc:picChg>
      </pc:sldChg>
    </pc:docChg>
  </pc:docChgLst>
  <pc:docChgLst>
    <pc:chgData name="PRIYANGSI DEY" userId="S::priyangsi_d@ee.iitr.ac.in::173d9273-d743-4272-a32b-92f54c0c308f" providerId="AD" clId="Web-{6DA581CA-840E-533D-78E6-C10175B11576}"/>
    <pc:docChg chg="modSld">
      <pc:chgData name="PRIYANGSI DEY" userId="S::priyangsi_d@ee.iitr.ac.in::173d9273-d743-4272-a32b-92f54c0c308f" providerId="AD" clId="Web-{6DA581CA-840E-533D-78E6-C10175B11576}" dt="2022-03-26T22:33:39.479" v="8"/>
      <pc:docMkLst>
        <pc:docMk/>
      </pc:docMkLst>
      <pc:sldChg chg="addSp delSp modSp">
        <pc:chgData name="PRIYANGSI DEY" userId="S::priyangsi_d@ee.iitr.ac.in::173d9273-d743-4272-a32b-92f54c0c308f" providerId="AD" clId="Web-{6DA581CA-840E-533D-78E6-C10175B11576}" dt="2022-03-26T22:33:23.479" v="7"/>
        <pc:sldMkLst>
          <pc:docMk/>
          <pc:sldMk cId="4193068333" sldId="267"/>
        </pc:sldMkLst>
        <pc:picChg chg="add mod">
          <ac:chgData name="PRIYANGSI DEY" userId="S::priyangsi_d@ee.iitr.ac.in::173d9273-d743-4272-a32b-92f54c0c308f" providerId="AD" clId="Web-{6DA581CA-840E-533D-78E6-C10175B11576}" dt="2022-03-26T22:33:23.479" v="7"/>
          <ac:picMkLst>
            <pc:docMk/>
            <pc:sldMk cId="4193068333" sldId="267"/>
            <ac:picMk id="2" creationId="{DCDF7AAC-3C61-0F35-103D-6C1886C84237}"/>
          </ac:picMkLst>
        </pc:picChg>
        <pc:picChg chg="del">
          <ac:chgData name="PRIYANGSI DEY" userId="S::priyangsi_d@ee.iitr.ac.in::173d9273-d743-4272-a32b-92f54c0c308f" providerId="AD" clId="Web-{6DA581CA-840E-533D-78E6-C10175B11576}" dt="2022-03-26T22:32:58.635" v="2"/>
          <ac:picMkLst>
            <pc:docMk/>
            <pc:sldMk cId="4193068333" sldId="267"/>
            <ac:picMk id="4" creationId="{A68E6B4B-206F-F6AA-3FEB-56842B130170}"/>
          </ac:picMkLst>
        </pc:picChg>
        <pc:picChg chg="mod">
          <ac:chgData name="PRIYANGSI DEY" userId="S::priyangsi_d@ee.iitr.ac.in::173d9273-d743-4272-a32b-92f54c0c308f" providerId="AD" clId="Web-{6DA581CA-840E-533D-78E6-C10175B11576}" dt="2022-03-26T22:31:35.741" v="1"/>
          <ac:picMkLst>
            <pc:docMk/>
            <pc:sldMk cId="4193068333" sldId="267"/>
            <ac:picMk id="6" creationId="{B5FEDF05-8C3C-DCEB-16DD-5B7E37EE8D6B}"/>
          </ac:picMkLst>
        </pc:picChg>
        <pc:picChg chg="mod">
          <ac:chgData name="PRIYANGSI DEY" userId="S::priyangsi_d@ee.iitr.ac.in::173d9273-d743-4272-a32b-92f54c0c308f" providerId="AD" clId="Web-{6DA581CA-840E-533D-78E6-C10175B11576}" dt="2022-03-26T22:31:25.412" v="0"/>
          <ac:picMkLst>
            <pc:docMk/>
            <pc:sldMk cId="4193068333" sldId="267"/>
            <ac:picMk id="7" creationId="{F67D141F-1730-8EA9-5ECD-F02169124901}"/>
          </ac:picMkLst>
        </pc:picChg>
      </pc:sldChg>
      <pc:sldChg chg="modSp">
        <pc:chgData name="PRIYANGSI DEY" userId="S::priyangsi_d@ee.iitr.ac.in::173d9273-d743-4272-a32b-92f54c0c308f" providerId="AD" clId="Web-{6DA581CA-840E-533D-78E6-C10175B11576}" dt="2022-03-26T22:33:39.479" v="8"/>
        <pc:sldMkLst>
          <pc:docMk/>
          <pc:sldMk cId="2210726384" sldId="284"/>
        </pc:sldMkLst>
        <pc:picChg chg="mod">
          <ac:chgData name="PRIYANGSI DEY" userId="S::priyangsi_d@ee.iitr.ac.in::173d9273-d743-4272-a32b-92f54c0c308f" providerId="AD" clId="Web-{6DA581CA-840E-533D-78E6-C10175B11576}" dt="2022-03-26T22:33:39.479" v="8"/>
          <ac:picMkLst>
            <pc:docMk/>
            <pc:sldMk cId="2210726384" sldId="284"/>
            <ac:picMk id="2" creationId="{E5897EE3-ACB7-3236-5519-D2C567E273DD}"/>
          </ac:picMkLst>
        </pc:picChg>
      </pc:sldChg>
    </pc:docChg>
  </pc:docChgLst>
  <pc:docChgLst>
    <pc:chgData name="Guest User" userId="S::urn:spo:anon#bcf4ae2b5d1b6938af98b262ca09693389db5617b762dc160d4d60fbedaadefe::" providerId="AD" clId="Web-{3F8C8E2C-F24F-1BFC-166F-88A4E14B81B0}"/>
    <pc:docChg chg="modSld">
      <pc:chgData name="Guest User" userId="S::urn:spo:anon#bcf4ae2b5d1b6938af98b262ca09693389db5617b762dc160d4d60fbedaadefe::" providerId="AD" clId="Web-{3F8C8E2C-F24F-1BFC-166F-88A4E14B81B0}" dt="2022-03-23T09:57:59.836" v="53" actId="1076"/>
      <pc:docMkLst>
        <pc:docMk/>
      </pc:docMkLst>
      <pc:sldChg chg="addSp modSp">
        <pc:chgData name="Guest User" userId="S::urn:spo:anon#bcf4ae2b5d1b6938af98b262ca09693389db5617b762dc160d4d60fbedaadefe::" providerId="AD" clId="Web-{3F8C8E2C-F24F-1BFC-166F-88A4E14B81B0}" dt="2022-03-23T09:57:59.836" v="53" actId="1076"/>
        <pc:sldMkLst>
          <pc:docMk/>
          <pc:sldMk cId="4114463345" sldId="283"/>
        </pc:sldMkLst>
        <pc:spChg chg="mod">
          <ac:chgData name="Guest User" userId="S::urn:spo:anon#bcf4ae2b5d1b6938af98b262ca09693389db5617b762dc160d4d60fbedaadefe::" providerId="AD" clId="Web-{3F8C8E2C-F24F-1BFC-166F-88A4E14B81B0}" dt="2022-03-23T09:45:01.065" v="44" actId="20577"/>
          <ac:spMkLst>
            <pc:docMk/>
            <pc:sldMk cId="4114463345" sldId="283"/>
            <ac:spMk id="209" creationId="{84C6601A-F2A1-4381-A44A-E9AE85309357}"/>
          </ac:spMkLst>
        </pc:spChg>
        <pc:cxnChg chg="add mod">
          <ac:chgData name="Guest User" userId="S::urn:spo:anon#bcf4ae2b5d1b6938af98b262ca09693389db5617b762dc160d4d60fbedaadefe::" providerId="AD" clId="Web-{3F8C8E2C-F24F-1BFC-166F-88A4E14B81B0}" dt="2022-03-23T09:57:59.836" v="53" actId="1076"/>
          <ac:cxnSpMkLst>
            <pc:docMk/>
            <pc:sldMk cId="4114463345" sldId="283"/>
            <ac:cxnSpMk id="2" creationId="{1B0DB558-B7ED-6948-A698-BA86D74E0101}"/>
          </ac:cxnSpMkLst>
        </pc:cxnChg>
      </pc:sldChg>
    </pc:docChg>
  </pc:docChgLst>
  <pc:docChgLst>
    <pc:chgData name="Guest User" userId="S::urn:spo:anon#bcf4ae2b5d1b6938af98b262ca09693389db5617b762dc160d4d60fbedaadefe::" providerId="AD" clId="Web-{E71A1F77-4F13-0784-2EC6-1668400DDBFE}"/>
    <pc:docChg chg="modSld">
      <pc:chgData name="Guest User" userId="S::urn:spo:anon#bcf4ae2b5d1b6938af98b262ca09693389db5617b762dc160d4d60fbedaadefe::" providerId="AD" clId="Web-{E71A1F77-4F13-0784-2EC6-1668400DDBFE}" dt="2022-03-23T09:38:44.690" v="115" actId="1076"/>
      <pc:docMkLst>
        <pc:docMk/>
      </pc:docMkLst>
      <pc:sldChg chg="modSp">
        <pc:chgData name="Guest User" userId="S::urn:spo:anon#bcf4ae2b5d1b6938af98b262ca09693389db5617b762dc160d4d60fbedaadefe::" providerId="AD" clId="Web-{E71A1F77-4F13-0784-2EC6-1668400DDBFE}" dt="2022-03-23T09:38:44.690" v="115" actId="1076"/>
        <pc:sldMkLst>
          <pc:docMk/>
          <pc:sldMk cId="1080467880" sldId="275"/>
        </pc:sldMkLst>
        <pc:spChg chg="mod">
          <ac:chgData name="Guest User" userId="S::urn:spo:anon#bcf4ae2b5d1b6938af98b262ca09693389db5617b762dc160d4d60fbedaadefe::" providerId="AD" clId="Web-{E71A1F77-4F13-0784-2EC6-1668400DDBFE}" dt="2022-03-23T09:34:20.433" v="75" actId="20577"/>
          <ac:spMkLst>
            <pc:docMk/>
            <pc:sldMk cId="1080467880" sldId="275"/>
            <ac:spMk id="12" creationId="{D7E91FF2-E6B0-4910-84B7-B761F5C23159}"/>
          </ac:spMkLst>
        </pc:spChg>
        <pc:spChg chg="mod">
          <ac:chgData name="Guest User" userId="S::urn:spo:anon#bcf4ae2b5d1b6938af98b262ca09693389db5617b762dc160d4d60fbedaadefe::" providerId="AD" clId="Web-{E71A1F77-4F13-0784-2EC6-1668400DDBFE}" dt="2022-03-23T09:34:02.870" v="65" actId="20577"/>
          <ac:spMkLst>
            <pc:docMk/>
            <pc:sldMk cId="1080467880" sldId="275"/>
            <ac:spMk id="15" creationId="{CC28E32A-6248-47B9-A2BE-472327206C83}"/>
          </ac:spMkLst>
        </pc:spChg>
        <pc:spChg chg="mod">
          <ac:chgData name="Guest User" userId="S::urn:spo:anon#bcf4ae2b5d1b6938af98b262ca09693389db5617b762dc160d4d60fbedaadefe::" providerId="AD" clId="Web-{E71A1F77-4F13-0784-2EC6-1668400DDBFE}" dt="2022-03-23T09:36:52.656" v="111" actId="20577"/>
          <ac:spMkLst>
            <pc:docMk/>
            <pc:sldMk cId="1080467880" sldId="275"/>
            <ac:spMk id="19" creationId="{CC56BD7E-7610-48A1-8565-327D74751D1D}"/>
          </ac:spMkLst>
        </pc:spChg>
        <pc:spChg chg="mod">
          <ac:chgData name="Guest User" userId="S::urn:spo:anon#bcf4ae2b5d1b6938af98b262ca09693389db5617b762dc160d4d60fbedaadefe::" providerId="AD" clId="Web-{E71A1F77-4F13-0784-2EC6-1668400DDBFE}" dt="2022-03-23T09:38:41.205" v="114" actId="1076"/>
          <ac:spMkLst>
            <pc:docMk/>
            <pc:sldMk cId="1080467880" sldId="275"/>
            <ac:spMk id="20" creationId="{63A09ADC-BEAB-4926-97E0-82B5F7E96B70}"/>
          </ac:spMkLst>
        </pc:spChg>
        <pc:picChg chg="mod">
          <ac:chgData name="Guest User" userId="S::urn:spo:anon#bcf4ae2b5d1b6938af98b262ca09693389db5617b762dc160d4d60fbedaadefe::" providerId="AD" clId="Web-{E71A1F77-4F13-0784-2EC6-1668400DDBFE}" dt="2022-03-23T09:38:44.690" v="115" actId="1076"/>
          <ac:picMkLst>
            <pc:docMk/>
            <pc:sldMk cId="1080467880" sldId="275"/>
            <ac:picMk id="6" creationId="{533646FC-5E8D-6FB5-B15A-147FC6DA5E9B}"/>
          </ac:picMkLst>
        </pc:picChg>
      </pc:sldChg>
    </pc:docChg>
  </pc:docChgLst>
  <pc:docChgLst>
    <pc:chgData name="Guest User" userId="S::urn:spo:anon#bcf4ae2b5d1b6938af98b262ca09693389db5617b762dc160d4d60fbedaadefe::" providerId="AD" clId="Web-{2B2589AD-956B-7293-F9FA-DA1FD542A3C8}"/>
    <pc:docChg chg="delSld modSld">
      <pc:chgData name="Guest User" userId="S::urn:spo:anon#bcf4ae2b5d1b6938af98b262ca09693389db5617b762dc160d4d60fbedaadefe::" providerId="AD" clId="Web-{2B2589AD-956B-7293-F9FA-DA1FD542A3C8}" dt="2022-03-22T14:02:25.206" v="840" actId="1076"/>
      <pc:docMkLst>
        <pc:docMk/>
      </pc:docMkLst>
      <pc:sldChg chg="addSp delSp modSp">
        <pc:chgData name="Guest User" userId="S::urn:spo:anon#bcf4ae2b5d1b6938af98b262ca09693389db5617b762dc160d4d60fbedaadefe::" providerId="AD" clId="Web-{2B2589AD-956B-7293-F9FA-DA1FD542A3C8}" dt="2022-03-22T14:02:25.206" v="840" actId="1076"/>
        <pc:sldMkLst>
          <pc:docMk/>
          <pc:sldMk cId="4193068333" sldId="267"/>
        </pc:sldMkLst>
        <pc:spChg chg="del">
          <ac:chgData name="Guest User" userId="S::urn:spo:anon#bcf4ae2b5d1b6938af98b262ca09693389db5617b762dc160d4d60fbedaadefe::" providerId="AD" clId="Web-{2B2589AD-956B-7293-F9FA-DA1FD542A3C8}" dt="2022-03-22T13:47:48.442" v="539"/>
          <ac:spMkLst>
            <pc:docMk/>
            <pc:sldMk cId="4193068333" sldId="267"/>
            <ac:spMk id="2" creationId="{556ED1BB-D0A4-4FA1-989A-F2A12B5DCA29}"/>
          </ac:spMkLst>
        </pc:spChg>
        <pc:spChg chg="add mod">
          <ac:chgData name="Guest User" userId="S::urn:spo:anon#bcf4ae2b5d1b6938af98b262ca09693389db5617b762dc160d4d60fbedaadefe::" providerId="AD" clId="Web-{2B2589AD-956B-7293-F9FA-DA1FD542A3C8}" dt="2022-03-22T14:02:25.206" v="840" actId="1076"/>
          <ac:spMkLst>
            <pc:docMk/>
            <pc:sldMk cId="4193068333" sldId="267"/>
            <ac:spMk id="8" creationId="{4936BE2E-FEDF-9D24-6BCB-E8F1E3FD8C0F}"/>
          </ac:spMkLst>
        </pc:spChg>
        <pc:picChg chg="add mod">
          <ac:chgData name="Guest User" userId="S::urn:spo:anon#bcf4ae2b5d1b6938af98b262ca09693389db5617b762dc160d4d60fbedaadefe::" providerId="AD" clId="Web-{2B2589AD-956B-7293-F9FA-DA1FD542A3C8}" dt="2022-03-22T13:55:15.980" v="564" actId="1076"/>
          <ac:picMkLst>
            <pc:docMk/>
            <pc:sldMk cId="4193068333" sldId="267"/>
            <ac:picMk id="4" creationId="{A68E6B4B-206F-F6AA-3FEB-56842B130170}"/>
          </ac:picMkLst>
        </pc:picChg>
        <pc:picChg chg="add mod modCrop">
          <ac:chgData name="Guest User" userId="S::urn:spo:anon#bcf4ae2b5d1b6938af98b262ca09693389db5617b762dc160d4d60fbedaadefe::" providerId="AD" clId="Web-{2B2589AD-956B-7293-F9FA-DA1FD542A3C8}" dt="2022-03-22T13:55:22.168" v="566" actId="1076"/>
          <ac:picMkLst>
            <pc:docMk/>
            <pc:sldMk cId="4193068333" sldId="267"/>
            <ac:picMk id="6" creationId="{B5FEDF05-8C3C-DCEB-16DD-5B7E37EE8D6B}"/>
          </ac:picMkLst>
        </pc:picChg>
        <pc:picChg chg="add mod modCrop">
          <ac:chgData name="Guest User" userId="S::urn:spo:anon#bcf4ae2b5d1b6938af98b262ca09693389db5617b762dc160d4d60fbedaadefe::" providerId="AD" clId="Web-{2B2589AD-956B-7293-F9FA-DA1FD542A3C8}" dt="2022-03-22T13:55:27.356" v="567" actId="1076"/>
          <ac:picMkLst>
            <pc:docMk/>
            <pc:sldMk cId="4193068333" sldId="267"/>
            <ac:picMk id="7" creationId="{F67D141F-1730-8EA9-5ECD-F02169124901}"/>
          </ac:picMkLst>
        </pc:picChg>
      </pc:sldChg>
      <pc:sldChg chg="del">
        <pc:chgData name="Guest User" userId="S::urn:spo:anon#bcf4ae2b5d1b6938af98b262ca09693389db5617b762dc160d4d60fbedaadefe::" providerId="AD" clId="Web-{2B2589AD-956B-7293-F9FA-DA1FD542A3C8}" dt="2022-03-22T10:56:53.663" v="2"/>
        <pc:sldMkLst>
          <pc:docMk/>
          <pc:sldMk cId="2300381119" sldId="268"/>
        </pc:sldMkLst>
      </pc:sldChg>
      <pc:sldChg chg="modSp">
        <pc:chgData name="Guest User" userId="S::urn:spo:anon#bcf4ae2b5d1b6938af98b262ca09693389db5617b762dc160d4d60fbedaadefe::" providerId="AD" clId="Web-{2B2589AD-956B-7293-F9FA-DA1FD542A3C8}" dt="2022-03-22T13:08:58.996" v="508" actId="1076"/>
        <pc:sldMkLst>
          <pc:docMk/>
          <pc:sldMk cId="2159247648" sldId="279"/>
        </pc:sldMkLst>
        <pc:picChg chg="mod">
          <ac:chgData name="Guest User" userId="S::urn:spo:anon#bcf4ae2b5d1b6938af98b262ca09693389db5617b762dc160d4d60fbedaadefe::" providerId="AD" clId="Web-{2B2589AD-956B-7293-F9FA-DA1FD542A3C8}" dt="2022-03-22T13:08:58.996" v="508" actId="1076"/>
          <ac:picMkLst>
            <pc:docMk/>
            <pc:sldMk cId="2159247648" sldId="279"/>
            <ac:picMk id="3" creationId="{40F76211-F1A8-4650-8789-10C5CDE88215}"/>
          </ac:picMkLst>
        </pc:picChg>
      </pc:sldChg>
      <pc:sldChg chg="addSp delSp modSp addAnim delAnim">
        <pc:chgData name="Guest User" userId="S::urn:spo:anon#bcf4ae2b5d1b6938af98b262ca09693389db5617b762dc160d4d60fbedaadefe::" providerId="AD" clId="Web-{2B2589AD-956B-7293-F9FA-DA1FD542A3C8}" dt="2022-03-22T13:10:34.903" v="538" actId="20577"/>
        <pc:sldMkLst>
          <pc:docMk/>
          <pc:sldMk cId="4114463345" sldId="283"/>
        </pc:sldMkLst>
        <pc:spChg chg="del mod">
          <ac:chgData name="Guest User" userId="S::urn:spo:anon#bcf4ae2b5d1b6938af98b262ca09693389db5617b762dc160d4d60fbedaadefe::" providerId="AD" clId="Web-{2B2589AD-956B-7293-F9FA-DA1FD542A3C8}" dt="2022-03-22T12:22:59.307" v="114"/>
          <ac:spMkLst>
            <pc:docMk/>
            <pc:sldMk cId="4114463345" sldId="283"/>
            <ac:spMk id="2" creationId="{556ED1BB-D0A4-4FA1-989A-F2A12B5DCA29}"/>
          </ac:spMkLst>
        </pc:spChg>
        <pc:spChg chg="add del mod">
          <ac:chgData name="Guest User" userId="S::urn:spo:anon#bcf4ae2b5d1b6938af98b262ca09693389db5617b762dc160d4d60fbedaadefe::" providerId="AD" clId="Web-{2B2589AD-956B-7293-F9FA-DA1FD542A3C8}" dt="2022-03-22T12:32:57.548" v="164"/>
          <ac:spMkLst>
            <pc:docMk/>
            <pc:sldMk cId="4114463345" sldId="283"/>
            <ac:spMk id="10" creationId="{0236EFE2-C893-580F-AD33-FF3161740E2F}"/>
          </ac:spMkLst>
        </pc:spChg>
        <pc:spChg chg="add mod">
          <ac:chgData name="Guest User" userId="S::urn:spo:anon#bcf4ae2b5d1b6938af98b262ca09693389db5617b762dc160d4d60fbedaadefe::" providerId="AD" clId="Web-{2B2589AD-956B-7293-F9FA-DA1FD542A3C8}" dt="2022-03-22T13:04:33.836" v="503" actId="20577"/>
          <ac:spMkLst>
            <pc:docMk/>
            <pc:sldMk cId="4114463345" sldId="283"/>
            <ac:spMk id="11" creationId="{733B1385-882C-F7D1-4800-874BA6E9859D}"/>
          </ac:spMkLst>
        </pc:spChg>
        <pc:spChg chg="add del mod">
          <ac:chgData name="Guest User" userId="S::urn:spo:anon#bcf4ae2b5d1b6938af98b262ca09693389db5617b762dc160d4d60fbedaadefe::" providerId="AD" clId="Web-{2B2589AD-956B-7293-F9FA-DA1FD542A3C8}" dt="2022-03-22T12:22:46.494" v="96"/>
          <ac:spMkLst>
            <pc:docMk/>
            <pc:sldMk cId="4114463345" sldId="283"/>
            <ac:spMk id="199" creationId="{55C99896-8802-B451-BA75-ECE999D5D41F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33:12.314" v="170" actId="20577"/>
          <ac:spMkLst>
            <pc:docMk/>
            <pc:sldMk cId="4114463345" sldId="283"/>
            <ac:spMk id="202" creationId="{3909B8AB-FBA0-BE71-AAEB-FFFCF1554219}"/>
          </ac:spMkLst>
        </pc:spChg>
        <pc:spChg chg="add mod">
          <ac:chgData name="Guest User" userId="S::urn:spo:anon#bcf4ae2b5d1b6938af98b262ca09693389db5617b762dc160d4d60fbedaadefe::" providerId="AD" clId="Web-{2B2589AD-956B-7293-F9FA-DA1FD542A3C8}" dt="2022-03-22T13:10:34.903" v="538" actId="20577"/>
          <ac:spMkLst>
            <pc:docMk/>
            <pc:sldMk cId="4114463345" sldId="283"/>
            <ac:spMk id="208" creationId="{E31EAFAA-FB9D-4147-32AA-12409D78B096}"/>
          </ac:spMkLst>
        </pc:spChg>
        <pc:spChg chg="add del">
          <ac:chgData name="Guest User" userId="S::urn:spo:anon#bcf4ae2b5d1b6938af98b262ca09693389db5617b762dc160d4d60fbedaadefe::" providerId="AD" clId="Web-{2B2589AD-956B-7293-F9FA-DA1FD542A3C8}" dt="2022-03-22T13:09:13.339" v="509"/>
          <ac:spMkLst>
            <pc:docMk/>
            <pc:sldMk cId="4114463345" sldId="283"/>
            <ac:spMk id="211" creationId="{E31EAFAA-FB9D-4147-32AA-12409D78B096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19:51.477" v="80" actId="20577"/>
          <ac:spMkLst>
            <pc:docMk/>
            <pc:sldMk cId="4114463345" sldId="283"/>
            <ac:spMk id="243" creationId="{C06556CC-B218-5B58-1AF6-AB3A8B323AB0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17:47.178" v="75" actId="20577"/>
          <ac:spMkLst>
            <pc:docMk/>
            <pc:sldMk cId="4114463345" sldId="283"/>
            <ac:spMk id="362" creationId="{7CC658D4-BF7E-00AD-6468-BDF758282983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17:54.710" v="76" actId="20577"/>
          <ac:spMkLst>
            <pc:docMk/>
            <pc:sldMk cId="4114463345" sldId="283"/>
            <ac:spMk id="363" creationId="{3C4908CE-989F-4264-59AC-8F37D9AB78A6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17:39.006" v="74" actId="20577"/>
          <ac:spMkLst>
            <pc:docMk/>
            <pc:sldMk cId="4114463345" sldId="283"/>
            <ac:spMk id="366" creationId="{1DD2B9C4-697C-3DAC-932D-079A5274D371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20:15.789" v="82" actId="20577"/>
          <ac:spMkLst>
            <pc:docMk/>
            <pc:sldMk cId="4114463345" sldId="283"/>
            <ac:spMk id="369" creationId="{63B8DBDB-8755-4E37-E9CC-EEDDFAB2FB7A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30:16.422" v="144" actId="20577"/>
          <ac:spMkLst>
            <pc:docMk/>
            <pc:sldMk cId="4114463345" sldId="283"/>
            <ac:spMk id="375" creationId="{806D55D1-2199-2602-CD03-7834E5640DCE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0:57:20.679" v="3" actId="1076"/>
          <ac:spMkLst>
            <pc:docMk/>
            <pc:sldMk cId="4114463345" sldId="283"/>
            <ac:spMk id="381" creationId="{888F9A7C-051E-317A-3098-F1B56A543399}"/>
          </ac:spMkLst>
        </pc:spChg>
        <pc:spChg chg="del">
          <ac:chgData name="Guest User" userId="S::urn:spo:anon#bcf4ae2b5d1b6938af98b262ca09693389db5617b762dc160d4d60fbedaadefe::" providerId="AD" clId="Web-{2B2589AD-956B-7293-F9FA-DA1FD542A3C8}" dt="2022-03-22T10:56:47.179" v="1"/>
          <ac:spMkLst>
            <pc:docMk/>
            <pc:sldMk cId="4114463345" sldId="283"/>
            <ac:spMk id="411" creationId="{5B179F3A-1306-BE9A-9070-71687F5AB8DB}"/>
          </ac:spMkLst>
        </pc:spChg>
        <pc:spChg chg="mod">
          <ac:chgData name="Guest User" userId="S::urn:spo:anon#bcf4ae2b5d1b6938af98b262ca09693389db5617b762dc160d4d60fbedaadefe::" providerId="AD" clId="Web-{2B2589AD-956B-7293-F9FA-DA1FD542A3C8}" dt="2022-03-22T12:20:23.977" v="84" actId="20577"/>
          <ac:spMkLst>
            <pc:docMk/>
            <pc:sldMk cId="4114463345" sldId="283"/>
            <ac:spMk id="413" creationId="{296A9130-BC74-CE70-9A4F-965332A53697}"/>
          </ac:spMkLst>
        </pc:spChg>
        <pc:grpChg chg="add mod">
          <ac:chgData name="Guest User" userId="S::urn:spo:anon#bcf4ae2b5d1b6938af98b262ca09693389db5617b762dc160d4d60fbedaadefe::" providerId="AD" clId="Web-{2B2589AD-956B-7293-F9FA-DA1FD542A3C8}" dt="2022-03-22T12:11:04.142" v="57" actId="14100"/>
          <ac:grpSpMkLst>
            <pc:docMk/>
            <pc:sldMk cId="4114463345" sldId="283"/>
            <ac:grpSpMk id="4" creationId="{F4B39392-A339-5CA8-DA88-A9132024162A}"/>
          </ac:grpSpMkLst>
        </pc:grpChg>
        <pc:grpChg chg="add mod">
          <ac:chgData name="Guest User" userId="S::urn:spo:anon#bcf4ae2b5d1b6938af98b262ca09693389db5617b762dc160d4d60fbedaadefe::" providerId="AD" clId="Web-{2B2589AD-956B-7293-F9FA-DA1FD542A3C8}" dt="2022-03-22T12:11:31.268" v="60" actId="14100"/>
          <ac:grpSpMkLst>
            <pc:docMk/>
            <pc:sldMk cId="4114463345" sldId="283"/>
            <ac:grpSpMk id="7" creationId="{1A0C43CF-BF03-883C-E978-2E68E5579D92}"/>
          </ac:grpSpMkLst>
        </pc:grpChg>
        <pc:grpChg chg="add mod">
          <ac:chgData name="Guest User" userId="S::urn:spo:anon#bcf4ae2b5d1b6938af98b262ca09693389db5617b762dc160d4d60fbedaadefe::" providerId="AD" clId="Web-{2B2589AD-956B-7293-F9FA-DA1FD542A3C8}" dt="2022-03-22T12:24:50.699" v="142" actId="1076"/>
          <ac:grpSpMkLst>
            <pc:docMk/>
            <pc:sldMk cId="4114463345" sldId="283"/>
            <ac:grpSpMk id="8" creationId="{ED414AAC-B0A6-2B0E-AAFC-BD957928C7E3}"/>
          </ac:grpSpMkLst>
        </pc:grpChg>
        <pc:grpChg chg="add del">
          <ac:chgData name="Guest User" userId="S::urn:spo:anon#bcf4ae2b5d1b6938af98b262ca09693389db5617b762dc160d4d60fbedaadefe::" providerId="AD" clId="Web-{2B2589AD-956B-7293-F9FA-DA1FD542A3C8}" dt="2022-03-22T13:05:52.118" v="504"/>
          <ac:grpSpMkLst>
            <pc:docMk/>
            <pc:sldMk cId="4114463345" sldId="283"/>
            <ac:grpSpMk id="9" creationId="{4687D793-D4BF-AC05-E4B5-48151F98E398}"/>
          </ac:grpSpMkLst>
        </pc:grpChg>
        <pc:picChg chg="mod">
          <ac:chgData name="Guest User" userId="S::urn:spo:anon#bcf4ae2b5d1b6938af98b262ca09693389db5617b762dc160d4d60fbedaadefe::" providerId="AD" clId="Web-{2B2589AD-956B-7293-F9FA-DA1FD542A3C8}" dt="2022-03-22T12:16:03.599" v="69" actId="1076"/>
          <ac:picMkLst>
            <pc:docMk/>
            <pc:sldMk cId="4114463345" sldId="283"/>
            <ac:picMk id="3" creationId="{40F76211-F1A8-4650-8789-10C5CDE88215}"/>
          </ac:picMkLst>
        </pc:picChg>
        <pc:picChg chg="add del mod">
          <ac:chgData name="Guest User" userId="S::urn:spo:anon#bcf4ae2b5d1b6938af98b262ca09693389db5617b762dc160d4d60fbedaadefe::" providerId="AD" clId="Web-{2B2589AD-956B-7293-F9FA-DA1FD542A3C8}" dt="2022-03-22T11:03:37.996" v="7"/>
          <ac:picMkLst>
            <pc:docMk/>
            <pc:sldMk cId="4114463345" sldId="283"/>
            <ac:picMk id="4" creationId="{683B82DC-6B10-5C60-81E4-DB6D5596EA27}"/>
          </ac:picMkLst>
        </pc:picChg>
        <pc:picChg chg="add mod">
          <ac:chgData name="Guest User" userId="S::urn:spo:anon#bcf4ae2b5d1b6938af98b262ca09693389db5617b762dc160d4d60fbedaadefe::" providerId="AD" clId="Web-{2B2589AD-956B-7293-F9FA-DA1FD542A3C8}" dt="2022-03-22T11:03:45.089" v="9" actId="1076"/>
          <ac:picMkLst>
            <pc:docMk/>
            <pc:sldMk cId="4114463345" sldId="283"/>
            <ac:picMk id="6" creationId="{4AA55983-7403-6E49-CA57-CABDEF068BEA}"/>
          </ac:picMkLst>
        </pc:picChg>
        <pc:picChg chg="add mod">
          <ac:chgData name="Guest User" userId="S::urn:spo:anon#bcf4ae2b5d1b6938af98b262ca09693389db5617b762dc160d4d60fbedaadefe::" providerId="AD" clId="Web-{2B2589AD-956B-7293-F9FA-DA1FD542A3C8}" dt="2022-03-22T11:04:25.246" v="18" actId="1076"/>
          <ac:picMkLst>
            <pc:docMk/>
            <pc:sldMk cId="4114463345" sldId="283"/>
            <ac:picMk id="196" creationId="{88B95BEC-9154-9165-EB28-429E0AF8B078}"/>
          </ac:picMkLst>
        </pc:picChg>
        <pc:picChg chg="add mod">
          <ac:chgData name="Guest User" userId="S::urn:spo:anon#bcf4ae2b5d1b6938af98b262ca09693389db5617b762dc160d4d60fbedaadefe::" providerId="AD" clId="Web-{2B2589AD-956B-7293-F9FA-DA1FD542A3C8}" dt="2022-03-22T11:04:40.449" v="23" actId="1076"/>
          <ac:picMkLst>
            <pc:docMk/>
            <pc:sldMk cId="4114463345" sldId="283"/>
            <ac:picMk id="197" creationId="{0A98AD7C-D403-F44F-71F4-9C71C33A72C5}"/>
          </ac:picMkLst>
        </pc:picChg>
        <pc:picChg chg="add del mod">
          <ac:chgData name="Guest User" userId="S::urn:spo:anon#bcf4ae2b5d1b6938af98b262ca09693389db5617b762dc160d4d60fbedaadefe::" providerId="AD" clId="Web-{2B2589AD-956B-7293-F9FA-DA1FD542A3C8}" dt="2022-03-22T12:22:45.182" v="95"/>
          <ac:picMkLst>
            <pc:docMk/>
            <pc:sldMk cId="4114463345" sldId="283"/>
            <ac:picMk id="200" creationId="{27BFAE18-CD4B-F52B-9915-B7BDA390F189}"/>
          </ac:picMkLst>
        </pc:picChg>
        <pc:picChg chg="add del">
          <ac:chgData name="Guest User" userId="S::urn:spo:anon#bcf4ae2b5d1b6938af98b262ca09693389db5617b762dc160d4d60fbedaadefe::" providerId="AD" clId="Web-{2B2589AD-956B-7293-F9FA-DA1FD542A3C8}" dt="2022-03-22T13:09:34.058" v="513"/>
          <ac:picMkLst>
            <pc:docMk/>
            <pc:sldMk cId="4114463345" sldId="283"/>
            <ac:picMk id="209" creationId="{E6853125-0BDC-5104-8B20-C3FF52CBD955}"/>
          </ac:picMkLst>
        </pc:picChg>
        <pc:picChg chg="add del">
          <ac:chgData name="Guest User" userId="S::urn:spo:anon#bcf4ae2b5d1b6938af98b262ca09693389db5617b762dc160d4d60fbedaadefe::" providerId="AD" clId="Web-{2B2589AD-956B-7293-F9FA-DA1FD542A3C8}" dt="2022-03-22T13:09:25.058" v="512"/>
          <ac:picMkLst>
            <pc:docMk/>
            <pc:sldMk cId="4114463345" sldId="283"/>
            <ac:picMk id="210" creationId="{90243D86-F309-816B-1D00-B58A3B4B285B}"/>
          </ac:picMkLst>
        </pc:picChg>
        <pc:picChg chg="add del">
          <ac:chgData name="Guest User" userId="S::urn:spo:anon#bcf4ae2b5d1b6938af98b262ca09693389db5617b762dc160d4d60fbedaadefe::" providerId="AD" clId="Web-{2B2589AD-956B-7293-F9FA-DA1FD542A3C8}" dt="2022-03-22T13:09:20.918" v="511"/>
          <ac:picMkLst>
            <pc:docMk/>
            <pc:sldMk cId="4114463345" sldId="283"/>
            <ac:picMk id="212" creationId="{E6853125-0BDC-5104-8B20-C3FF52CBD955}"/>
          </ac:picMkLst>
        </pc:picChg>
        <pc:picChg chg="add mod">
          <ac:chgData name="Guest User" userId="S::urn:spo:anon#bcf4ae2b5d1b6938af98b262ca09693389db5617b762dc160d4d60fbedaadefe::" providerId="AD" clId="Web-{2B2589AD-956B-7293-F9FA-DA1FD542A3C8}" dt="2022-03-22T13:09:18.761" v="510" actId="1076"/>
          <ac:picMkLst>
            <pc:docMk/>
            <pc:sldMk cId="4114463345" sldId="283"/>
            <ac:picMk id="213" creationId="{90243D86-F309-816B-1D00-B58A3B4B285B}"/>
          </ac:picMkLst>
        </pc:picChg>
        <pc:cxnChg chg="mod">
          <ac:chgData name="Guest User" userId="S::urn:spo:anon#bcf4ae2b5d1b6938af98b262ca09693389db5617b762dc160d4d60fbedaadefe::" providerId="AD" clId="Web-{2B2589AD-956B-7293-F9FA-DA1FD542A3C8}" dt="2022-03-22T12:24:59.933" v="143" actId="1076"/>
          <ac:cxnSpMkLst>
            <pc:docMk/>
            <pc:sldMk cId="4114463345" sldId="283"/>
            <ac:cxnSpMk id="342" creationId="{594B56DD-38B9-939B-5833-1A7D0CCE651E}"/>
          </ac:cxnSpMkLst>
        </pc:cxnChg>
      </pc:sldChg>
    </pc:docChg>
  </pc:docChgLst>
  <pc:docChgLst>
    <pc:chgData name="Guest User" userId="S::urn:spo:anon#bcf4ae2b5d1b6938af98b262ca09693389db5617b762dc160d4d60fbedaadefe::" providerId="AD" clId="Web-{EAA50E9A-A72C-6E17-7DF8-C88288ADA499}"/>
    <pc:docChg chg="modSld">
      <pc:chgData name="Guest User" userId="S::urn:spo:anon#bcf4ae2b5d1b6938af98b262ca09693389db5617b762dc160d4d60fbedaadefe::" providerId="AD" clId="Web-{EAA50E9A-A72C-6E17-7DF8-C88288ADA499}" dt="2022-03-21T21:56:28.294" v="56" actId="1076"/>
      <pc:docMkLst>
        <pc:docMk/>
      </pc:docMkLst>
      <pc:sldChg chg="addSp delSp modSp">
        <pc:chgData name="Guest User" userId="S::urn:spo:anon#bcf4ae2b5d1b6938af98b262ca09693389db5617b762dc160d4d60fbedaadefe::" providerId="AD" clId="Web-{EAA50E9A-A72C-6E17-7DF8-C88288ADA499}" dt="2022-03-21T21:56:28.294" v="56" actId="1076"/>
        <pc:sldMkLst>
          <pc:docMk/>
          <pc:sldMk cId="2300381119" sldId="268"/>
        </pc:sldMkLst>
        <pc:spChg chg="mod">
          <ac:chgData name="Guest User" userId="S::urn:spo:anon#bcf4ae2b5d1b6938af98b262ca09693389db5617b762dc160d4d60fbedaadefe::" providerId="AD" clId="Web-{EAA50E9A-A72C-6E17-7DF8-C88288ADA499}" dt="2022-03-21T21:52:45.039" v="45" actId="1076"/>
          <ac:spMkLst>
            <pc:docMk/>
            <pc:sldMk cId="2300381119" sldId="268"/>
            <ac:spMk id="4" creationId="{E77EB13D-C15C-46E8-B6F3-174714239C28}"/>
          </ac:spMkLst>
        </pc:spChg>
        <pc:spChg chg="mod">
          <ac:chgData name="Guest User" userId="S::urn:spo:anon#bcf4ae2b5d1b6938af98b262ca09693389db5617b762dc160d4d60fbedaadefe::" providerId="AD" clId="Web-{EAA50E9A-A72C-6E17-7DF8-C88288ADA499}" dt="2022-03-21T21:39:54.521" v="0" actId="1076"/>
          <ac:spMkLst>
            <pc:docMk/>
            <pc:sldMk cId="2300381119" sldId="268"/>
            <ac:spMk id="12" creationId="{3D9E2B91-640F-449B-B616-CBB01DB7672F}"/>
          </ac:spMkLst>
        </pc:spChg>
        <pc:spChg chg="del">
          <ac:chgData name="Guest User" userId="S::urn:spo:anon#bcf4ae2b5d1b6938af98b262ca09693389db5617b762dc160d4d60fbedaadefe::" providerId="AD" clId="Web-{EAA50E9A-A72C-6E17-7DF8-C88288ADA499}" dt="2022-03-21T21:40:22.475" v="2"/>
          <ac:spMkLst>
            <pc:docMk/>
            <pc:sldMk cId="2300381119" sldId="268"/>
            <ac:spMk id="13" creationId="{795B9A7B-2AC7-438F-B99B-C75564DD6480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3:16.479" v="7" actId="1076"/>
          <ac:spMkLst>
            <pc:docMk/>
            <pc:sldMk cId="2300381119" sldId="268"/>
            <ac:spMk id="14" creationId="{63A3D397-7EDA-4353-BE2B-6A493CE55685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3:51.042" v="11" actId="1076"/>
          <ac:spMkLst>
            <pc:docMk/>
            <pc:sldMk cId="2300381119" sldId="268"/>
            <ac:spMk id="15" creationId="{D22E093A-B984-4A36-BE0A-FF6853862001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5:26.638" v="19" actId="1076"/>
          <ac:spMkLst>
            <pc:docMk/>
            <pc:sldMk cId="2300381119" sldId="268"/>
            <ac:spMk id="16" creationId="{A66B717F-00D2-4C94-9BC9-63BAA8E8321A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6:11.921" v="26" actId="1076"/>
          <ac:spMkLst>
            <pc:docMk/>
            <pc:sldMk cId="2300381119" sldId="268"/>
            <ac:spMk id="17" creationId="{882945E9-5933-4527-95EE-D64B0B23214D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6:41.109" v="27" actId="1076"/>
          <ac:spMkLst>
            <pc:docMk/>
            <pc:sldMk cId="2300381119" sldId="268"/>
            <ac:spMk id="18" creationId="{5F5231EE-2ED3-416B-BCA3-940E73BCFBEE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3:15.165" v="48" actId="1076"/>
          <ac:spMkLst>
            <pc:docMk/>
            <pc:sldMk cId="2300381119" sldId="268"/>
            <ac:spMk id="19" creationId="{7D4E2603-CA3F-4F8E-8AAF-5C4379278CCF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2:53.243" v="46" actId="1076"/>
          <ac:spMkLst>
            <pc:docMk/>
            <pc:sldMk cId="2300381119" sldId="268"/>
            <ac:spMk id="20" creationId="{F4C24282-1FDB-49B4-B68B-FABA2AEA23F3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1:07.896" v="43" actId="1076"/>
          <ac:spMkLst>
            <pc:docMk/>
            <pc:sldMk cId="2300381119" sldId="268"/>
            <ac:spMk id="21" creationId="{597705AE-D6BE-4264-9E9B-B75D205F8DB4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0:55.740" v="42" actId="1076"/>
          <ac:spMkLst>
            <pc:docMk/>
            <pc:sldMk cId="2300381119" sldId="268"/>
            <ac:spMk id="22" creationId="{D37736C3-CF8E-4B3D-844F-2B1E8A421214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47:22.375" v="34" actId="1076"/>
          <ac:spMkLst>
            <pc:docMk/>
            <pc:sldMk cId="2300381119" sldId="268"/>
            <ac:spMk id="23" creationId="{15588D31-EF54-4822-8AFD-37643CEA31A3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4:19.432" v="50" actId="1076"/>
          <ac:spMkLst>
            <pc:docMk/>
            <pc:sldMk cId="2300381119" sldId="268"/>
            <ac:spMk id="24" creationId="{FAEFF1C7-BC85-4445-9E54-4E611983BE1D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5:18.871" v="53" actId="1076"/>
          <ac:spMkLst>
            <pc:docMk/>
            <pc:sldMk cId="2300381119" sldId="268"/>
            <ac:spMk id="25" creationId="{FAEFF1C7-BC85-4445-9E54-4E611983BE1D}"/>
          </ac:spMkLst>
        </pc:spChg>
        <pc:spChg chg="add mod">
          <ac:chgData name="Guest User" userId="S::urn:spo:anon#bcf4ae2b5d1b6938af98b262ca09693389db5617b762dc160d4d60fbedaadefe::" providerId="AD" clId="Web-{EAA50E9A-A72C-6E17-7DF8-C88288ADA499}" dt="2022-03-21T21:56:28.294" v="56" actId="1076"/>
          <ac:spMkLst>
            <pc:docMk/>
            <pc:sldMk cId="2300381119" sldId="268"/>
            <ac:spMk id="26" creationId="{FAEFF1C7-BC85-4445-9E54-4E611983BE1D}"/>
          </ac:spMkLst>
        </pc:spChg>
      </pc:sldChg>
    </pc:docChg>
  </pc:docChgLst>
  <pc:docChgLst>
    <pc:chgData name="Guest User" userId="S::urn:spo:anon#bcf4ae2b5d1b6938af98b262ca09693389db5617b762dc160d4d60fbedaadefe::" providerId="AD" clId="Web-{B1F4EFAF-624E-D328-71A0-68634D3F0801}"/>
    <pc:docChg chg="modSld">
      <pc:chgData name="Guest User" userId="S::urn:spo:anon#bcf4ae2b5d1b6938af98b262ca09693389db5617b762dc160d4d60fbedaadefe::" providerId="AD" clId="Web-{B1F4EFAF-624E-D328-71A0-68634D3F0801}" dt="2022-03-22T12:45:33.269" v="490" actId="20577"/>
      <pc:docMkLst>
        <pc:docMk/>
      </pc:docMkLst>
      <pc:sldChg chg="addSp delSp modSp">
        <pc:chgData name="Guest User" userId="S::urn:spo:anon#bcf4ae2b5d1b6938af98b262ca09693389db5617b762dc160d4d60fbedaadefe::" providerId="AD" clId="Web-{B1F4EFAF-624E-D328-71A0-68634D3F0801}" dt="2022-03-22T12:45:33.269" v="490" actId="20577"/>
        <pc:sldMkLst>
          <pc:docMk/>
          <pc:sldMk cId="1080467880" sldId="275"/>
        </pc:sldMkLst>
        <pc:spChg chg="del mod">
          <ac:chgData name="Guest User" userId="S::urn:spo:anon#bcf4ae2b5d1b6938af98b262ca09693389db5617b762dc160d4d60fbedaadefe::" providerId="AD" clId="Web-{B1F4EFAF-624E-D328-71A0-68634D3F0801}" dt="2022-03-22T12:16:09.763" v="2"/>
          <ac:spMkLst>
            <pc:docMk/>
            <pc:sldMk cId="1080467880" sldId="275"/>
            <ac:spMk id="2" creationId="{556ED1BB-D0A4-4FA1-989A-F2A12B5DCA29}"/>
          </ac:spMkLst>
        </pc:spChg>
        <pc:spChg chg="add mod">
          <ac:chgData name="Guest User" userId="S::urn:spo:anon#bcf4ae2b5d1b6938af98b262ca09693389db5617b762dc160d4d60fbedaadefe::" providerId="AD" clId="Web-{B1F4EFAF-624E-D328-71A0-68634D3F0801}" dt="2022-03-22T12:45:33.269" v="490" actId="20577"/>
          <ac:spMkLst>
            <pc:docMk/>
            <pc:sldMk cId="1080467880" sldId="275"/>
            <ac:spMk id="7" creationId="{FF8698C5-011A-C62C-7D6D-3E8391570298}"/>
          </ac:spMkLst>
        </pc:spChg>
        <pc:spChg chg="add del">
          <ac:chgData name="Guest User" userId="S::urn:spo:anon#bcf4ae2b5d1b6938af98b262ca09693389db5617b762dc160d4d60fbedaadefe::" providerId="AD" clId="Web-{B1F4EFAF-624E-D328-71A0-68634D3F0801}" dt="2022-03-22T12:16:50.405" v="8"/>
          <ac:spMkLst>
            <pc:docMk/>
            <pc:sldMk cId="1080467880" sldId="275"/>
            <ac:spMk id="8" creationId="{E5710572-4078-91BE-5C36-3BC6DC9BC64A}"/>
          </ac:spMkLst>
        </pc:spChg>
        <pc:spChg chg="add del">
          <ac:chgData name="Guest User" userId="S::urn:spo:anon#bcf4ae2b5d1b6938af98b262ca09693389db5617b762dc160d4d60fbedaadefe::" providerId="AD" clId="Web-{B1F4EFAF-624E-D328-71A0-68634D3F0801}" dt="2022-03-22T12:16:49.014" v="7"/>
          <ac:spMkLst>
            <pc:docMk/>
            <pc:sldMk cId="1080467880" sldId="275"/>
            <ac:spMk id="9" creationId="{AC3AEB85-484E-060E-1363-31F1809F6401}"/>
          </ac:spMkLst>
        </pc:spChg>
        <pc:spChg chg="add mod">
          <ac:chgData name="Guest User" userId="S::urn:spo:anon#bcf4ae2b5d1b6938af98b262ca09693389db5617b762dc160d4d60fbedaadefe::" providerId="AD" clId="Web-{B1F4EFAF-624E-D328-71A0-68634D3F0801}" dt="2022-03-22T12:41:26.813" v="486" actId="20577"/>
          <ac:spMkLst>
            <pc:docMk/>
            <pc:sldMk cId="1080467880" sldId="275"/>
            <ac:spMk id="10" creationId="{A805F343-8503-29F0-D984-6CA03FA766F6}"/>
          </ac:spMkLst>
        </pc:spChg>
        <pc:spChg chg="add del mod">
          <ac:chgData name="Guest User" userId="S::urn:spo:anon#bcf4ae2b5d1b6938af98b262ca09693389db5617b762dc160d4d60fbedaadefe::" providerId="AD" clId="Web-{B1F4EFAF-624E-D328-71A0-68634D3F0801}" dt="2022-03-22T12:45:02.206" v="488"/>
          <ac:spMkLst>
            <pc:docMk/>
            <pc:sldMk cId="1080467880" sldId="275"/>
            <ac:spMk id="11" creationId="{D1A848FF-AE9F-4D1C-C622-36B698E70EC7}"/>
          </ac:spMkLst>
        </pc:spChg>
      </pc:sldChg>
    </pc:docChg>
  </pc:docChgLst>
  <pc:docChgLst>
    <pc:chgData name="PRIYANGSI DEY" userId="S::priyangsi_d@ee.iitr.ac.in::173d9273-d743-4272-a32b-92f54c0c308f" providerId="AD" clId="Web-{D5DBA4E8-317F-4CC4-A3D0-F185904391B4}"/>
    <pc:docChg chg="modSld">
      <pc:chgData name="PRIYANGSI DEY" userId="S::priyangsi_d@ee.iitr.ac.in::173d9273-d743-4272-a32b-92f54c0c308f" providerId="AD" clId="Web-{D5DBA4E8-317F-4CC4-A3D0-F185904391B4}" dt="2022-03-27T05:09:17.806" v="103" actId="14100"/>
      <pc:docMkLst>
        <pc:docMk/>
      </pc:docMkLst>
      <pc:sldChg chg="modSp">
        <pc:chgData name="PRIYANGSI DEY" userId="S::priyangsi_d@ee.iitr.ac.in::173d9273-d743-4272-a32b-92f54c0c308f" providerId="AD" clId="Web-{D5DBA4E8-317F-4CC4-A3D0-F185904391B4}" dt="2022-03-27T04:54:26.065" v="102" actId="20577"/>
        <pc:sldMkLst>
          <pc:docMk/>
          <pc:sldMk cId="2245949286" sldId="276"/>
        </pc:sldMkLst>
        <pc:spChg chg="mod">
          <ac:chgData name="PRIYANGSI DEY" userId="S::priyangsi_d@ee.iitr.ac.in::173d9273-d743-4272-a32b-92f54c0c308f" providerId="AD" clId="Web-{D5DBA4E8-317F-4CC4-A3D0-F185904391B4}" dt="2022-03-27T04:54:26.065" v="102" actId="20577"/>
          <ac:spMkLst>
            <pc:docMk/>
            <pc:sldMk cId="2245949286" sldId="276"/>
            <ac:spMk id="9" creationId="{78B01902-0CC6-4B8D-B89E-FDB2D50BA7F7}"/>
          </ac:spMkLst>
        </pc:spChg>
      </pc:sldChg>
      <pc:sldChg chg="modSp">
        <pc:chgData name="PRIYANGSI DEY" userId="S::priyangsi_d@ee.iitr.ac.in::173d9273-d743-4272-a32b-92f54c0c308f" providerId="AD" clId="Web-{D5DBA4E8-317F-4CC4-A3D0-F185904391B4}" dt="2022-03-27T05:09:17.806" v="103" actId="14100"/>
        <pc:sldMkLst>
          <pc:docMk/>
          <pc:sldMk cId="2210726384" sldId="284"/>
        </pc:sldMkLst>
        <pc:spChg chg="mod">
          <ac:chgData name="PRIYANGSI DEY" userId="S::priyangsi_d@ee.iitr.ac.in::173d9273-d743-4272-a32b-92f54c0c308f" providerId="AD" clId="Web-{D5DBA4E8-317F-4CC4-A3D0-F185904391B4}" dt="2022-03-27T05:09:17.806" v="103" actId="14100"/>
          <ac:spMkLst>
            <pc:docMk/>
            <pc:sldMk cId="2210726384" sldId="284"/>
            <ac:spMk id="4" creationId="{DF735B75-5397-985C-A972-D19211851CB3}"/>
          </ac:spMkLst>
        </pc:spChg>
      </pc:sldChg>
    </pc:docChg>
  </pc:docChgLst>
  <pc:docChgLst>
    <pc:chgData name="Guest User" userId="S::urn:spo:anon#bcf4ae2b5d1b6938af98b262ca09693389db5617b762dc160d4d60fbedaadefe::" providerId="AD" clId="Web-{8F1AB303-112F-A88E-7BE8-786E231EB4E2}"/>
    <pc:docChg chg="modSld">
      <pc:chgData name="Guest User" userId="S::urn:spo:anon#bcf4ae2b5d1b6938af98b262ca09693389db5617b762dc160d4d60fbedaadefe::" providerId="AD" clId="Web-{8F1AB303-112F-A88E-7BE8-786E231EB4E2}" dt="2022-03-22T09:09:16.972" v="1"/>
      <pc:docMkLst>
        <pc:docMk/>
      </pc:docMkLst>
      <pc:sldChg chg="addSp delSp">
        <pc:chgData name="Guest User" userId="S::urn:spo:anon#bcf4ae2b5d1b6938af98b262ca09693389db5617b762dc160d4d60fbedaadefe::" providerId="AD" clId="Web-{8F1AB303-112F-A88E-7BE8-786E231EB4E2}" dt="2022-03-22T09:09:16.972" v="1"/>
        <pc:sldMkLst>
          <pc:docMk/>
          <pc:sldMk cId="4193068333" sldId="267"/>
        </pc:sldMkLst>
        <pc:spChg chg="add del">
          <ac:chgData name="Guest User" userId="S::urn:spo:anon#bcf4ae2b5d1b6938af98b262ca09693389db5617b762dc160d4d60fbedaadefe::" providerId="AD" clId="Web-{8F1AB303-112F-A88E-7BE8-786E231EB4E2}" dt="2022-03-22T09:09:16.972" v="1"/>
          <ac:spMkLst>
            <pc:docMk/>
            <pc:sldMk cId="4193068333" sldId="267"/>
            <ac:spMk id="4" creationId="{2C958A1A-0D74-78CA-53A0-4B726AF2B558}"/>
          </ac:spMkLst>
        </pc:spChg>
      </pc:sldChg>
    </pc:docChg>
  </pc:docChgLst>
  <pc:docChgLst>
    <pc:chgData name="Guest User" userId="S::urn:spo:anon#bcf4ae2b5d1b6938af98b262ca09693389db5617b762dc160d4d60fbedaadefe::" providerId="AD" clId="Web-{EDC3AEFA-8462-254C-E69C-B356A8FF6C8F}"/>
    <pc:docChg chg="modSld">
      <pc:chgData name="Guest User" userId="S::urn:spo:anon#bcf4ae2b5d1b6938af98b262ca09693389db5617b762dc160d4d60fbedaadefe::" providerId="AD" clId="Web-{EDC3AEFA-8462-254C-E69C-B356A8FF6C8F}" dt="2022-03-22T12:12:27.084" v="5" actId="14100"/>
      <pc:docMkLst>
        <pc:docMk/>
      </pc:docMkLst>
      <pc:sldChg chg="addSp delSp modSp">
        <pc:chgData name="Guest User" userId="S::urn:spo:anon#bcf4ae2b5d1b6938af98b262ca09693389db5617b762dc160d4d60fbedaadefe::" providerId="AD" clId="Web-{EDC3AEFA-8462-254C-E69C-B356A8FF6C8F}" dt="2022-03-22T12:12:27.084" v="5" actId="14100"/>
        <pc:sldMkLst>
          <pc:docMk/>
          <pc:sldMk cId="1080467880" sldId="275"/>
        </pc:sldMkLst>
        <pc:picChg chg="add mod">
          <ac:chgData name="Guest User" userId="S::urn:spo:anon#bcf4ae2b5d1b6938af98b262ca09693389db5617b762dc160d4d60fbedaadefe::" providerId="AD" clId="Web-{EDC3AEFA-8462-254C-E69C-B356A8FF6C8F}" dt="2022-03-22T12:12:27.084" v="5" actId="14100"/>
          <ac:picMkLst>
            <pc:docMk/>
            <pc:sldMk cId="1080467880" sldId="275"/>
            <ac:picMk id="4" creationId="{782AA216-0886-1DB8-FA42-C3BD9134F184}"/>
          </ac:picMkLst>
        </pc:picChg>
        <pc:picChg chg="del">
          <ac:chgData name="Guest User" userId="S::urn:spo:anon#bcf4ae2b5d1b6938af98b262ca09693389db5617b762dc160d4d60fbedaadefe::" providerId="AD" clId="Web-{EDC3AEFA-8462-254C-E69C-B356A8FF6C8F}" dt="2022-03-22T12:12:10.709" v="0"/>
          <ac:picMkLst>
            <pc:docMk/>
            <pc:sldMk cId="1080467880" sldId="275"/>
            <ac:picMk id="9" creationId="{F3EC2DF6-D632-9F95-BAF6-69BC7B77FE0F}"/>
          </ac:picMkLst>
        </pc:picChg>
      </pc:sldChg>
    </pc:docChg>
  </pc:docChgLst>
  <pc:docChgLst>
    <pc:chgData name="Guest User" userId="S::urn:spo:anon#bcf4ae2b5d1b6938af98b262ca09693389db5617b762dc160d4d60fbedaadefe::" providerId="AD" clId="Web-{D7089E92-3539-F5CF-CA9A-153C6B112882}"/>
    <pc:docChg chg="modSld">
      <pc:chgData name="Guest User" userId="S::urn:spo:anon#bcf4ae2b5d1b6938af98b262ca09693389db5617b762dc160d4d60fbedaadefe::" providerId="AD" clId="Web-{D7089E92-3539-F5CF-CA9A-153C6B112882}" dt="2022-03-23T10:59:46.276" v="265" actId="20577"/>
      <pc:docMkLst>
        <pc:docMk/>
      </pc:docMkLst>
      <pc:sldChg chg="addSp modSp">
        <pc:chgData name="Guest User" userId="S::urn:spo:anon#bcf4ae2b5d1b6938af98b262ca09693389db5617b762dc160d4d60fbedaadefe::" providerId="AD" clId="Web-{D7089E92-3539-F5CF-CA9A-153C6B112882}" dt="2022-03-23T10:59:46.276" v="265" actId="20577"/>
        <pc:sldMkLst>
          <pc:docMk/>
          <pc:sldMk cId="2210726384" sldId="284"/>
        </pc:sldMkLst>
        <pc:spChg chg="add mod">
          <ac:chgData name="Guest User" userId="S::urn:spo:anon#bcf4ae2b5d1b6938af98b262ca09693389db5617b762dc160d4d60fbedaadefe::" providerId="AD" clId="Web-{D7089E92-3539-F5CF-CA9A-153C6B112882}" dt="2022-03-23T10:59:46.276" v="265" actId="20577"/>
          <ac:spMkLst>
            <pc:docMk/>
            <pc:sldMk cId="2210726384" sldId="284"/>
            <ac:spMk id="4" creationId="{DF735B75-5397-985C-A972-D19211851CB3}"/>
          </ac:spMkLst>
        </pc:spChg>
      </pc:sldChg>
    </pc:docChg>
  </pc:docChgLst>
  <pc:docChgLst>
    <pc:chgData name="Guest User" userId="S::urn:spo:anon#bcf4ae2b5d1b6938af98b262ca09693389db5617b762dc160d4d60fbedaadefe::" providerId="AD" clId="Web-{C3A388C9-D0FC-6A19-00F5-B4F089ECDDF2}"/>
    <pc:docChg chg="modSld">
      <pc:chgData name="Guest User" userId="S::urn:spo:anon#bcf4ae2b5d1b6938af98b262ca09693389db5617b762dc160d4d60fbedaadefe::" providerId="AD" clId="Web-{C3A388C9-D0FC-6A19-00F5-B4F089ECDDF2}" dt="2022-03-21T21:39:06.643" v="138"/>
      <pc:docMkLst>
        <pc:docMk/>
      </pc:docMkLst>
      <pc:sldChg chg="addSp delSp modSp">
        <pc:chgData name="Guest User" userId="S::urn:spo:anon#bcf4ae2b5d1b6938af98b262ca09693389db5617b762dc160d4d60fbedaadefe::" providerId="AD" clId="Web-{C3A388C9-D0FC-6A19-00F5-B4F089ECDDF2}" dt="2022-03-21T21:39:06.643" v="138"/>
        <pc:sldMkLst>
          <pc:docMk/>
          <pc:sldMk cId="2300381119" sldId="268"/>
        </pc:sldMkLst>
        <pc:spChg chg="mod">
          <ac:chgData name="Guest User" userId="S::urn:spo:anon#bcf4ae2b5d1b6938af98b262ca09693389db5617b762dc160d4d60fbedaadefe::" providerId="AD" clId="Web-{C3A388C9-D0FC-6A19-00F5-B4F089ECDDF2}" dt="2022-03-21T21:21:26.866" v="24" actId="20577"/>
          <ac:spMkLst>
            <pc:docMk/>
            <pc:sldMk cId="2300381119" sldId="268"/>
            <ac:spMk id="2" creationId="{556ED1BB-D0A4-4FA1-989A-F2A12B5DCA29}"/>
          </ac:spMkLst>
        </pc:spChg>
        <pc:spChg chg="add mod">
          <ac:chgData name="Guest User" userId="S::urn:spo:anon#bcf4ae2b5d1b6938af98b262ca09693389db5617b762dc160d4d60fbedaadefe::" providerId="AD" clId="Web-{C3A388C9-D0FC-6A19-00F5-B4F089ECDDF2}" dt="2022-03-21T21:33:09.290" v="117" actId="20577"/>
          <ac:spMkLst>
            <pc:docMk/>
            <pc:sldMk cId="2300381119" sldId="268"/>
            <ac:spMk id="4" creationId="{E77EB13D-C15C-46E8-B6F3-174714239C28}"/>
          </ac:spMkLst>
        </pc:spChg>
        <pc:spChg chg="add mod">
          <ac:chgData name="Guest User" userId="S::urn:spo:anon#bcf4ae2b5d1b6938af98b262ca09693389db5617b762dc160d4d60fbedaadefe::" providerId="AD" clId="Web-{C3A388C9-D0FC-6A19-00F5-B4F089ECDDF2}" dt="2022-03-21T21:29:52.195" v="66" actId="20577"/>
          <ac:spMkLst>
            <pc:docMk/>
            <pc:sldMk cId="2300381119" sldId="268"/>
            <ac:spMk id="6" creationId="{8B474149-CA6F-4040-BEEC-2D621F6217EE}"/>
          </ac:spMkLst>
        </pc:spChg>
        <pc:spChg chg="add mod">
          <ac:chgData name="Guest User" userId="S::urn:spo:anon#bcf4ae2b5d1b6938af98b262ca09693389db5617b762dc160d4d60fbedaadefe::" providerId="AD" clId="Web-{C3A388C9-D0FC-6A19-00F5-B4F089ECDDF2}" dt="2022-03-21T21:31:35.822" v="102" actId="1076"/>
          <ac:spMkLst>
            <pc:docMk/>
            <pc:sldMk cId="2300381119" sldId="268"/>
            <ac:spMk id="7" creationId="{81C4233A-FC8C-41D0-914F-77B877104D26}"/>
          </ac:spMkLst>
        </pc:spChg>
        <pc:spChg chg="add">
          <ac:chgData name="Guest User" userId="S::urn:spo:anon#bcf4ae2b5d1b6938af98b262ca09693389db5617b762dc160d4d60fbedaadefe::" providerId="AD" clId="Web-{C3A388C9-D0FC-6A19-00F5-B4F089ECDDF2}" dt="2022-03-21T21:31:47.619" v="103"/>
          <ac:spMkLst>
            <pc:docMk/>
            <pc:sldMk cId="2300381119" sldId="268"/>
            <ac:spMk id="8" creationId="{4FB47ECC-B10F-4B71-9028-6855B7B65F18}"/>
          </ac:spMkLst>
        </pc:spChg>
        <pc:spChg chg="add mod">
          <ac:chgData name="Guest User" userId="S::urn:spo:anon#bcf4ae2b5d1b6938af98b262ca09693389db5617b762dc160d4d60fbedaadefe::" providerId="AD" clId="Web-{C3A388C9-D0FC-6A19-00F5-B4F089ECDDF2}" dt="2022-03-21T21:32:21.626" v="113" actId="1076"/>
          <ac:spMkLst>
            <pc:docMk/>
            <pc:sldMk cId="2300381119" sldId="268"/>
            <ac:spMk id="9" creationId="{4FB47ECC-B10F-4B71-9028-6855B7B65F18}"/>
          </ac:spMkLst>
        </pc:spChg>
        <pc:spChg chg="add del mod">
          <ac:chgData name="Guest User" userId="S::urn:spo:anon#bcf4ae2b5d1b6938af98b262ca09693389db5617b762dc160d4d60fbedaadefe::" providerId="AD" clId="Web-{C3A388C9-D0FC-6A19-00F5-B4F089ECDDF2}" dt="2022-03-21T21:34:28.339" v="124"/>
          <ac:spMkLst>
            <pc:docMk/>
            <pc:sldMk cId="2300381119" sldId="268"/>
            <ac:spMk id="11" creationId="{7A0B4CC6-D319-4095-A843-D87DBCED36EE}"/>
          </ac:spMkLst>
        </pc:spChg>
        <pc:spChg chg="add mod">
          <ac:chgData name="Guest User" userId="S::urn:spo:anon#bcf4ae2b5d1b6938af98b262ca09693389db5617b762dc160d4d60fbedaadefe::" providerId="AD" clId="Web-{C3A388C9-D0FC-6A19-00F5-B4F089ECDDF2}" dt="2022-03-21T21:37:43.844" v="137" actId="14100"/>
          <ac:spMkLst>
            <pc:docMk/>
            <pc:sldMk cId="2300381119" sldId="268"/>
            <ac:spMk id="12" creationId="{3D9E2B91-640F-449B-B616-CBB01DB7672F}"/>
          </ac:spMkLst>
        </pc:spChg>
        <pc:spChg chg="add">
          <ac:chgData name="Guest User" userId="S::urn:spo:anon#bcf4ae2b5d1b6938af98b262ca09693389db5617b762dc160d4d60fbedaadefe::" providerId="AD" clId="Web-{C3A388C9-D0FC-6A19-00F5-B4F089ECDDF2}" dt="2022-03-21T21:39:06.643" v="138"/>
          <ac:spMkLst>
            <pc:docMk/>
            <pc:sldMk cId="2300381119" sldId="268"/>
            <ac:spMk id="13" creationId="{795B9A7B-2AC7-438F-B99B-C75564DD6480}"/>
          </ac:spMkLst>
        </pc:spChg>
        <pc:picChg chg="add mod">
          <ac:chgData name="Guest User" userId="S::urn:spo:anon#bcf4ae2b5d1b6938af98b262ca09693389db5617b762dc160d4d60fbedaadefe::" providerId="AD" clId="Web-{C3A388C9-D0FC-6A19-00F5-B4F089ECDDF2}" dt="2022-03-21T21:34:10.870" v="121" actId="14100"/>
          <ac:picMkLst>
            <pc:docMk/>
            <pc:sldMk cId="2300381119" sldId="268"/>
            <ac:picMk id="10" creationId="{7EBAA36C-A920-44E5-9A7C-140DE7D0C276}"/>
          </ac:picMkLst>
        </pc:picChg>
      </pc:sldChg>
    </pc:docChg>
  </pc:docChgLst>
  <pc:docChgLst>
    <pc:chgData name="ARJAV JAIN" userId="0c0bf2fd-5996-4b26-8ea0-493cd03236ea" providerId="ADAL" clId="{5BA3A6CA-7C5D-4DA1-B8AB-9419DA906984}"/>
    <pc:docChg chg="undo redo custSel addSld delSld modSld sldOrd">
      <pc:chgData name="ARJAV JAIN" userId="0c0bf2fd-5996-4b26-8ea0-493cd03236ea" providerId="ADAL" clId="{5BA3A6CA-7C5D-4DA1-B8AB-9419DA906984}" dt="2022-03-27T05:14:03.483" v="8084" actId="1582"/>
      <pc:docMkLst>
        <pc:docMk/>
      </pc:docMkLst>
      <pc:sldChg chg="modSp mod">
        <pc:chgData name="ARJAV JAIN" userId="0c0bf2fd-5996-4b26-8ea0-493cd03236ea" providerId="ADAL" clId="{5BA3A6CA-7C5D-4DA1-B8AB-9419DA906984}" dt="2022-03-24T18:19:25.284" v="6173" actId="1076"/>
        <pc:sldMkLst>
          <pc:docMk/>
          <pc:sldMk cId="2914978852" sldId="258"/>
        </pc:sldMkLst>
        <pc:graphicFrameChg chg="modGraphic">
          <ac:chgData name="ARJAV JAIN" userId="0c0bf2fd-5996-4b26-8ea0-493cd03236ea" providerId="ADAL" clId="{5BA3A6CA-7C5D-4DA1-B8AB-9419DA906984}" dt="2022-03-24T18:19:24.342" v="6172" actId="20577"/>
          <ac:graphicFrameMkLst>
            <pc:docMk/>
            <pc:sldMk cId="2914978852" sldId="258"/>
            <ac:graphicFrameMk id="6" creationId="{37127325-93BB-43EE-BFE3-8CAFD51AD149}"/>
          </ac:graphicFrameMkLst>
        </pc:graphicFrameChg>
        <pc:picChg chg="mod">
          <ac:chgData name="ARJAV JAIN" userId="0c0bf2fd-5996-4b26-8ea0-493cd03236ea" providerId="ADAL" clId="{5BA3A6CA-7C5D-4DA1-B8AB-9419DA906984}" dt="2022-03-24T18:19:25.284" v="6173" actId="1076"/>
          <ac:picMkLst>
            <pc:docMk/>
            <pc:sldMk cId="2914978852" sldId="258"/>
            <ac:picMk id="3" creationId="{40F76211-F1A8-4650-8789-10C5CDE88215}"/>
          </ac:picMkLst>
        </pc:picChg>
      </pc:sldChg>
      <pc:sldChg chg="del">
        <pc:chgData name="ARJAV JAIN" userId="0c0bf2fd-5996-4b26-8ea0-493cd03236ea" providerId="ADAL" clId="{5BA3A6CA-7C5D-4DA1-B8AB-9419DA906984}" dt="2022-03-26T13:42:20.099" v="6174" actId="47"/>
        <pc:sldMkLst>
          <pc:docMk/>
          <pc:sldMk cId="3837580277" sldId="259"/>
        </pc:sldMkLst>
      </pc:sldChg>
      <pc:sldChg chg="modSp mod">
        <pc:chgData name="ARJAV JAIN" userId="0c0bf2fd-5996-4b26-8ea0-493cd03236ea" providerId="ADAL" clId="{5BA3A6CA-7C5D-4DA1-B8AB-9419DA906984}" dt="2022-03-27T04:01:57.119" v="6233" actId="20577"/>
        <pc:sldMkLst>
          <pc:docMk/>
          <pc:sldMk cId="4053937703" sldId="260"/>
        </pc:sldMkLst>
        <pc:graphicFrameChg chg="mod modGraphic">
          <ac:chgData name="ARJAV JAIN" userId="0c0bf2fd-5996-4b26-8ea0-493cd03236ea" providerId="ADAL" clId="{5BA3A6CA-7C5D-4DA1-B8AB-9419DA906984}" dt="2022-03-27T04:01:57.119" v="6233" actId="20577"/>
          <ac:graphicFrameMkLst>
            <pc:docMk/>
            <pc:sldMk cId="4053937703" sldId="260"/>
            <ac:graphicFrameMk id="4" creationId="{58B88D56-C80C-4224-9BA5-4B416586CE71}"/>
          </ac:graphicFrameMkLst>
        </pc:graphicFrameChg>
      </pc:sldChg>
      <pc:sldChg chg="modSp mod">
        <pc:chgData name="ARJAV JAIN" userId="0c0bf2fd-5996-4b26-8ea0-493cd03236ea" providerId="ADAL" clId="{5BA3A6CA-7C5D-4DA1-B8AB-9419DA906984}" dt="2022-03-27T04:03:16.309" v="6248" actId="20577"/>
        <pc:sldMkLst>
          <pc:docMk/>
          <pc:sldMk cId="3463362221" sldId="261"/>
        </pc:sldMkLst>
        <pc:graphicFrameChg chg="modGraphic">
          <ac:chgData name="ARJAV JAIN" userId="0c0bf2fd-5996-4b26-8ea0-493cd03236ea" providerId="ADAL" clId="{5BA3A6CA-7C5D-4DA1-B8AB-9419DA906984}" dt="2022-03-27T04:03:16.309" v="6248" actId="20577"/>
          <ac:graphicFrameMkLst>
            <pc:docMk/>
            <pc:sldMk cId="3463362221" sldId="261"/>
            <ac:graphicFrameMk id="2" creationId="{E07459F9-FEF6-46B7-94AE-7B5803337545}"/>
          </ac:graphicFrameMkLst>
        </pc:graphicFrameChg>
      </pc:sldChg>
      <pc:sldChg chg="del">
        <pc:chgData name="ARJAV JAIN" userId="0c0bf2fd-5996-4b26-8ea0-493cd03236ea" providerId="ADAL" clId="{5BA3A6CA-7C5D-4DA1-B8AB-9419DA906984}" dt="2022-03-23T01:10:55.208" v="1879" actId="47"/>
        <pc:sldMkLst>
          <pc:docMk/>
          <pc:sldMk cId="440708870" sldId="262"/>
        </pc:sldMkLst>
      </pc:sldChg>
      <pc:sldChg chg="modSp del mod">
        <pc:chgData name="ARJAV JAIN" userId="0c0bf2fd-5996-4b26-8ea0-493cd03236ea" providerId="ADAL" clId="{5BA3A6CA-7C5D-4DA1-B8AB-9419DA906984}" dt="2022-03-23T01:11:08.077" v="1882" actId="47"/>
        <pc:sldMkLst>
          <pc:docMk/>
          <pc:sldMk cId="4212625109" sldId="263"/>
        </pc:sldMkLst>
        <pc:spChg chg="mod">
          <ac:chgData name="ARJAV JAIN" userId="0c0bf2fd-5996-4b26-8ea0-493cd03236ea" providerId="ADAL" clId="{5BA3A6CA-7C5D-4DA1-B8AB-9419DA906984}" dt="2022-03-14T19:35:21.866" v="2" actId="113"/>
          <ac:spMkLst>
            <pc:docMk/>
            <pc:sldMk cId="4212625109" sldId="263"/>
            <ac:spMk id="2" creationId="{556ED1BB-D0A4-4FA1-989A-F2A12B5DCA29}"/>
          </ac:spMkLst>
        </pc:spChg>
      </pc:sldChg>
      <pc:sldChg chg="modSp del mod">
        <pc:chgData name="ARJAV JAIN" userId="0c0bf2fd-5996-4b26-8ea0-493cd03236ea" providerId="ADAL" clId="{5BA3A6CA-7C5D-4DA1-B8AB-9419DA906984}" dt="2022-03-23T01:11:15.347" v="1883" actId="47"/>
        <pc:sldMkLst>
          <pc:docMk/>
          <pc:sldMk cId="702738594" sldId="264"/>
        </pc:sldMkLst>
        <pc:spChg chg="mod">
          <ac:chgData name="ARJAV JAIN" userId="0c0bf2fd-5996-4b26-8ea0-493cd03236ea" providerId="ADAL" clId="{5BA3A6CA-7C5D-4DA1-B8AB-9419DA906984}" dt="2022-03-14T19:48:29.809" v="4" actId="113"/>
          <ac:spMkLst>
            <pc:docMk/>
            <pc:sldMk cId="702738594" sldId="264"/>
            <ac:spMk id="2" creationId="{556ED1BB-D0A4-4FA1-989A-F2A12B5DCA29}"/>
          </ac:spMkLst>
        </pc:spChg>
      </pc:sldChg>
      <pc:sldChg chg="modSp del mod">
        <pc:chgData name="ARJAV JAIN" userId="0c0bf2fd-5996-4b26-8ea0-493cd03236ea" providerId="ADAL" clId="{5BA3A6CA-7C5D-4DA1-B8AB-9419DA906984}" dt="2022-03-23T01:11:24.008" v="1884" actId="47"/>
        <pc:sldMkLst>
          <pc:docMk/>
          <pc:sldMk cId="4004887798" sldId="265"/>
        </pc:sldMkLst>
        <pc:spChg chg="mod">
          <ac:chgData name="ARJAV JAIN" userId="0c0bf2fd-5996-4b26-8ea0-493cd03236ea" providerId="ADAL" clId="{5BA3A6CA-7C5D-4DA1-B8AB-9419DA906984}" dt="2022-03-14T19:48:37.848" v="5" actId="113"/>
          <ac:spMkLst>
            <pc:docMk/>
            <pc:sldMk cId="4004887798" sldId="265"/>
            <ac:spMk id="2" creationId="{556ED1BB-D0A4-4FA1-989A-F2A12B5DCA29}"/>
          </ac:spMkLst>
        </pc:spChg>
      </pc:sldChg>
      <pc:sldChg chg="modSp del mod">
        <pc:chgData name="ARJAV JAIN" userId="0c0bf2fd-5996-4b26-8ea0-493cd03236ea" providerId="ADAL" clId="{5BA3A6CA-7C5D-4DA1-B8AB-9419DA906984}" dt="2022-03-23T01:11:29.957" v="1885" actId="47"/>
        <pc:sldMkLst>
          <pc:docMk/>
          <pc:sldMk cId="3922440059" sldId="266"/>
        </pc:sldMkLst>
        <pc:spChg chg="mod">
          <ac:chgData name="ARJAV JAIN" userId="0c0bf2fd-5996-4b26-8ea0-493cd03236ea" providerId="ADAL" clId="{5BA3A6CA-7C5D-4DA1-B8AB-9419DA906984}" dt="2022-03-14T19:49:16.938" v="7" actId="113"/>
          <ac:spMkLst>
            <pc:docMk/>
            <pc:sldMk cId="3922440059" sldId="266"/>
            <ac:spMk id="2" creationId="{556ED1BB-D0A4-4FA1-989A-F2A12B5DCA29}"/>
          </ac:spMkLst>
        </pc:spChg>
      </pc:sldChg>
      <pc:sldChg chg="addSp delSp modSp mod delAnim modAnim">
        <pc:chgData name="ARJAV JAIN" userId="0c0bf2fd-5996-4b26-8ea0-493cd03236ea" providerId="ADAL" clId="{5BA3A6CA-7C5D-4DA1-B8AB-9419DA906984}" dt="2022-03-23T01:36:11.303" v="3093" actId="1076"/>
        <pc:sldMkLst>
          <pc:docMk/>
          <pc:sldMk cId="4193068333" sldId="267"/>
        </pc:sldMkLst>
        <pc:spChg chg="mod">
          <ac:chgData name="ARJAV JAIN" userId="0c0bf2fd-5996-4b26-8ea0-493cd03236ea" providerId="ADAL" clId="{5BA3A6CA-7C5D-4DA1-B8AB-9419DA906984}" dt="2022-03-14T19:49:52.802" v="9" actId="113"/>
          <ac:spMkLst>
            <pc:docMk/>
            <pc:sldMk cId="4193068333" sldId="267"/>
            <ac:spMk id="2" creationId="{556ED1BB-D0A4-4FA1-989A-F2A12B5DCA29}"/>
          </ac:spMkLst>
        </pc:spChg>
        <pc:spChg chg="del mod">
          <ac:chgData name="ARJAV JAIN" userId="0c0bf2fd-5996-4b26-8ea0-493cd03236ea" providerId="ADAL" clId="{5BA3A6CA-7C5D-4DA1-B8AB-9419DA906984}" dt="2022-03-23T01:36:03.694" v="3092" actId="478"/>
          <ac:spMkLst>
            <pc:docMk/>
            <pc:sldMk cId="4193068333" sldId="267"/>
            <ac:spMk id="8" creationId="{4936BE2E-FEDF-9D24-6BCB-E8F1E3FD8C0F}"/>
          </ac:spMkLst>
        </pc:spChg>
        <pc:spChg chg="add mod">
          <ac:chgData name="ARJAV JAIN" userId="0c0bf2fd-5996-4b26-8ea0-493cd03236ea" providerId="ADAL" clId="{5BA3A6CA-7C5D-4DA1-B8AB-9419DA906984}" dt="2022-03-23T01:31:19.515" v="2658" actId="20577"/>
          <ac:spMkLst>
            <pc:docMk/>
            <pc:sldMk cId="4193068333" sldId="267"/>
            <ac:spMk id="9" creationId="{51BC165A-B8D5-4C4E-9E8A-537FF597DC2B}"/>
          </ac:spMkLst>
        </pc:spChg>
        <pc:spChg chg="add mod">
          <ac:chgData name="ARJAV JAIN" userId="0c0bf2fd-5996-4b26-8ea0-493cd03236ea" providerId="ADAL" clId="{5BA3A6CA-7C5D-4DA1-B8AB-9419DA906984}" dt="2022-03-23T01:31:14.546" v="2646"/>
          <ac:spMkLst>
            <pc:docMk/>
            <pc:sldMk cId="4193068333" sldId="267"/>
            <ac:spMk id="10" creationId="{27E261FF-F954-4512-83A6-8C7968867EAF}"/>
          </ac:spMkLst>
        </pc:spChg>
        <pc:spChg chg="add mod">
          <ac:chgData name="ARJAV JAIN" userId="0c0bf2fd-5996-4b26-8ea0-493cd03236ea" providerId="ADAL" clId="{5BA3A6CA-7C5D-4DA1-B8AB-9419DA906984}" dt="2022-03-23T01:36:11.303" v="3093" actId="1076"/>
          <ac:spMkLst>
            <pc:docMk/>
            <pc:sldMk cId="4193068333" sldId="267"/>
            <ac:spMk id="12" creationId="{BC115A9B-DCDA-4EDE-B16C-960881C01684}"/>
          </ac:spMkLst>
        </pc:spChg>
        <pc:spChg chg="add del mod">
          <ac:chgData name="ARJAV JAIN" userId="0c0bf2fd-5996-4b26-8ea0-493cd03236ea" providerId="ADAL" clId="{5BA3A6CA-7C5D-4DA1-B8AB-9419DA906984}" dt="2022-03-23T01:32:25.403" v="2669" actId="478"/>
          <ac:spMkLst>
            <pc:docMk/>
            <pc:sldMk cId="4193068333" sldId="267"/>
            <ac:spMk id="13" creationId="{092CA986-F109-4509-81DD-DBF2ECBF289A}"/>
          </ac:spMkLst>
        </pc:spChg>
        <pc:picChg chg="mod">
          <ac:chgData name="ARJAV JAIN" userId="0c0bf2fd-5996-4b26-8ea0-493cd03236ea" providerId="ADAL" clId="{5BA3A6CA-7C5D-4DA1-B8AB-9419DA906984}" dt="2022-03-23T01:31:38.933" v="2663" actId="1582"/>
          <ac:picMkLst>
            <pc:docMk/>
            <pc:sldMk cId="4193068333" sldId="267"/>
            <ac:picMk id="4" creationId="{A68E6B4B-206F-F6AA-3FEB-56842B130170}"/>
          </ac:picMkLst>
        </pc:picChg>
        <pc:picChg chg="mod">
          <ac:chgData name="ARJAV JAIN" userId="0c0bf2fd-5996-4b26-8ea0-493cd03236ea" providerId="ADAL" clId="{5BA3A6CA-7C5D-4DA1-B8AB-9419DA906984}" dt="2022-03-23T01:31:38.933" v="2663" actId="1582"/>
          <ac:picMkLst>
            <pc:docMk/>
            <pc:sldMk cId="4193068333" sldId="267"/>
            <ac:picMk id="6" creationId="{B5FEDF05-8C3C-DCEB-16DD-5B7E37EE8D6B}"/>
          </ac:picMkLst>
        </pc:picChg>
        <pc:picChg chg="mod">
          <ac:chgData name="ARJAV JAIN" userId="0c0bf2fd-5996-4b26-8ea0-493cd03236ea" providerId="ADAL" clId="{5BA3A6CA-7C5D-4DA1-B8AB-9419DA906984}" dt="2022-03-23T01:31:38.933" v="2663" actId="1582"/>
          <ac:picMkLst>
            <pc:docMk/>
            <pc:sldMk cId="4193068333" sldId="267"/>
            <ac:picMk id="7" creationId="{F67D141F-1730-8EA9-5ECD-F02169124901}"/>
          </ac:picMkLst>
        </pc:picChg>
        <pc:picChg chg="add mod">
          <ac:chgData name="ARJAV JAIN" userId="0c0bf2fd-5996-4b26-8ea0-493cd03236ea" providerId="ADAL" clId="{5BA3A6CA-7C5D-4DA1-B8AB-9419DA906984}" dt="2022-03-23T01:31:14.546" v="2646"/>
          <ac:picMkLst>
            <pc:docMk/>
            <pc:sldMk cId="4193068333" sldId="267"/>
            <ac:picMk id="11" creationId="{9D33F172-FFAB-4515-9C86-BD407253D698}"/>
          </ac:picMkLst>
        </pc:picChg>
      </pc:sldChg>
      <pc:sldChg chg="modSp mod">
        <pc:chgData name="ARJAV JAIN" userId="0c0bf2fd-5996-4b26-8ea0-493cd03236ea" providerId="ADAL" clId="{5BA3A6CA-7C5D-4DA1-B8AB-9419DA906984}" dt="2022-03-14T19:49:58.629" v="10" actId="113"/>
        <pc:sldMkLst>
          <pc:docMk/>
          <pc:sldMk cId="2300381119" sldId="268"/>
        </pc:sldMkLst>
        <pc:spChg chg="mod">
          <ac:chgData name="ARJAV JAIN" userId="0c0bf2fd-5996-4b26-8ea0-493cd03236ea" providerId="ADAL" clId="{5BA3A6CA-7C5D-4DA1-B8AB-9419DA906984}" dt="2022-03-14T19:49:58.629" v="10" actId="113"/>
          <ac:spMkLst>
            <pc:docMk/>
            <pc:sldMk cId="2300381119" sldId="268"/>
            <ac:spMk id="2" creationId="{556ED1BB-D0A4-4FA1-989A-F2A12B5DCA29}"/>
          </ac:spMkLst>
        </pc:spChg>
      </pc:sldChg>
      <pc:sldChg chg="addSp modSp del mod">
        <pc:chgData name="ARJAV JAIN" userId="0c0bf2fd-5996-4b26-8ea0-493cd03236ea" providerId="ADAL" clId="{5BA3A6CA-7C5D-4DA1-B8AB-9419DA906984}" dt="2022-03-24T06:13:51.610" v="5251" actId="47"/>
        <pc:sldMkLst>
          <pc:docMk/>
          <pc:sldMk cId="2329147562" sldId="269"/>
        </pc:sldMkLst>
        <pc:spChg chg="mod">
          <ac:chgData name="ARJAV JAIN" userId="0c0bf2fd-5996-4b26-8ea0-493cd03236ea" providerId="ADAL" clId="{5BA3A6CA-7C5D-4DA1-B8AB-9419DA906984}" dt="2022-03-14T19:50:20.536" v="12" actId="113"/>
          <ac:spMkLst>
            <pc:docMk/>
            <pc:sldMk cId="2329147562" sldId="269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3T01:22:40.274" v="2270" actId="20577"/>
          <ac:spMkLst>
            <pc:docMk/>
            <pc:sldMk cId="2329147562" sldId="269"/>
            <ac:spMk id="6" creationId="{B80E2A6A-527B-4332-AC61-7F8559104F45}"/>
          </ac:spMkLst>
        </pc:spChg>
        <pc:spChg chg="add mod">
          <ac:chgData name="ARJAV JAIN" userId="0c0bf2fd-5996-4b26-8ea0-493cd03236ea" providerId="ADAL" clId="{5BA3A6CA-7C5D-4DA1-B8AB-9419DA906984}" dt="2022-03-23T01:22:32.735" v="2250"/>
          <ac:spMkLst>
            <pc:docMk/>
            <pc:sldMk cId="2329147562" sldId="269"/>
            <ac:spMk id="7" creationId="{E22CEC3E-1958-4DC6-9673-08685C43843F}"/>
          </ac:spMkLst>
        </pc:spChg>
        <pc:picChg chg="add mod">
          <ac:chgData name="ARJAV JAIN" userId="0c0bf2fd-5996-4b26-8ea0-493cd03236ea" providerId="ADAL" clId="{5BA3A6CA-7C5D-4DA1-B8AB-9419DA906984}" dt="2022-03-23T01:22:32.735" v="2250"/>
          <ac:picMkLst>
            <pc:docMk/>
            <pc:sldMk cId="2329147562" sldId="269"/>
            <ac:picMk id="8" creationId="{E7FF7360-67A8-4507-81E5-7781F4F333B5}"/>
          </ac:picMkLst>
        </pc:picChg>
      </pc:sldChg>
      <pc:sldChg chg="del">
        <pc:chgData name="ARJAV JAIN" userId="0c0bf2fd-5996-4b26-8ea0-493cd03236ea" providerId="ADAL" clId="{5BA3A6CA-7C5D-4DA1-B8AB-9419DA906984}" dt="2022-03-23T01:25:04.204" v="2375" actId="47"/>
        <pc:sldMkLst>
          <pc:docMk/>
          <pc:sldMk cId="3097593699" sldId="270"/>
        </pc:sldMkLst>
      </pc:sldChg>
      <pc:sldChg chg="addSp delSp modSp add mod">
        <pc:chgData name="ARJAV JAIN" userId="0c0bf2fd-5996-4b26-8ea0-493cd03236ea" providerId="ADAL" clId="{5BA3A6CA-7C5D-4DA1-B8AB-9419DA906984}" dt="2022-03-27T04:54:45.708" v="7813" actId="20577"/>
        <pc:sldMkLst>
          <pc:docMk/>
          <pc:sldMk cId="2025552174" sldId="271"/>
        </pc:sldMkLst>
        <pc:spChg chg="add del mod">
          <ac:chgData name="ARJAV JAIN" userId="0c0bf2fd-5996-4b26-8ea0-493cd03236ea" providerId="ADAL" clId="{5BA3A6CA-7C5D-4DA1-B8AB-9419DA906984}" dt="2022-03-22T08:32:21.792" v="489" actId="478"/>
          <ac:spMkLst>
            <pc:docMk/>
            <pc:sldMk cId="2025552174" sldId="271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2T08:32:16.411" v="487"/>
          <ac:spMkLst>
            <pc:docMk/>
            <pc:sldMk cId="2025552174" sldId="271"/>
            <ac:spMk id="6" creationId="{203288D4-A9BD-49FF-A5EB-BC0098BD767F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6" creationId="{D8EE8D99-DE21-4DD3-AA56-F84EEE45918C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7" creationId="{D1CBDC88-E74B-4A71-991D-24360CD254A5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8" creationId="{722CEB8C-9EAA-4671-92BE-80127DC8F056}"/>
          </ac:spMkLst>
        </pc:spChg>
        <pc:spChg chg="add del mod">
          <ac:chgData name="ARJAV JAIN" userId="0c0bf2fd-5996-4b26-8ea0-493cd03236ea" providerId="ADAL" clId="{5BA3A6CA-7C5D-4DA1-B8AB-9419DA906984}" dt="2022-03-22T08:32:49.974" v="491"/>
          <ac:spMkLst>
            <pc:docMk/>
            <pc:sldMk cId="2025552174" sldId="271"/>
            <ac:spMk id="8" creationId="{D585A923-80D9-40CD-B510-2AB375F53F33}"/>
          </ac:spMkLst>
        </pc:spChg>
        <pc:spChg chg="add del mod">
          <ac:chgData name="ARJAV JAIN" userId="0c0bf2fd-5996-4b26-8ea0-493cd03236ea" providerId="ADAL" clId="{5BA3A6CA-7C5D-4DA1-B8AB-9419DA906984}" dt="2022-03-23T01:18:43.605" v="2154" actId="478"/>
          <ac:spMkLst>
            <pc:docMk/>
            <pc:sldMk cId="2025552174" sldId="271"/>
            <ac:spMk id="9" creationId="{E8C4F726-7827-4F11-AB56-774782D825CB}"/>
          </ac:spMkLst>
        </pc:spChg>
        <pc:spChg chg="add del mod">
          <ac:chgData name="ARJAV JAIN" userId="0c0bf2fd-5996-4b26-8ea0-493cd03236ea" providerId="ADAL" clId="{5BA3A6CA-7C5D-4DA1-B8AB-9419DA906984}" dt="2022-03-23T01:17:31.745" v="2148" actId="478"/>
          <ac:spMkLst>
            <pc:docMk/>
            <pc:sldMk cId="2025552174" sldId="271"/>
            <ac:spMk id="10" creationId="{5E2F9C79-1F94-454C-BFA7-B91AE6E01329}"/>
          </ac:spMkLst>
        </pc:spChg>
        <pc:spChg chg="add mod">
          <ac:chgData name="ARJAV JAIN" userId="0c0bf2fd-5996-4b26-8ea0-493cd03236ea" providerId="ADAL" clId="{5BA3A6CA-7C5D-4DA1-B8AB-9419DA906984}" dt="2022-03-23T01:15:07.915" v="2022" actId="20577"/>
          <ac:spMkLst>
            <pc:docMk/>
            <pc:sldMk cId="2025552174" sldId="271"/>
            <ac:spMk id="11" creationId="{191CD5F2-F871-4E6E-A2E7-B3D0394280C9}"/>
          </ac:spMkLst>
        </pc:spChg>
        <pc:spChg chg="add del">
          <ac:chgData name="ARJAV JAIN" userId="0c0bf2fd-5996-4b26-8ea0-493cd03236ea" providerId="ADAL" clId="{5BA3A6CA-7C5D-4DA1-B8AB-9419DA906984}" dt="2022-03-22T08:33:11.202" v="493" actId="22"/>
          <ac:spMkLst>
            <pc:docMk/>
            <pc:sldMk cId="2025552174" sldId="271"/>
            <ac:spMk id="11" creationId="{F7E88F81-420E-4EA7-966D-A92411C61389}"/>
          </ac:spMkLst>
        </pc:spChg>
        <pc:spChg chg="add mod">
          <ac:chgData name="ARJAV JAIN" userId="0c0bf2fd-5996-4b26-8ea0-493cd03236ea" providerId="ADAL" clId="{5BA3A6CA-7C5D-4DA1-B8AB-9419DA906984}" dt="2022-03-23T01:14:59.865" v="1995"/>
          <ac:spMkLst>
            <pc:docMk/>
            <pc:sldMk cId="2025552174" sldId="271"/>
            <ac:spMk id="12" creationId="{374FE8D6-7222-452C-8516-45BBD97ABD43}"/>
          </ac:spMkLst>
        </pc:spChg>
        <pc:spChg chg="add del">
          <ac:chgData name="ARJAV JAIN" userId="0c0bf2fd-5996-4b26-8ea0-493cd03236ea" providerId="ADAL" clId="{5BA3A6CA-7C5D-4DA1-B8AB-9419DA906984}" dt="2022-03-22T08:33:20.848" v="501" actId="478"/>
          <ac:spMkLst>
            <pc:docMk/>
            <pc:sldMk cId="2025552174" sldId="271"/>
            <ac:spMk id="13" creationId="{8FD53A37-F881-40DE-891D-FA237838AD27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14" creationId="{5AB45583-97E6-45ED-83D9-ADA13366CBD9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15" creationId="{5E1E9E67-DA2E-455B-BA0E-A3F163B381F7}"/>
          </ac:spMkLst>
        </pc:spChg>
        <pc:spChg chg="add del mod">
          <ac:chgData name="ARJAV JAIN" userId="0c0bf2fd-5996-4b26-8ea0-493cd03236ea" providerId="ADAL" clId="{5BA3A6CA-7C5D-4DA1-B8AB-9419DA906984}" dt="2022-03-22T08:33:33.022" v="504" actId="478"/>
          <ac:spMkLst>
            <pc:docMk/>
            <pc:sldMk cId="2025552174" sldId="271"/>
            <ac:spMk id="15" creationId="{749F6EC0-E539-4DDC-A46C-1FF58783EE89}"/>
          </ac:spMkLst>
        </pc:spChg>
        <pc:spChg chg="add mod">
          <ac:chgData name="ARJAV JAIN" userId="0c0bf2fd-5996-4b26-8ea0-493cd03236ea" providerId="ADAL" clId="{5BA3A6CA-7C5D-4DA1-B8AB-9419DA906984}" dt="2022-03-23T01:21:53.595" v="2211" actId="1076"/>
          <ac:spMkLst>
            <pc:docMk/>
            <pc:sldMk cId="2025552174" sldId="271"/>
            <ac:spMk id="17" creationId="{EB04325A-B119-4596-95A6-9E8E7AFD1C30}"/>
          </ac:spMkLst>
        </pc:spChg>
        <pc:spChg chg="add mod">
          <ac:chgData name="ARJAV JAIN" userId="0c0bf2fd-5996-4b26-8ea0-493cd03236ea" providerId="ADAL" clId="{5BA3A6CA-7C5D-4DA1-B8AB-9419DA906984}" dt="2022-03-23T01:16:43.455" v="2130" actId="571"/>
          <ac:spMkLst>
            <pc:docMk/>
            <pc:sldMk cId="2025552174" sldId="271"/>
            <ac:spMk id="19" creationId="{29A3208E-7C79-440F-8BEC-59254626C523}"/>
          </ac:spMkLst>
        </pc:spChg>
        <pc:spChg chg="add del mod">
          <ac:chgData name="ARJAV JAIN" userId="0c0bf2fd-5996-4b26-8ea0-493cd03236ea" providerId="ADAL" clId="{5BA3A6CA-7C5D-4DA1-B8AB-9419DA906984}" dt="2022-03-23T01:18:44.060" v="2155" actId="478"/>
          <ac:spMkLst>
            <pc:docMk/>
            <pc:sldMk cId="2025552174" sldId="271"/>
            <ac:spMk id="20" creationId="{1C6639D6-CA3D-4B55-97A8-9F7D1CC32835}"/>
          </ac:spMkLst>
        </pc:spChg>
        <pc:spChg chg="add del mod">
          <ac:chgData name="ARJAV JAIN" userId="0c0bf2fd-5996-4b26-8ea0-493cd03236ea" providerId="ADAL" clId="{5BA3A6CA-7C5D-4DA1-B8AB-9419DA906984}" dt="2022-03-23T01:18:45.009" v="2156" actId="478"/>
          <ac:spMkLst>
            <pc:docMk/>
            <pc:sldMk cId="2025552174" sldId="271"/>
            <ac:spMk id="21" creationId="{737B7FC9-196A-4968-9E24-74AE3F978750}"/>
          </ac:spMkLst>
        </pc:spChg>
        <pc:spChg chg="add mod">
          <ac:chgData name="ARJAV JAIN" userId="0c0bf2fd-5996-4b26-8ea0-493cd03236ea" providerId="ADAL" clId="{5BA3A6CA-7C5D-4DA1-B8AB-9419DA906984}" dt="2022-03-24T06:15:53.639" v="5289" actId="20577"/>
          <ac:spMkLst>
            <pc:docMk/>
            <pc:sldMk cId="2025552174" sldId="271"/>
            <ac:spMk id="32" creationId="{AC82FBC6-0F02-465F-B03A-8CEA827C8241}"/>
          </ac:spMkLst>
        </pc:spChg>
        <pc:graphicFrameChg chg="add del mod">
          <ac:chgData name="ARJAV JAIN" userId="0c0bf2fd-5996-4b26-8ea0-493cd03236ea" providerId="ADAL" clId="{5BA3A6CA-7C5D-4DA1-B8AB-9419DA906984}" dt="2022-03-22T08:32:16.411" v="487"/>
          <ac:graphicFrameMkLst>
            <pc:docMk/>
            <pc:sldMk cId="2025552174" sldId="271"/>
            <ac:graphicFrameMk id="4" creationId="{9DC04FC1-694D-405E-9266-7387B423FD16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32:49.974" v="491"/>
          <ac:graphicFrameMkLst>
            <pc:docMk/>
            <pc:sldMk cId="2025552174" sldId="271"/>
            <ac:graphicFrameMk id="7" creationId="{610B89F3-1922-4D88-B443-26DDC2A3F889}"/>
          </ac:graphicFrameMkLst>
        </pc:graphicFrameChg>
        <pc:graphicFrameChg chg="add mod modGraphic">
          <ac:chgData name="ARJAV JAIN" userId="0c0bf2fd-5996-4b26-8ea0-493cd03236ea" providerId="ADAL" clId="{5BA3A6CA-7C5D-4DA1-B8AB-9419DA906984}" dt="2022-03-27T04:54:45.708" v="7813" actId="20577"/>
          <ac:graphicFrameMkLst>
            <pc:docMk/>
            <pc:sldMk cId="2025552174" sldId="271"/>
            <ac:graphicFrameMk id="30" creationId="{5B638AD1-10AD-4B04-8C68-8A0580ACB1CE}"/>
          </ac:graphicFrameMkLst>
        </pc:graphicFrameChg>
        <pc:picChg chg="mod">
          <ac:chgData name="ARJAV JAIN" userId="0c0bf2fd-5996-4b26-8ea0-493cd03236ea" providerId="ADAL" clId="{5BA3A6CA-7C5D-4DA1-B8AB-9419DA906984}" dt="2022-03-23T01:20:11.537" v="2166" actId="1076"/>
          <ac:picMkLst>
            <pc:docMk/>
            <pc:sldMk cId="2025552174" sldId="271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3T01:14:59.865" v="1995"/>
          <ac:picMkLst>
            <pc:docMk/>
            <pc:sldMk cId="2025552174" sldId="271"/>
            <ac:picMk id="13" creationId="{3B0E04A7-5BA4-415B-B15E-EE2DB90F237B}"/>
          </ac:picMkLst>
        </pc:picChg>
        <pc:picChg chg="add del mod">
          <ac:chgData name="ARJAV JAIN" userId="0c0bf2fd-5996-4b26-8ea0-493cd03236ea" providerId="ADAL" clId="{5BA3A6CA-7C5D-4DA1-B8AB-9419DA906984}" dt="2022-03-23T01:14:21.705" v="1991" actId="478"/>
          <ac:picMkLst>
            <pc:docMk/>
            <pc:sldMk cId="2025552174" sldId="271"/>
            <ac:picMk id="16" creationId="{96ED63B3-713B-44EB-8B47-2C0392F076E1}"/>
          </ac:picMkLst>
        </pc:picChg>
        <pc:picChg chg="add mod">
          <ac:chgData name="ARJAV JAIN" userId="0c0bf2fd-5996-4b26-8ea0-493cd03236ea" providerId="ADAL" clId="{5BA3A6CA-7C5D-4DA1-B8AB-9419DA906984}" dt="2022-03-23T01:16:43.455" v="2130" actId="571"/>
          <ac:picMkLst>
            <pc:docMk/>
            <pc:sldMk cId="2025552174" sldId="271"/>
            <ac:picMk id="18" creationId="{AE3B4AF1-EEA9-47C5-BF03-DDC32DD82E41}"/>
          </ac:picMkLst>
        </pc:picChg>
        <pc:picChg chg="add del mod">
          <ac:chgData name="ARJAV JAIN" userId="0c0bf2fd-5996-4b26-8ea0-493cd03236ea" providerId="ADAL" clId="{5BA3A6CA-7C5D-4DA1-B8AB-9419DA906984}" dt="2022-03-22T08:32:16.411" v="487"/>
          <ac:picMkLst>
            <pc:docMk/>
            <pc:sldMk cId="2025552174" sldId="271"/>
            <ac:picMk id="3074" creationId="{FB626F00-6ACF-4BC7-B01C-4EA2B0456846}"/>
          </ac:picMkLst>
        </pc:picChg>
        <pc:cxnChg chg="add mod">
          <ac:chgData name="ARJAV JAIN" userId="0c0bf2fd-5996-4b26-8ea0-493cd03236ea" providerId="ADAL" clId="{5BA3A6CA-7C5D-4DA1-B8AB-9419DA906984}" dt="2022-03-23T01:21:53.595" v="2211" actId="1076"/>
          <ac:cxnSpMkLst>
            <pc:docMk/>
            <pc:sldMk cId="2025552174" sldId="271"/>
            <ac:cxnSpMk id="4" creationId="{843B9867-8000-4EDE-91BE-DF22E21869BA}"/>
          </ac:cxnSpMkLst>
        </pc:cxnChg>
        <pc:cxnChg chg="add mod">
          <ac:chgData name="ARJAV JAIN" userId="0c0bf2fd-5996-4b26-8ea0-493cd03236ea" providerId="ADAL" clId="{5BA3A6CA-7C5D-4DA1-B8AB-9419DA906984}" dt="2022-03-23T01:21:53.595" v="2211" actId="1076"/>
          <ac:cxnSpMkLst>
            <pc:docMk/>
            <pc:sldMk cId="2025552174" sldId="271"/>
            <ac:cxnSpMk id="23" creationId="{6FAD7011-51ED-4805-AB1F-B605213F956D}"/>
          </ac:cxnSpMkLst>
        </pc:cxnChg>
        <pc:cxnChg chg="add mod">
          <ac:chgData name="ARJAV JAIN" userId="0c0bf2fd-5996-4b26-8ea0-493cd03236ea" providerId="ADAL" clId="{5BA3A6CA-7C5D-4DA1-B8AB-9419DA906984}" dt="2022-03-23T01:21:53.595" v="2211" actId="1076"/>
          <ac:cxnSpMkLst>
            <pc:docMk/>
            <pc:sldMk cId="2025552174" sldId="271"/>
            <ac:cxnSpMk id="25" creationId="{75923172-E99D-4D7A-8D03-15B6BDBFD5EE}"/>
          </ac:cxnSpMkLst>
        </pc:cxnChg>
        <pc:cxnChg chg="add mod">
          <ac:chgData name="ARJAV JAIN" userId="0c0bf2fd-5996-4b26-8ea0-493cd03236ea" providerId="ADAL" clId="{5BA3A6CA-7C5D-4DA1-B8AB-9419DA906984}" dt="2022-03-23T01:21:53.595" v="2211" actId="1076"/>
          <ac:cxnSpMkLst>
            <pc:docMk/>
            <pc:sldMk cId="2025552174" sldId="271"/>
            <ac:cxnSpMk id="27" creationId="{5A2EF05E-158D-4834-884A-D7148312359A}"/>
          </ac:cxnSpMkLst>
        </pc:cxnChg>
        <pc:cxnChg chg="add mod">
          <ac:chgData name="ARJAV JAIN" userId="0c0bf2fd-5996-4b26-8ea0-493cd03236ea" providerId="ADAL" clId="{5BA3A6CA-7C5D-4DA1-B8AB-9419DA906984}" dt="2022-03-23T01:21:53.595" v="2211" actId="1076"/>
          <ac:cxnSpMkLst>
            <pc:docMk/>
            <pc:sldMk cId="2025552174" sldId="271"/>
            <ac:cxnSpMk id="29" creationId="{D30AE883-9E79-4E29-9A92-ABB77B367396}"/>
          </ac:cxnSpMkLst>
        </pc:cxnChg>
      </pc:sldChg>
      <pc:sldChg chg="addSp delSp modSp add mod delAnim modAnim">
        <pc:chgData name="ARJAV JAIN" userId="0c0bf2fd-5996-4b26-8ea0-493cd03236ea" providerId="ADAL" clId="{5BA3A6CA-7C5D-4DA1-B8AB-9419DA906984}" dt="2022-03-27T04:34:56.810" v="6942" actId="20577"/>
        <pc:sldMkLst>
          <pc:docMk/>
          <pc:sldMk cId="3697111720" sldId="272"/>
        </pc:sldMkLst>
        <pc:spChg chg="del mod">
          <ac:chgData name="ARJAV JAIN" userId="0c0bf2fd-5996-4b26-8ea0-493cd03236ea" providerId="ADAL" clId="{5BA3A6CA-7C5D-4DA1-B8AB-9419DA906984}" dt="2022-03-24T06:26:42.036" v="5561" actId="478"/>
          <ac:spMkLst>
            <pc:docMk/>
            <pc:sldMk cId="3697111720" sldId="272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3T01:23:02.185" v="2314" actId="20577"/>
          <ac:spMkLst>
            <pc:docMk/>
            <pc:sldMk cId="3697111720" sldId="272"/>
            <ac:spMk id="6" creationId="{BA5F203A-CC83-4D2E-8AB1-9657AE6FB88A}"/>
          </ac:spMkLst>
        </pc:spChg>
        <pc:spChg chg="add mod">
          <ac:chgData name="ARJAV JAIN" userId="0c0bf2fd-5996-4b26-8ea0-493cd03236ea" providerId="ADAL" clId="{5BA3A6CA-7C5D-4DA1-B8AB-9419DA906984}" dt="2022-03-23T01:22:56.445" v="2295"/>
          <ac:spMkLst>
            <pc:docMk/>
            <pc:sldMk cId="3697111720" sldId="272"/>
            <ac:spMk id="7" creationId="{E898E1C3-2037-460C-90EE-DB198A61069E}"/>
          </ac:spMkLst>
        </pc:spChg>
        <pc:spChg chg="add del mod">
          <ac:chgData name="ARJAV JAIN" userId="0c0bf2fd-5996-4b26-8ea0-493cd03236ea" providerId="ADAL" clId="{5BA3A6CA-7C5D-4DA1-B8AB-9419DA906984}" dt="2022-03-27T04:18:50.789" v="6621" actId="478"/>
          <ac:spMkLst>
            <pc:docMk/>
            <pc:sldMk cId="3697111720" sldId="272"/>
            <ac:spMk id="10" creationId="{4B94950E-F956-47F3-8799-A83B67996495}"/>
          </ac:spMkLst>
        </pc:spChg>
        <pc:spChg chg="add del">
          <ac:chgData name="ARJAV JAIN" userId="0c0bf2fd-5996-4b26-8ea0-493cd03236ea" providerId="ADAL" clId="{5BA3A6CA-7C5D-4DA1-B8AB-9419DA906984}" dt="2022-03-27T04:19:02.030" v="6623" actId="478"/>
          <ac:spMkLst>
            <pc:docMk/>
            <pc:sldMk cId="3697111720" sldId="272"/>
            <ac:spMk id="12" creationId="{937F3243-AE21-48EE-ABE8-8F6847D46FEF}"/>
          </ac:spMkLst>
        </pc:spChg>
        <pc:spChg chg="add mod">
          <ac:chgData name="ARJAV JAIN" userId="0c0bf2fd-5996-4b26-8ea0-493cd03236ea" providerId="ADAL" clId="{5BA3A6CA-7C5D-4DA1-B8AB-9419DA906984}" dt="2022-03-27T04:33:27.055" v="6940" actId="20577"/>
          <ac:spMkLst>
            <pc:docMk/>
            <pc:sldMk cId="3697111720" sldId="272"/>
            <ac:spMk id="14" creationId="{A779A95B-B72F-4939-B0D1-8DA50E1E47DF}"/>
          </ac:spMkLst>
        </pc:spChg>
        <pc:graphicFrameChg chg="add mod modGraphic">
          <ac:chgData name="ARJAV JAIN" userId="0c0bf2fd-5996-4b26-8ea0-493cd03236ea" providerId="ADAL" clId="{5BA3A6CA-7C5D-4DA1-B8AB-9419DA906984}" dt="2022-03-27T04:34:56.810" v="6942" actId="20577"/>
          <ac:graphicFrameMkLst>
            <pc:docMk/>
            <pc:sldMk cId="3697111720" sldId="272"/>
            <ac:graphicFrameMk id="13" creationId="{DFEE95DA-940B-4E4E-B1BA-57E0D0281AD2}"/>
          </ac:graphicFrameMkLst>
        </pc:graphicFrameChg>
        <pc:picChg chg="add mod">
          <ac:chgData name="ARJAV JAIN" userId="0c0bf2fd-5996-4b26-8ea0-493cd03236ea" providerId="ADAL" clId="{5BA3A6CA-7C5D-4DA1-B8AB-9419DA906984}" dt="2022-03-27T04:18:19.501" v="6608" actId="1076"/>
          <ac:picMkLst>
            <pc:docMk/>
            <pc:sldMk cId="3697111720" sldId="272"/>
            <ac:picMk id="4" creationId="{F1E21E1C-DABB-4162-9C10-8B79A00CC36D}"/>
          </ac:picMkLst>
        </pc:picChg>
        <pc:picChg chg="add mod">
          <ac:chgData name="ARJAV JAIN" userId="0c0bf2fd-5996-4b26-8ea0-493cd03236ea" providerId="ADAL" clId="{5BA3A6CA-7C5D-4DA1-B8AB-9419DA906984}" dt="2022-03-23T01:22:56.445" v="2295"/>
          <ac:picMkLst>
            <pc:docMk/>
            <pc:sldMk cId="3697111720" sldId="272"/>
            <ac:picMk id="8" creationId="{E5376826-6DD6-40FE-9635-8FC19E66B8EC}"/>
          </ac:picMkLst>
        </pc:picChg>
        <pc:picChg chg="add del mod">
          <ac:chgData name="ARJAV JAIN" userId="0c0bf2fd-5996-4b26-8ea0-493cd03236ea" providerId="ADAL" clId="{5BA3A6CA-7C5D-4DA1-B8AB-9419DA906984}" dt="2022-03-27T04:17:16.942" v="6598" actId="478"/>
          <ac:picMkLst>
            <pc:docMk/>
            <pc:sldMk cId="3697111720" sldId="272"/>
            <ac:picMk id="9" creationId="{83D5D007-E755-4FD6-80B4-30DA0D602969}"/>
          </ac:picMkLst>
        </pc:picChg>
      </pc:sldChg>
      <pc:sldChg chg="modSp add del mod">
        <pc:chgData name="ARJAV JAIN" userId="0c0bf2fd-5996-4b26-8ea0-493cd03236ea" providerId="ADAL" clId="{5BA3A6CA-7C5D-4DA1-B8AB-9419DA906984}" dt="2022-03-23T01:10:41.603" v="1876" actId="47"/>
        <pc:sldMkLst>
          <pc:docMk/>
          <pc:sldMk cId="2466773405" sldId="273"/>
        </pc:sldMkLst>
        <pc:spChg chg="mod">
          <ac:chgData name="ARJAV JAIN" userId="0c0bf2fd-5996-4b26-8ea0-493cd03236ea" providerId="ADAL" clId="{5BA3A6CA-7C5D-4DA1-B8AB-9419DA906984}" dt="2022-03-14T19:49:23.984" v="8" actId="113"/>
          <ac:spMkLst>
            <pc:docMk/>
            <pc:sldMk cId="2466773405" sldId="273"/>
            <ac:spMk id="2" creationId="{556ED1BB-D0A4-4FA1-989A-F2A12B5DCA29}"/>
          </ac:spMkLst>
        </pc:spChg>
      </pc:sldChg>
      <pc:sldChg chg="addSp delSp modSp add del mod">
        <pc:chgData name="ARJAV JAIN" userId="0c0bf2fd-5996-4b26-8ea0-493cd03236ea" providerId="ADAL" clId="{5BA3A6CA-7C5D-4DA1-B8AB-9419DA906984}" dt="2022-03-23T01:22:04.664" v="2212" actId="47"/>
        <pc:sldMkLst>
          <pc:docMk/>
          <pc:sldMk cId="3318911582" sldId="274"/>
        </pc:sldMkLst>
        <pc:spChg chg="add del mod">
          <ac:chgData name="ARJAV JAIN" userId="0c0bf2fd-5996-4b26-8ea0-493cd03236ea" providerId="ADAL" clId="{5BA3A6CA-7C5D-4DA1-B8AB-9419DA906984}" dt="2022-03-22T09:27:24.432" v="653" actId="478"/>
          <ac:spMkLst>
            <pc:docMk/>
            <pc:sldMk cId="3318911582" sldId="274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6" creationId="{CE5F35FC-683A-4F2B-8BA0-076AEA668C83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7" creationId="{B4813141-6E31-4DB1-AED8-4AA952241348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8" creationId="{3CAE7724-2C19-4AD9-8BBA-51C9F1F08646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0" creationId="{6C82F59A-745E-43CD-88DC-09F597D65518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2" creationId="{1E904443-F774-4697-8008-B811A527E4F4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3" creationId="{134DC963-1529-4B81-91CB-3F27E7EB8A42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4" creationId="{A06E5E1D-E341-4A92-A410-77DE91812F68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5" creationId="{0338F4A2-09C0-4F45-A739-5C30174D40F8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6" creationId="{51665CE0-5C81-4BD7-85B1-EDED7F4107AC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17" creationId="{4AA1A2F3-CC00-41CB-8F85-0693669FA4FD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22" creationId="{A223D7C6-56D4-4ACC-BD71-20AD1BA3A12F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23" creationId="{086C6DAD-CD47-4383-8332-689B96AC8902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26" creationId="{F30D40DD-C0C4-485E-860D-6642EA9F174E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27" creationId="{E135FC18-A1DD-49F6-8B45-421C293ACD37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31" creationId="{84D068A9-33DA-4540-859A-C4592851978C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32" creationId="{C8CEADB8-07E8-4605-BB80-2E149710598B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33" creationId="{6FEE90B1-EABD-432A-B464-71F1D9476236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46" creationId="{3A4CF985-0F62-4CB0-86E8-4BBDF4551CD4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51" creationId="{BFAF6777-EA40-4E54-9F9A-7D0366E40962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52" creationId="{11EC93BC-C7A8-4F8E-85D2-42C123444EB2}"/>
          </ac:spMkLst>
        </pc:spChg>
        <pc:spChg chg="add del mod">
          <ac:chgData name="ARJAV JAIN" userId="0c0bf2fd-5996-4b26-8ea0-493cd03236ea" providerId="ADAL" clId="{5BA3A6CA-7C5D-4DA1-B8AB-9419DA906984}" dt="2022-03-22T09:27:24.009" v="652"/>
          <ac:spMkLst>
            <pc:docMk/>
            <pc:sldMk cId="3318911582" sldId="274"/>
            <ac:spMk id="56" creationId="{212BDF09-8056-4B1E-8A08-3D835B701901}"/>
          </ac:spMkLst>
        </pc:spChg>
        <pc:graphicFrameChg chg="add del mod">
          <ac:chgData name="ARJAV JAIN" userId="0c0bf2fd-5996-4b26-8ea0-493cd03236ea" providerId="ADAL" clId="{5BA3A6CA-7C5D-4DA1-B8AB-9419DA906984}" dt="2022-03-22T09:27:24.009" v="652"/>
          <ac:graphicFrameMkLst>
            <pc:docMk/>
            <pc:sldMk cId="3318911582" sldId="274"/>
            <ac:graphicFrameMk id="57" creationId="{E62E3AAC-4264-427F-B4B2-D7A0498207C3}"/>
          </ac:graphicFrameMkLst>
        </pc:graphicFrame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9" creationId="{5AF8C093-0D9B-40AC-A8FA-D8E275471451}"/>
          </ac:picMkLst>
        </pc:pic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11" creationId="{C7BC0ED6-5FD8-49F4-8F97-42DBDEB8BC6D}"/>
          </ac:picMkLst>
        </pc:pic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43" creationId="{BEDFD026-32B2-4B68-8BF6-45C69E99CF1B}"/>
          </ac:picMkLst>
        </pc:pic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53" creationId="{A4C84776-7F4F-4E2F-823F-84FCEEC8301C}"/>
          </ac:picMkLst>
        </pc:pic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54" creationId="{2B66BBD5-2A8D-4702-A4CB-E3EC8710B711}"/>
          </ac:picMkLst>
        </pc:picChg>
        <pc:picChg chg="add del mod">
          <ac:chgData name="ARJAV JAIN" userId="0c0bf2fd-5996-4b26-8ea0-493cd03236ea" providerId="ADAL" clId="{5BA3A6CA-7C5D-4DA1-B8AB-9419DA906984}" dt="2022-03-22T09:27:24.009" v="652"/>
          <ac:picMkLst>
            <pc:docMk/>
            <pc:sldMk cId="3318911582" sldId="274"/>
            <ac:picMk id="55" creationId="{B4A78A05-1547-44AC-A205-E7BBFE8053F8}"/>
          </ac:picMkLst>
        </pc:pic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18" creationId="{A10E4376-4C60-477B-86D6-7EF6318A63F7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19" creationId="{EC2D0A33-8666-400D-B5B8-7A5291E22F08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0" creationId="{58DE24CA-7AFE-4339-A2CA-E836877D419E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1" creationId="{0B93220C-FB60-4AC7-81E7-253DC01DDA35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4" creationId="{DFEE2CAF-99C6-4C58-B3EB-48DEF46600DF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5" creationId="{DCC13DBB-E8B0-4488-B397-CE753DDDDC11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8" creationId="{E128613B-BBDE-45C4-B1EE-73385952327D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29" creationId="{5AE7D5A8-29ED-4D3E-8F00-82520C9EC201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0" creationId="{815D217F-8505-45B1-9E6C-1D351641D798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4" creationId="{5016F299-95E5-4A7E-BFEA-FB33DA3CA2F2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5" creationId="{254756FD-BDF5-44A2-98E2-7C4891EB533C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6" creationId="{A99A08E9-727B-477F-9EFD-309ACE1EA3D1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7" creationId="{1B534B18-3CA1-4D13-8DE4-2F214F1E845D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8" creationId="{53A3D486-D91E-4ABE-A7BC-760360DCB03A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39" creationId="{48A72B83-85FB-4223-8BFF-5A7A7027C082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0" creationId="{6CF85EAD-A512-4484-9AE1-83A0D9D56030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1" creationId="{DD9E733A-F71F-4FF7-8EA7-5E965D38B407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2" creationId="{431179A9-8297-4D3A-AC64-88C760985714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4" creationId="{A78A5DD9-7615-4F2B-BD48-0859EB4B712C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5" creationId="{72884ED1-FBC3-4C62-B0F4-DABCB4F415CB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7" creationId="{B946115B-F0ED-4134-8130-63D5B5108C32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8" creationId="{97363E94-5583-44C2-8069-915AF2180392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49" creationId="{C81A7AC9-4F29-4A80-8EC9-5719F4A67332}"/>
          </ac:cxnSpMkLst>
        </pc:cxnChg>
        <pc:cxnChg chg="add del mod">
          <ac:chgData name="ARJAV JAIN" userId="0c0bf2fd-5996-4b26-8ea0-493cd03236ea" providerId="ADAL" clId="{5BA3A6CA-7C5D-4DA1-B8AB-9419DA906984}" dt="2022-03-22T09:27:24.009" v="652"/>
          <ac:cxnSpMkLst>
            <pc:docMk/>
            <pc:sldMk cId="3318911582" sldId="274"/>
            <ac:cxnSpMk id="50" creationId="{FC75D70E-3661-49E5-BAE8-57CF763BA265}"/>
          </ac:cxnSpMkLst>
        </pc:cxnChg>
      </pc:sldChg>
      <pc:sldChg chg="addSp delSp modSp add mod modAnim">
        <pc:chgData name="ARJAV JAIN" userId="0c0bf2fd-5996-4b26-8ea0-493cd03236ea" providerId="ADAL" clId="{5BA3A6CA-7C5D-4DA1-B8AB-9419DA906984}" dt="2022-03-23T01:49:32.438" v="4944" actId="1076"/>
        <pc:sldMkLst>
          <pc:docMk/>
          <pc:sldMk cId="1080467880" sldId="275"/>
        </pc:sldMkLst>
        <pc:spChg chg="del mod">
          <ac:chgData name="ARJAV JAIN" userId="0c0bf2fd-5996-4b26-8ea0-493cd03236ea" providerId="ADAL" clId="{5BA3A6CA-7C5D-4DA1-B8AB-9419DA906984}" dt="2022-03-23T01:48:55.523" v="4936" actId="478"/>
          <ac:spMkLst>
            <pc:docMk/>
            <pc:sldMk cId="1080467880" sldId="275"/>
            <ac:spMk id="7" creationId="{FF8698C5-011A-C62C-7D6D-3E8391570298}"/>
          </ac:spMkLst>
        </pc:spChg>
        <pc:spChg chg="add del mod">
          <ac:chgData name="ARJAV JAIN" userId="0c0bf2fd-5996-4b26-8ea0-493cd03236ea" providerId="ADAL" clId="{5BA3A6CA-7C5D-4DA1-B8AB-9419DA906984}" dt="2022-03-23T01:12:28.327" v="1910"/>
          <ac:spMkLst>
            <pc:docMk/>
            <pc:sldMk cId="1080467880" sldId="275"/>
            <ac:spMk id="8" creationId="{17DF0EC4-D349-4423-A8C7-5C65B0A0A824}"/>
          </ac:spMkLst>
        </pc:spChg>
        <pc:spChg chg="add del mod">
          <ac:chgData name="ARJAV JAIN" userId="0c0bf2fd-5996-4b26-8ea0-493cd03236ea" providerId="ADAL" clId="{5BA3A6CA-7C5D-4DA1-B8AB-9419DA906984}" dt="2022-03-23T01:12:28.327" v="1910"/>
          <ac:spMkLst>
            <pc:docMk/>
            <pc:sldMk cId="1080467880" sldId="275"/>
            <ac:spMk id="9" creationId="{09B13530-BDA8-4278-8DD3-7AB47823B476}"/>
          </ac:spMkLst>
        </pc:spChg>
        <pc:spChg chg="del mod">
          <ac:chgData name="ARJAV JAIN" userId="0c0bf2fd-5996-4b26-8ea0-493cd03236ea" providerId="ADAL" clId="{5BA3A6CA-7C5D-4DA1-B8AB-9419DA906984}" dt="2022-03-23T01:46:13.983" v="4425" actId="478"/>
          <ac:spMkLst>
            <pc:docMk/>
            <pc:sldMk cId="1080467880" sldId="275"/>
            <ac:spMk id="10" creationId="{A805F343-8503-29F0-D984-6CA03FA766F6}"/>
          </ac:spMkLst>
        </pc:spChg>
        <pc:spChg chg="add mod">
          <ac:chgData name="ARJAV JAIN" userId="0c0bf2fd-5996-4b26-8ea0-493cd03236ea" providerId="ADAL" clId="{5BA3A6CA-7C5D-4DA1-B8AB-9419DA906984}" dt="2022-03-23T01:13:11.217" v="1945" actId="20577"/>
          <ac:spMkLst>
            <pc:docMk/>
            <pc:sldMk cId="1080467880" sldId="275"/>
            <ac:spMk id="12" creationId="{D7E91FF2-E6B0-4910-84B7-B761F5C23159}"/>
          </ac:spMkLst>
        </pc:spChg>
        <pc:spChg chg="add mod">
          <ac:chgData name="ARJAV JAIN" userId="0c0bf2fd-5996-4b26-8ea0-493cd03236ea" providerId="ADAL" clId="{5BA3A6CA-7C5D-4DA1-B8AB-9419DA906984}" dt="2022-03-23T01:13:00.327" v="1924"/>
          <ac:spMkLst>
            <pc:docMk/>
            <pc:sldMk cId="1080467880" sldId="275"/>
            <ac:spMk id="13" creationId="{61BDA3B3-E10E-4D94-91A4-877041F02F85}"/>
          </ac:spMkLst>
        </pc:spChg>
        <pc:spChg chg="add mod">
          <ac:chgData name="ARJAV JAIN" userId="0c0bf2fd-5996-4b26-8ea0-493cd03236ea" providerId="ADAL" clId="{5BA3A6CA-7C5D-4DA1-B8AB-9419DA906984}" dt="2022-03-23T01:47:40.193" v="4523" actId="20577"/>
          <ac:spMkLst>
            <pc:docMk/>
            <pc:sldMk cId="1080467880" sldId="275"/>
            <ac:spMk id="15" creationId="{CC28E32A-6248-47B9-A2BE-472327206C83}"/>
          </ac:spMkLst>
        </pc:spChg>
        <pc:spChg chg="add mod">
          <ac:chgData name="ARJAV JAIN" userId="0c0bf2fd-5996-4b26-8ea0-493cd03236ea" providerId="ADAL" clId="{5BA3A6CA-7C5D-4DA1-B8AB-9419DA906984}" dt="2022-03-23T01:13:26.461" v="1946"/>
          <ac:spMkLst>
            <pc:docMk/>
            <pc:sldMk cId="1080467880" sldId="275"/>
            <ac:spMk id="16" creationId="{7CC2A5E0-FCF5-41B0-928C-DC2B172F98C0}"/>
          </ac:spMkLst>
        </pc:spChg>
        <pc:spChg chg="add del">
          <ac:chgData name="ARJAV JAIN" userId="0c0bf2fd-5996-4b26-8ea0-493cd03236ea" providerId="ADAL" clId="{5BA3A6CA-7C5D-4DA1-B8AB-9419DA906984}" dt="2022-03-23T01:42:49.283" v="3862" actId="478"/>
          <ac:spMkLst>
            <pc:docMk/>
            <pc:sldMk cId="1080467880" sldId="275"/>
            <ac:spMk id="18" creationId="{8F62E69F-265A-40F3-B374-C62F4E109E66}"/>
          </ac:spMkLst>
        </pc:spChg>
        <pc:spChg chg="add mod">
          <ac:chgData name="ARJAV JAIN" userId="0c0bf2fd-5996-4b26-8ea0-493cd03236ea" providerId="ADAL" clId="{5BA3A6CA-7C5D-4DA1-B8AB-9419DA906984}" dt="2022-03-23T01:46:38.103" v="4428" actId="1076"/>
          <ac:spMkLst>
            <pc:docMk/>
            <pc:sldMk cId="1080467880" sldId="275"/>
            <ac:spMk id="19" creationId="{CC56BD7E-7610-48A1-8565-327D74751D1D}"/>
          </ac:spMkLst>
        </pc:spChg>
        <pc:spChg chg="add mod">
          <ac:chgData name="ARJAV JAIN" userId="0c0bf2fd-5996-4b26-8ea0-493cd03236ea" providerId="ADAL" clId="{5BA3A6CA-7C5D-4DA1-B8AB-9419DA906984}" dt="2022-03-23T01:49:32.438" v="4944" actId="1076"/>
          <ac:spMkLst>
            <pc:docMk/>
            <pc:sldMk cId="1080467880" sldId="275"/>
            <ac:spMk id="20" creationId="{63A09ADC-BEAB-4926-97E0-82B5F7E96B70}"/>
          </ac:spMkLst>
        </pc:spChg>
        <pc:picChg chg="mod">
          <ac:chgData name="ARJAV JAIN" userId="0c0bf2fd-5996-4b26-8ea0-493cd03236ea" providerId="ADAL" clId="{5BA3A6CA-7C5D-4DA1-B8AB-9419DA906984}" dt="2022-03-23T01:49:22.992" v="4942" actId="1076"/>
          <ac:picMkLst>
            <pc:docMk/>
            <pc:sldMk cId="1080467880" sldId="275"/>
            <ac:picMk id="4" creationId="{782AA216-0886-1DB8-FA42-C3BD9134F184}"/>
          </ac:picMkLst>
        </pc:picChg>
        <pc:picChg chg="mod">
          <ac:chgData name="ARJAV JAIN" userId="0c0bf2fd-5996-4b26-8ea0-493cd03236ea" providerId="ADAL" clId="{5BA3A6CA-7C5D-4DA1-B8AB-9419DA906984}" dt="2022-03-23T01:49:26.408" v="4943" actId="1076"/>
          <ac:picMkLst>
            <pc:docMk/>
            <pc:sldMk cId="1080467880" sldId="275"/>
            <ac:picMk id="6" creationId="{533646FC-5E8D-6FB5-B15A-147FC6DA5E9B}"/>
          </ac:picMkLst>
        </pc:picChg>
        <pc:picChg chg="add del mod">
          <ac:chgData name="ARJAV JAIN" userId="0c0bf2fd-5996-4b26-8ea0-493cd03236ea" providerId="ADAL" clId="{5BA3A6CA-7C5D-4DA1-B8AB-9419DA906984}" dt="2022-03-23T01:12:28.327" v="1910"/>
          <ac:picMkLst>
            <pc:docMk/>
            <pc:sldMk cId="1080467880" sldId="275"/>
            <ac:picMk id="11" creationId="{8AA81A92-8B74-45B0-827C-7E07CAC6DD9E}"/>
          </ac:picMkLst>
        </pc:picChg>
        <pc:picChg chg="add mod">
          <ac:chgData name="ARJAV JAIN" userId="0c0bf2fd-5996-4b26-8ea0-493cd03236ea" providerId="ADAL" clId="{5BA3A6CA-7C5D-4DA1-B8AB-9419DA906984}" dt="2022-03-23T01:13:00.327" v="1924"/>
          <ac:picMkLst>
            <pc:docMk/>
            <pc:sldMk cId="1080467880" sldId="275"/>
            <ac:picMk id="14" creationId="{4B1BAF51-1F32-4181-B139-F7661294228D}"/>
          </ac:picMkLst>
        </pc:picChg>
        <pc:picChg chg="add mod">
          <ac:chgData name="ARJAV JAIN" userId="0c0bf2fd-5996-4b26-8ea0-493cd03236ea" providerId="ADAL" clId="{5BA3A6CA-7C5D-4DA1-B8AB-9419DA906984}" dt="2022-03-23T01:13:26.461" v="1946"/>
          <ac:picMkLst>
            <pc:docMk/>
            <pc:sldMk cId="1080467880" sldId="275"/>
            <ac:picMk id="17" creationId="{9E7B1967-D7C1-454D-B0A0-114B838F608D}"/>
          </ac:picMkLst>
        </pc:picChg>
      </pc:sldChg>
      <pc:sldChg chg="addSp delSp modSp add mod modAnim">
        <pc:chgData name="ARJAV JAIN" userId="0c0bf2fd-5996-4b26-8ea0-493cd03236ea" providerId="ADAL" clId="{5BA3A6CA-7C5D-4DA1-B8AB-9419DA906984}" dt="2022-03-27T04:13:00.550" v="6305" actId="1076"/>
        <pc:sldMkLst>
          <pc:docMk/>
          <pc:sldMk cId="2245949286" sldId="276"/>
        </pc:sldMkLst>
        <pc:spChg chg="del">
          <ac:chgData name="ARJAV JAIN" userId="0c0bf2fd-5996-4b26-8ea0-493cd03236ea" providerId="ADAL" clId="{5BA3A6CA-7C5D-4DA1-B8AB-9419DA906984}" dt="2022-03-22T07:55:36.405" v="20" actId="478"/>
          <ac:spMkLst>
            <pc:docMk/>
            <pc:sldMk cId="2245949286" sldId="276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7T04:13:00.550" v="6305" actId="1076"/>
          <ac:spMkLst>
            <pc:docMk/>
            <pc:sldMk cId="2245949286" sldId="276"/>
            <ac:spMk id="4" creationId="{01C0B731-771B-4522-B4DC-4D073FB0864D}"/>
          </ac:spMkLst>
        </pc:spChg>
        <pc:spChg chg="add mod">
          <ac:chgData name="ARJAV JAIN" userId="0c0bf2fd-5996-4b26-8ea0-493cd03236ea" providerId="ADAL" clId="{5BA3A6CA-7C5D-4DA1-B8AB-9419DA906984}" dt="2022-03-27T04:13:00.550" v="6305" actId="1076"/>
          <ac:spMkLst>
            <pc:docMk/>
            <pc:sldMk cId="2245949286" sldId="276"/>
            <ac:spMk id="6" creationId="{AB59D046-8230-4C9E-A5B1-A0829CF9CC44}"/>
          </ac:spMkLst>
        </pc:spChg>
        <pc:spChg chg="add mod">
          <ac:chgData name="ARJAV JAIN" userId="0c0bf2fd-5996-4b26-8ea0-493cd03236ea" providerId="ADAL" clId="{5BA3A6CA-7C5D-4DA1-B8AB-9419DA906984}" dt="2022-03-27T04:13:00.550" v="6305" actId="1076"/>
          <ac:spMkLst>
            <pc:docMk/>
            <pc:sldMk cId="2245949286" sldId="276"/>
            <ac:spMk id="7" creationId="{D1C4518E-995D-46FF-BA28-FAA740A3A038}"/>
          </ac:spMkLst>
        </pc:spChg>
        <pc:spChg chg="add mod">
          <ac:chgData name="ARJAV JAIN" userId="0c0bf2fd-5996-4b26-8ea0-493cd03236ea" providerId="ADAL" clId="{5BA3A6CA-7C5D-4DA1-B8AB-9419DA906984}" dt="2022-03-27T04:13:00.550" v="6305" actId="1076"/>
          <ac:spMkLst>
            <pc:docMk/>
            <pc:sldMk cId="2245949286" sldId="276"/>
            <ac:spMk id="8" creationId="{7AC02BF8-510F-4F56-8252-85786063B451}"/>
          </ac:spMkLst>
        </pc:spChg>
        <pc:spChg chg="add del mod">
          <ac:chgData name="ARJAV JAIN" userId="0c0bf2fd-5996-4b26-8ea0-493cd03236ea" providerId="ADAL" clId="{5BA3A6CA-7C5D-4DA1-B8AB-9419DA906984}" dt="2022-03-24T06:28:05.405" v="5578" actId="478"/>
          <ac:spMkLst>
            <pc:docMk/>
            <pc:sldMk cId="2245949286" sldId="276"/>
            <ac:spMk id="9" creationId="{348A5FB1-609A-4D77-B130-AB57A135A103}"/>
          </ac:spMkLst>
        </pc:spChg>
        <pc:spChg chg="add mod">
          <ac:chgData name="ARJAV JAIN" userId="0c0bf2fd-5996-4b26-8ea0-493cd03236ea" providerId="ADAL" clId="{5BA3A6CA-7C5D-4DA1-B8AB-9419DA906984}" dt="2022-03-27T04:04:49.394" v="6280" actId="20577"/>
          <ac:spMkLst>
            <pc:docMk/>
            <pc:sldMk cId="2245949286" sldId="276"/>
            <ac:spMk id="9" creationId="{78B01902-0CC6-4B8D-B89E-FDB2D50BA7F7}"/>
          </ac:spMkLst>
        </pc:spChg>
        <pc:spChg chg="add del mod">
          <ac:chgData name="ARJAV JAIN" userId="0c0bf2fd-5996-4b26-8ea0-493cd03236ea" providerId="ADAL" clId="{5BA3A6CA-7C5D-4DA1-B8AB-9419DA906984}" dt="2022-03-24T06:28:05.797" v="5579" actId="478"/>
          <ac:spMkLst>
            <pc:docMk/>
            <pc:sldMk cId="2245949286" sldId="276"/>
            <ac:spMk id="10" creationId="{0AC6BE50-3670-4A23-B991-E8E35BE599C0}"/>
          </ac:spMkLst>
        </pc:spChg>
        <pc:spChg chg="add del mod">
          <ac:chgData name="ARJAV JAIN" userId="0c0bf2fd-5996-4b26-8ea0-493cd03236ea" providerId="ADAL" clId="{5BA3A6CA-7C5D-4DA1-B8AB-9419DA906984}" dt="2022-03-24T06:28:06.378" v="5580" actId="478"/>
          <ac:spMkLst>
            <pc:docMk/>
            <pc:sldMk cId="2245949286" sldId="276"/>
            <ac:spMk id="11" creationId="{32C57C24-BD25-43AB-8CD2-1551774994C6}"/>
          </ac:spMkLst>
        </pc:spChg>
        <pc:spChg chg="add del mod">
          <ac:chgData name="ARJAV JAIN" userId="0c0bf2fd-5996-4b26-8ea0-493cd03236ea" providerId="ADAL" clId="{5BA3A6CA-7C5D-4DA1-B8AB-9419DA906984}" dt="2022-03-24T06:28:46.729" v="5582" actId="478"/>
          <ac:spMkLst>
            <pc:docMk/>
            <pc:sldMk cId="2245949286" sldId="276"/>
            <ac:spMk id="12" creationId="{79EAE525-86A7-41F2-B676-97DB1EB6D685}"/>
          </ac:spMkLst>
        </pc:spChg>
        <pc:spChg chg="add del mod">
          <ac:chgData name="ARJAV JAIN" userId="0c0bf2fd-5996-4b26-8ea0-493cd03236ea" providerId="ADAL" clId="{5BA3A6CA-7C5D-4DA1-B8AB-9419DA906984}" dt="2022-03-22T08:04:46.339" v="112" actId="478"/>
          <ac:spMkLst>
            <pc:docMk/>
            <pc:sldMk cId="2245949286" sldId="276"/>
            <ac:spMk id="12" creationId="{90C5896C-1EAC-468D-BF17-3E09EEE3468F}"/>
          </ac:spMkLst>
        </pc:spChg>
        <pc:spChg chg="add del mod">
          <ac:chgData name="ARJAV JAIN" userId="0c0bf2fd-5996-4b26-8ea0-493cd03236ea" providerId="ADAL" clId="{5BA3A6CA-7C5D-4DA1-B8AB-9419DA906984}" dt="2022-03-24T06:28:48.692" v="5583" actId="478"/>
          <ac:spMkLst>
            <pc:docMk/>
            <pc:sldMk cId="2245949286" sldId="276"/>
            <ac:spMk id="13" creationId="{F3D5A079-DC04-487E-8F66-29E217CFD47B}"/>
          </ac:spMkLst>
        </pc:spChg>
        <pc:picChg chg="mod">
          <ac:chgData name="ARJAV JAIN" userId="0c0bf2fd-5996-4b26-8ea0-493cd03236ea" providerId="ADAL" clId="{5BA3A6CA-7C5D-4DA1-B8AB-9419DA906984}" dt="2022-03-26T18:29:12.081" v="6176" actId="1076"/>
          <ac:picMkLst>
            <pc:docMk/>
            <pc:sldMk cId="2245949286" sldId="276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7T04:12:38.182" v="6303" actId="1582"/>
          <ac:picMkLst>
            <pc:docMk/>
            <pc:sldMk cId="2245949286" sldId="276"/>
            <ac:picMk id="10" creationId="{3F3CDE2F-980D-4693-98BD-1B591A3A20A9}"/>
          </ac:picMkLst>
        </pc:picChg>
        <pc:picChg chg="add mod">
          <ac:chgData name="ARJAV JAIN" userId="0c0bf2fd-5996-4b26-8ea0-493cd03236ea" providerId="ADAL" clId="{5BA3A6CA-7C5D-4DA1-B8AB-9419DA906984}" dt="2022-03-27T04:12:38.182" v="6303" actId="1582"/>
          <ac:picMkLst>
            <pc:docMk/>
            <pc:sldMk cId="2245949286" sldId="276"/>
            <ac:picMk id="12" creationId="{42B77003-004C-40DB-875B-A85680C8F723}"/>
          </ac:picMkLst>
        </pc:picChg>
      </pc:sldChg>
      <pc:sldChg chg="addSp delSp modSp add mod">
        <pc:chgData name="ARJAV JAIN" userId="0c0bf2fd-5996-4b26-8ea0-493cd03236ea" providerId="ADAL" clId="{5BA3A6CA-7C5D-4DA1-B8AB-9419DA906984}" dt="2022-03-27T04:37:04.695" v="6955" actId="1076"/>
        <pc:sldMkLst>
          <pc:docMk/>
          <pc:sldMk cId="2470012967" sldId="277"/>
        </pc:sldMkLst>
        <pc:spChg chg="del">
          <ac:chgData name="ARJAV JAIN" userId="0c0bf2fd-5996-4b26-8ea0-493cd03236ea" providerId="ADAL" clId="{5BA3A6CA-7C5D-4DA1-B8AB-9419DA906984}" dt="2022-03-22T08:06:04.387" v="156" actId="478"/>
          <ac:spMkLst>
            <pc:docMk/>
            <pc:sldMk cId="2470012967" sldId="277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3T00:18:55.764" v="731" actId="478"/>
          <ac:spMkLst>
            <pc:docMk/>
            <pc:sldMk cId="2470012967" sldId="277"/>
            <ac:spMk id="6" creationId="{E3D49D7D-8191-4A41-B570-FFFE4554B0DD}"/>
          </ac:spMkLst>
        </pc:spChg>
        <pc:spChg chg="add del mod">
          <ac:chgData name="ARJAV JAIN" userId="0c0bf2fd-5996-4b26-8ea0-493cd03236ea" providerId="ADAL" clId="{5BA3A6CA-7C5D-4DA1-B8AB-9419DA906984}" dt="2022-03-23T00:20:32.714" v="753" actId="478"/>
          <ac:spMkLst>
            <pc:docMk/>
            <pc:sldMk cId="2470012967" sldId="277"/>
            <ac:spMk id="7" creationId="{A7673AF7-D696-4AE4-A64B-2472EB29C4A9}"/>
          </ac:spMkLst>
        </pc:spChg>
        <pc:spChg chg="add del mod">
          <ac:chgData name="ARJAV JAIN" userId="0c0bf2fd-5996-4b26-8ea0-493cd03236ea" providerId="ADAL" clId="{5BA3A6CA-7C5D-4DA1-B8AB-9419DA906984}" dt="2022-03-23T00:26:46.302" v="859" actId="478"/>
          <ac:spMkLst>
            <pc:docMk/>
            <pc:sldMk cId="2470012967" sldId="277"/>
            <ac:spMk id="8" creationId="{FEB6633C-5DF7-47C3-957D-16A915D17177}"/>
          </ac:spMkLst>
        </pc:spChg>
        <pc:spChg chg="add del mod">
          <ac:chgData name="ARJAV JAIN" userId="0c0bf2fd-5996-4b26-8ea0-493cd03236ea" providerId="ADAL" clId="{5BA3A6CA-7C5D-4DA1-B8AB-9419DA906984}" dt="2022-03-23T00:28:03.031" v="897" actId="478"/>
          <ac:spMkLst>
            <pc:docMk/>
            <pc:sldMk cId="2470012967" sldId="277"/>
            <ac:spMk id="9" creationId="{8D74D8F1-F242-4AD0-A6FE-DE11C7E18614}"/>
          </ac:spMkLst>
        </pc:spChg>
        <pc:spChg chg="add del mod">
          <ac:chgData name="ARJAV JAIN" userId="0c0bf2fd-5996-4b26-8ea0-493cd03236ea" providerId="ADAL" clId="{5BA3A6CA-7C5D-4DA1-B8AB-9419DA906984}" dt="2022-03-23T00:41:32.863" v="1423" actId="478"/>
          <ac:spMkLst>
            <pc:docMk/>
            <pc:sldMk cId="2470012967" sldId="277"/>
            <ac:spMk id="10" creationId="{49DA46FA-AF5D-44BD-A3A0-1FB5DEFB06A1}"/>
          </ac:spMkLst>
        </pc:spChg>
        <pc:spChg chg="add del mod">
          <ac:chgData name="ARJAV JAIN" userId="0c0bf2fd-5996-4b26-8ea0-493cd03236ea" providerId="ADAL" clId="{5BA3A6CA-7C5D-4DA1-B8AB-9419DA906984}" dt="2022-03-23T00:41:35.143" v="1424" actId="478"/>
          <ac:spMkLst>
            <pc:docMk/>
            <pc:sldMk cId="2470012967" sldId="277"/>
            <ac:spMk id="11" creationId="{22A64D9D-AF9A-4CC7-9B46-0E93E1225302}"/>
          </ac:spMkLst>
        </pc:spChg>
        <pc:spChg chg="add del mod">
          <ac:chgData name="ARJAV JAIN" userId="0c0bf2fd-5996-4b26-8ea0-493cd03236ea" providerId="ADAL" clId="{5BA3A6CA-7C5D-4DA1-B8AB-9419DA906984}" dt="2022-03-23T00:41:36.474" v="1425" actId="478"/>
          <ac:spMkLst>
            <pc:docMk/>
            <pc:sldMk cId="2470012967" sldId="277"/>
            <ac:spMk id="12" creationId="{1F822F5D-C0DA-4A5D-9D93-30C5FF2681A8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15" creationId="{9B8F121A-EEF2-422B-A6A5-ABF33A0F9DFB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16" creationId="{6C8FA47B-0228-4977-9836-D22C32577A88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17" creationId="{8484F265-EF73-4A5C-A0B2-A81E75A66CEF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21" creationId="{BDDAD7B4-C25D-480E-97CB-5B3A385DD83B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22" creationId="{49FEB755-F27C-402F-B6FF-77A0730C172C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23" creationId="{D9AAE7D6-DBCC-4792-A571-348DA9D57774}"/>
          </ac:spMkLst>
        </pc:spChg>
        <pc:spChg chg="add del mod">
          <ac:chgData name="ARJAV JAIN" userId="0c0bf2fd-5996-4b26-8ea0-493cd03236ea" providerId="ADAL" clId="{5BA3A6CA-7C5D-4DA1-B8AB-9419DA906984}" dt="2022-03-23T00:20:46.994" v="819" actId="478"/>
          <ac:spMkLst>
            <pc:docMk/>
            <pc:sldMk cId="2470012967" sldId="277"/>
            <ac:spMk id="25" creationId="{A25BBDD3-FC05-42C4-83AF-E60E82482D80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26" creationId="{BBF4BE6C-1185-413D-8406-96791590B2E1}"/>
          </ac:spMkLst>
        </pc:spChg>
        <pc:spChg chg="add mod or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34" creationId="{576982D8-0BB2-4BC6-B160-1857D80B2384}"/>
          </ac:spMkLst>
        </pc:spChg>
        <pc:spChg chg="add mod or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37" creationId="{77BC7F9C-FF9B-476F-857A-D5B0F1984A1D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40" creationId="{EBCF205A-C331-462D-9092-E65FDB9206D3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41" creationId="{88BCFF00-A0A8-4160-BF95-F926F72981FB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46" creationId="{77EAE990-2209-4E16-855A-1F17798055CA}"/>
          </ac:spMkLst>
        </pc:spChg>
        <pc:spChg chg="add mod">
          <ac:chgData name="ARJAV JAIN" userId="0c0bf2fd-5996-4b26-8ea0-493cd03236ea" providerId="ADAL" clId="{5BA3A6CA-7C5D-4DA1-B8AB-9419DA906984}" dt="2022-03-23T00:31:02.051" v="972" actId="571"/>
          <ac:spMkLst>
            <pc:docMk/>
            <pc:sldMk cId="2470012967" sldId="277"/>
            <ac:spMk id="51" creationId="{3ABAE056-98D5-4022-BC25-F49B7BE013E1}"/>
          </ac:spMkLst>
        </pc:spChg>
        <pc:spChg chg="add mod">
          <ac:chgData name="ARJAV JAIN" userId="0c0bf2fd-5996-4b26-8ea0-493cd03236ea" providerId="ADAL" clId="{5BA3A6CA-7C5D-4DA1-B8AB-9419DA906984}" dt="2022-03-23T00:31:04.701" v="974" actId="571"/>
          <ac:spMkLst>
            <pc:docMk/>
            <pc:sldMk cId="2470012967" sldId="277"/>
            <ac:spMk id="54" creationId="{61A09319-D515-4E41-BF5C-30E35A36C438}"/>
          </ac:spMkLst>
        </pc:spChg>
        <pc:spChg chg="add mod">
          <ac:chgData name="ARJAV JAIN" userId="0c0bf2fd-5996-4b26-8ea0-493cd03236ea" providerId="ADAL" clId="{5BA3A6CA-7C5D-4DA1-B8AB-9419DA906984}" dt="2022-03-23T00:31:06.873" v="976" actId="571"/>
          <ac:spMkLst>
            <pc:docMk/>
            <pc:sldMk cId="2470012967" sldId="277"/>
            <ac:spMk id="57" creationId="{A16B3CD2-FF6F-48FD-AAA4-A72E6E7E2981}"/>
          </ac:spMkLst>
        </pc:spChg>
        <pc:spChg chg="add mod">
          <ac:chgData name="ARJAV JAIN" userId="0c0bf2fd-5996-4b26-8ea0-493cd03236ea" providerId="ADAL" clId="{5BA3A6CA-7C5D-4DA1-B8AB-9419DA906984}" dt="2022-03-23T00:31:08.641" v="978" actId="571"/>
          <ac:spMkLst>
            <pc:docMk/>
            <pc:sldMk cId="2470012967" sldId="277"/>
            <ac:spMk id="60" creationId="{4162ACCE-D7C9-46E4-ADBB-602F6BF8C824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62" creationId="{51952F27-1075-4F60-A112-6D29A4FDF5B0}"/>
          </ac:spMkLst>
        </pc:spChg>
        <pc:spChg chg="add mod">
          <ac:chgData name="ARJAV JAIN" userId="0c0bf2fd-5996-4b26-8ea0-493cd03236ea" providerId="ADAL" clId="{5BA3A6CA-7C5D-4DA1-B8AB-9419DA906984}" dt="2022-03-23T00:32:05.111" v="1012" actId="571"/>
          <ac:spMkLst>
            <pc:docMk/>
            <pc:sldMk cId="2470012967" sldId="277"/>
            <ac:spMk id="69" creationId="{4C051E3E-D972-4B3A-944A-056A18F435F7}"/>
          </ac:spMkLst>
        </pc:spChg>
        <pc:spChg chg="add mod">
          <ac:chgData name="ARJAV JAIN" userId="0c0bf2fd-5996-4b26-8ea0-493cd03236ea" providerId="ADAL" clId="{5BA3A6CA-7C5D-4DA1-B8AB-9419DA906984}" dt="2022-03-23T00:40:08.283" v="1342" actId="1035"/>
          <ac:spMkLst>
            <pc:docMk/>
            <pc:sldMk cId="2470012967" sldId="277"/>
            <ac:spMk id="71" creationId="{FFB19755-D76C-4638-999C-FA332D1BCF64}"/>
          </ac:spMkLst>
        </pc:spChg>
        <pc:spChg chg="add mod">
          <ac:chgData name="ARJAV JAIN" userId="0c0bf2fd-5996-4b26-8ea0-493cd03236ea" providerId="ADAL" clId="{5BA3A6CA-7C5D-4DA1-B8AB-9419DA906984}" dt="2022-03-23T00:40:02.161" v="1324"/>
          <ac:spMkLst>
            <pc:docMk/>
            <pc:sldMk cId="2470012967" sldId="277"/>
            <ac:spMk id="72" creationId="{E8313C76-E05B-4ABD-92A8-D4D96EC64C88}"/>
          </ac:spMkLst>
        </pc:spChg>
        <pc:spChg chg="add mod">
          <ac:chgData name="ARJAV JAIN" userId="0c0bf2fd-5996-4b26-8ea0-493cd03236ea" providerId="ADAL" clId="{5BA3A6CA-7C5D-4DA1-B8AB-9419DA906984}" dt="2022-03-23T00:40:02.161" v="1324"/>
          <ac:spMkLst>
            <pc:docMk/>
            <pc:sldMk cId="2470012967" sldId="277"/>
            <ac:spMk id="73" creationId="{54BE4646-44C3-4AF5-BC57-4CBD1FB6119E}"/>
          </ac:spMkLst>
        </pc:spChg>
        <pc:spChg chg="add mod">
          <ac:chgData name="ARJAV JAIN" userId="0c0bf2fd-5996-4b26-8ea0-493cd03236ea" providerId="ADAL" clId="{5BA3A6CA-7C5D-4DA1-B8AB-9419DA906984}" dt="2022-03-23T00:40:20.724" v="1343"/>
          <ac:spMkLst>
            <pc:docMk/>
            <pc:sldMk cId="2470012967" sldId="277"/>
            <ac:spMk id="75" creationId="{69477922-9098-421C-B3EF-EC809CE86205}"/>
          </ac:spMkLst>
        </pc:spChg>
        <pc:spChg chg="add mod">
          <ac:chgData name="ARJAV JAIN" userId="0c0bf2fd-5996-4b26-8ea0-493cd03236ea" providerId="ADAL" clId="{5BA3A6CA-7C5D-4DA1-B8AB-9419DA906984}" dt="2022-03-23T00:40:20.724" v="1343"/>
          <ac:spMkLst>
            <pc:docMk/>
            <pc:sldMk cId="2470012967" sldId="277"/>
            <ac:spMk id="76" creationId="{4BE90912-D874-444C-9261-E26030421084}"/>
          </ac:spMkLst>
        </pc:spChg>
        <pc:spChg chg="add mod">
          <ac:chgData name="ARJAV JAIN" userId="0c0bf2fd-5996-4b26-8ea0-493cd03236ea" providerId="ADAL" clId="{5BA3A6CA-7C5D-4DA1-B8AB-9419DA906984}" dt="2022-03-23T00:41:15.343" v="1387" actId="20577"/>
          <ac:spMkLst>
            <pc:docMk/>
            <pc:sldMk cId="2470012967" sldId="277"/>
            <ac:spMk id="78" creationId="{FDCF62DA-AA0E-42DA-BF69-25A3253201A7}"/>
          </ac:spMkLst>
        </pc:spChg>
        <pc:spChg chg="add mod">
          <ac:chgData name="ARJAV JAIN" userId="0c0bf2fd-5996-4b26-8ea0-493cd03236ea" providerId="ADAL" clId="{5BA3A6CA-7C5D-4DA1-B8AB-9419DA906984}" dt="2022-03-23T00:41:20.743" v="1407" actId="20577"/>
          <ac:spMkLst>
            <pc:docMk/>
            <pc:sldMk cId="2470012967" sldId="277"/>
            <ac:spMk id="79" creationId="{4792C502-AF99-4D02-9491-976C87DF830D}"/>
          </ac:spMkLst>
        </pc:spChg>
        <pc:spChg chg="add mod">
          <ac:chgData name="ARJAV JAIN" userId="0c0bf2fd-5996-4b26-8ea0-493cd03236ea" providerId="ADAL" clId="{5BA3A6CA-7C5D-4DA1-B8AB-9419DA906984}" dt="2022-03-23T00:41:30.027" v="1422" actId="20577"/>
          <ac:spMkLst>
            <pc:docMk/>
            <pc:sldMk cId="2470012967" sldId="277"/>
            <ac:spMk id="80" creationId="{B97183FA-9E6C-4D6E-A367-87A20B148B7B}"/>
          </ac:spMkLst>
        </pc:spChg>
        <pc:spChg chg="add mod">
          <ac:chgData name="ARJAV JAIN" userId="0c0bf2fd-5996-4b26-8ea0-493cd03236ea" providerId="ADAL" clId="{5BA3A6CA-7C5D-4DA1-B8AB-9419DA906984}" dt="2022-03-23T00:41:02.153" v="1361"/>
          <ac:spMkLst>
            <pc:docMk/>
            <pc:sldMk cId="2470012967" sldId="277"/>
            <ac:spMk id="81" creationId="{6A021866-1531-405F-9B35-1DF4844B4583}"/>
          </ac:spMkLst>
        </pc:spChg>
        <pc:spChg chg="add mod">
          <ac:chgData name="ARJAV JAIN" userId="0c0bf2fd-5996-4b26-8ea0-493cd03236ea" providerId="ADAL" clId="{5BA3A6CA-7C5D-4DA1-B8AB-9419DA906984}" dt="2022-03-23T00:41:02.153" v="1361"/>
          <ac:spMkLst>
            <pc:docMk/>
            <pc:sldMk cId="2470012967" sldId="277"/>
            <ac:spMk id="82" creationId="{3BE89710-3148-4817-8987-4807A12C49C1}"/>
          </ac:spMkLst>
        </pc:spChg>
        <pc:spChg chg="add mod">
          <ac:chgData name="ARJAV JAIN" userId="0c0bf2fd-5996-4b26-8ea0-493cd03236ea" providerId="ADAL" clId="{5BA3A6CA-7C5D-4DA1-B8AB-9419DA906984}" dt="2022-03-23T00:44:13.504" v="1518" actId="20577"/>
          <ac:spMkLst>
            <pc:docMk/>
            <pc:sldMk cId="2470012967" sldId="277"/>
            <ac:spMk id="83" creationId="{E217DD35-6DC8-447C-BF7B-ABE9B1E97AD1}"/>
          </ac:spMkLst>
        </pc:spChg>
        <pc:spChg chg="add mod">
          <ac:chgData name="ARJAV JAIN" userId="0c0bf2fd-5996-4b26-8ea0-493cd03236ea" providerId="ADAL" clId="{5BA3A6CA-7C5D-4DA1-B8AB-9419DA906984}" dt="2022-03-23T00:42:28.283" v="1459"/>
          <ac:spMkLst>
            <pc:docMk/>
            <pc:sldMk cId="2470012967" sldId="277"/>
            <ac:spMk id="84" creationId="{70D44495-B46C-4BA1-96C8-C1B0BFE39C36}"/>
          </ac:spMkLst>
        </pc:spChg>
        <pc:graphicFrameChg chg="add mod modGraphic">
          <ac:chgData name="ARJAV JAIN" userId="0c0bf2fd-5996-4b26-8ea0-493cd03236ea" providerId="ADAL" clId="{5BA3A6CA-7C5D-4DA1-B8AB-9419DA906984}" dt="2022-03-27T04:37:04.695" v="6955" actId="1076"/>
          <ac:graphicFrameMkLst>
            <pc:docMk/>
            <pc:sldMk cId="2470012967" sldId="277"/>
            <ac:graphicFrameMk id="4" creationId="{282CD02D-F09C-4280-970F-A06B0F7A538E}"/>
          </ac:graphicFrameMkLst>
        </pc:graphicFrameChg>
        <pc:graphicFrameChg chg="add del mod modGraphic">
          <ac:chgData name="ARJAV JAIN" userId="0c0bf2fd-5996-4b26-8ea0-493cd03236ea" providerId="ADAL" clId="{5BA3A6CA-7C5D-4DA1-B8AB-9419DA906984}" dt="2022-03-23T00:43:08.443" v="1490" actId="478"/>
          <ac:graphicFrameMkLst>
            <pc:docMk/>
            <pc:sldMk cId="2470012967" sldId="277"/>
            <ac:graphicFrameMk id="14" creationId="{AF30EFF0-CEF1-41B7-8A22-90A92D288ECE}"/>
          </ac:graphicFrameMkLst>
        </pc:graphicFrameChg>
        <pc:picChg chg="mod">
          <ac:chgData name="ARJAV JAIN" userId="0c0bf2fd-5996-4b26-8ea0-493cd03236ea" providerId="ADAL" clId="{5BA3A6CA-7C5D-4DA1-B8AB-9419DA906984}" dt="2022-03-23T00:40:33.344" v="1352" actId="1076"/>
          <ac:picMkLst>
            <pc:docMk/>
            <pc:sldMk cId="2470012967" sldId="277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3T00:40:08.283" v="1342" actId="1035"/>
          <ac:picMkLst>
            <pc:docMk/>
            <pc:sldMk cId="2470012967" sldId="277"/>
            <ac:picMk id="18" creationId="{B0CADFD1-5B1D-4498-9B55-95899BA74FE4}"/>
          </ac:picMkLst>
        </pc:picChg>
        <pc:picChg chg="add mod">
          <ac:chgData name="ARJAV JAIN" userId="0c0bf2fd-5996-4b26-8ea0-493cd03236ea" providerId="ADAL" clId="{5BA3A6CA-7C5D-4DA1-B8AB-9419DA906984}" dt="2022-03-23T00:40:08.283" v="1342" actId="1035"/>
          <ac:picMkLst>
            <pc:docMk/>
            <pc:sldMk cId="2470012967" sldId="277"/>
            <ac:picMk id="24" creationId="{E6C292D3-9098-459F-B097-0DBE5B7B291F}"/>
          </ac:picMkLst>
        </pc:picChg>
        <pc:picChg chg="add del mod ord">
          <ac:chgData name="ARJAV JAIN" userId="0c0bf2fd-5996-4b26-8ea0-493cd03236ea" providerId="ADAL" clId="{5BA3A6CA-7C5D-4DA1-B8AB-9419DA906984}" dt="2022-03-23T00:27:13.351" v="882" actId="478"/>
          <ac:picMkLst>
            <pc:docMk/>
            <pc:sldMk cId="2470012967" sldId="277"/>
            <ac:picMk id="35" creationId="{5F4ECDCB-28BB-4AF8-BA3C-2FBC75904EC0}"/>
          </ac:picMkLst>
        </pc:picChg>
        <pc:picChg chg="add mod">
          <ac:chgData name="ARJAV JAIN" userId="0c0bf2fd-5996-4b26-8ea0-493cd03236ea" providerId="ADAL" clId="{5BA3A6CA-7C5D-4DA1-B8AB-9419DA906984}" dt="2022-03-23T00:40:08.283" v="1342" actId="1035"/>
          <ac:picMkLst>
            <pc:docMk/>
            <pc:sldMk cId="2470012967" sldId="277"/>
            <ac:picMk id="38" creationId="{F52A9581-56BF-4017-A385-6DF363A76A1D}"/>
          </ac:picMkLst>
        </pc:picChg>
        <pc:picChg chg="add del mod">
          <ac:chgData name="ARJAV JAIN" userId="0c0bf2fd-5996-4b26-8ea0-493cd03236ea" providerId="ADAL" clId="{5BA3A6CA-7C5D-4DA1-B8AB-9419DA906984}" dt="2022-03-23T00:28:56.006" v="917" actId="478"/>
          <ac:picMkLst>
            <pc:docMk/>
            <pc:sldMk cId="2470012967" sldId="277"/>
            <ac:picMk id="42" creationId="{3A24C052-C518-4E38-8EE6-3878E8FB2E8A}"/>
          </ac:picMkLst>
        </pc:picChg>
        <pc:picChg chg="add mod">
          <ac:chgData name="ARJAV JAIN" userId="0c0bf2fd-5996-4b26-8ea0-493cd03236ea" providerId="ADAL" clId="{5BA3A6CA-7C5D-4DA1-B8AB-9419DA906984}" dt="2022-03-23T00:40:08.283" v="1342" actId="1035"/>
          <ac:picMkLst>
            <pc:docMk/>
            <pc:sldMk cId="2470012967" sldId="277"/>
            <ac:picMk id="43" creationId="{203C8D48-049F-4BFF-87D5-F89FD266B579}"/>
          </ac:picMkLst>
        </pc:picChg>
        <pc:picChg chg="add mod">
          <ac:chgData name="ARJAV JAIN" userId="0c0bf2fd-5996-4b26-8ea0-493cd03236ea" providerId="ADAL" clId="{5BA3A6CA-7C5D-4DA1-B8AB-9419DA906984}" dt="2022-03-23T00:29:51.261" v="931" actId="571"/>
          <ac:picMkLst>
            <pc:docMk/>
            <pc:sldMk cId="2470012967" sldId="277"/>
            <ac:picMk id="45" creationId="{722B890C-9629-4659-BCC3-89C250EF9C96}"/>
          </ac:picMkLst>
        </pc:picChg>
        <pc:picChg chg="add mod">
          <ac:chgData name="ARJAV JAIN" userId="0c0bf2fd-5996-4b26-8ea0-493cd03236ea" providerId="ADAL" clId="{5BA3A6CA-7C5D-4DA1-B8AB-9419DA906984}" dt="2022-03-23T00:31:02.051" v="972" actId="571"/>
          <ac:picMkLst>
            <pc:docMk/>
            <pc:sldMk cId="2470012967" sldId="277"/>
            <ac:picMk id="50" creationId="{97BAAA7B-9570-4286-B9E4-2326D285DE3F}"/>
          </ac:picMkLst>
        </pc:picChg>
        <pc:picChg chg="add mod">
          <ac:chgData name="ARJAV JAIN" userId="0c0bf2fd-5996-4b26-8ea0-493cd03236ea" providerId="ADAL" clId="{5BA3A6CA-7C5D-4DA1-B8AB-9419DA906984}" dt="2022-03-23T00:31:04.701" v="974" actId="571"/>
          <ac:picMkLst>
            <pc:docMk/>
            <pc:sldMk cId="2470012967" sldId="277"/>
            <ac:picMk id="53" creationId="{BD27EBCA-86AE-4ED6-A67D-E469478AAB8B}"/>
          </ac:picMkLst>
        </pc:picChg>
        <pc:picChg chg="add mod">
          <ac:chgData name="ARJAV JAIN" userId="0c0bf2fd-5996-4b26-8ea0-493cd03236ea" providerId="ADAL" clId="{5BA3A6CA-7C5D-4DA1-B8AB-9419DA906984}" dt="2022-03-23T00:31:06.873" v="976" actId="571"/>
          <ac:picMkLst>
            <pc:docMk/>
            <pc:sldMk cId="2470012967" sldId="277"/>
            <ac:picMk id="56" creationId="{9451ADA1-2EB8-44A9-A765-B3AF3DF31526}"/>
          </ac:picMkLst>
        </pc:picChg>
        <pc:picChg chg="add mod">
          <ac:chgData name="ARJAV JAIN" userId="0c0bf2fd-5996-4b26-8ea0-493cd03236ea" providerId="ADAL" clId="{5BA3A6CA-7C5D-4DA1-B8AB-9419DA906984}" dt="2022-03-23T00:31:08.641" v="978" actId="571"/>
          <ac:picMkLst>
            <pc:docMk/>
            <pc:sldMk cId="2470012967" sldId="277"/>
            <ac:picMk id="59" creationId="{470184EE-817D-4AEB-A7C4-64B528AA7BB4}"/>
          </ac:picMkLst>
        </pc:picChg>
        <pc:picChg chg="add mod">
          <ac:chgData name="ARJAV JAIN" userId="0c0bf2fd-5996-4b26-8ea0-493cd03236ea" providerId="ADAL" clId="{5BA3A6CA-7C5D-4DA1-B8AB-9419DA906984}" dt="2022-03-23T00:32:05.111" v="1012" actId="571"/>
          <ac:picMkLst>
            <pc:docMk/>
            <pc:sldMk cId="2470012967" sldId="277"/>
            <ac:picMk id="68" creationId="{F8752E69-2C18-486E-A0F0-55138C1D5131}"/>
          </ac:picMkLst>
        </pc:picChg>
        <pc:picChg chg="add mod">
          <ac:chgData name="ARJAV JAIN" userId="0c0bf2fd-5996-4b26-8ea0-493cd03236ea" providerId="ADAL" clId="{5BA3A6CA-7C5D-4DA1-B8AB-9419DA906984}" dt="2022-03-23T00:32:08.871" v="1014" actId="571"/>
          <ac:picMkLst>
            <pc:docMk/>
            <pc:sldMk cId="2470012967" sldId="277"/>
            <ac:picMk id="70" creationId="{68E9A8AF-A11B-414B-BC38-851CB84DD9E1}"/>
          </ac:picMkLst>
        </pc:picChg>
        <pc:picChg chg="add mod">
          <ac:chgData name="ARJAV JAIN" userId="0c0bf2fd-5996-4b26-8ea0-493cd03236ea" providerId="ADAL" clId="{5BA3A6CA-7C5D-4DA1-B8AB-9419DA906984}" dt="2022-03-23T00:40:02.161" v="1324"/>
          <ac:picMkLst>
            <pc:docMk/>
            <pc:sldMk cId="2470012967" sldId="277"/>
            <ac:picMk id="74" creationId="{ABBB6CDD-1D31-4A71-ACF5-C61169FE229A}"/>
          </ac:picMkLst>
        </pc:picChg>
        <pc:picChg chg="add mod">
          <ac:chgData name="ARJAV JAIN" userId="0c0bf2fd-5996-4b26-8ea0-493cd03236ea" providerId="ADAL" clId="{5BA3A6CA-7C5D-4DA1-B8AB-9419DA906984}" dt="2022-03-23T00:40:20.724" v="1343"/>
          <ac:picMkLst>
            <pc:docMk/>
            <pc:sldMk cId="2470012967" sldId="277"/>
            <ac:picMk id="77" creationId="{D00FE5E0-CBC7-43D9-9AE2-312742B92C53}"/>
          </ac:picMkLst>
        </pc:picChg>
        <pc:picChg chg="add mod">
          <ac:chgData name="ARJAV JAIN" userId="0c0bf2fd-5996-4b26-8ea0-493cd03236ea" providerId="ADAL" clId="{5BA3A6CA-7C5D-4DA1-B8AB-9419DA906984}" dt="2022-03-23T00:42:28.283" v="1459"/>
          <ac:picMkLst>
            <pc:docMk/>
            <pc:sldMk cId="2470012967" sldId="277"/>
            <ac:picMk id="85" creationId="{EA319ED2-DED6-467C-A16B-1E36938E768D}"/>
          </ac:picMkLst>
        </pc:picChg>
        <pc:picChg chg="add mod">
          <ac:chgData name="ARJAV JAIN" userId="0c0bf2fd-5996-4b26-8ea0-493cd03236ea" providerId="ADAL" clId="{5BA3A6CA-7C5D-4DA1-B8AB-9419DA906984}" dt="2022-03-23T00:49:57.721" v="1614" actId="1076"/>
          <ac:picMkLst>
            <pc:docMk/>
            <pc:sldMk cId="2470012967" sldId="277"/>
            <ac:picMk id="1026" creationId="{2C9D282F-65CC-4C99-AEB6-933EBCFEE80A}"/>
          </ac:picMkLst>
        </pc:pic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19" creationId="{28DA40BA-D790-44C2-AE97-AA0282892371}"/>
          </ac:cxnSpMkLst>
        </pc:cxn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20" creationId="{CBDD27E7-527D-4E63-9352-CF65336A04CA}"/>
          </ac:cxnSpMkLst>
        </pc:cxnChg>
        <pc:cxnChg chg="add del mod">
          <ac:chgData name="ARJAV JAIN" userId="0c0bf2fd-5996-4b26-8ea0-493cd03236ea" providerId="ADAL" clId="{5BA3A6CA-7C5D-4DA1-B8AB-9419DA906984}" dt="2022-03-23T00:20:48.794" v="820" actId="478"/>
          <ac:cxnSpMkLst>
            <pc:docMk/>
            <pc:sldMk cId="2470012967" sldId="277"/>
            <ac:cxnSpMk id="27" creationId="{8E9187B7-628B-40C3-9FB1-73B1ACFF0EE7}"/>
          </ac:cxnSpMkLst>
        </pc:cxnChg>
        <pc:cxnChg chg="add del mod">
          <ac:chgData name="ARJAV JAIN" userId="0c0bf2fd-5996-4b26-8ea0-493cd03236ea" providerId="ADAL" clId="{5BA3A6CA-7C5D-4DA1-B8AB-9419DA906984}" dt="2022-03-23T00:21:00.806" v="823" actId="478"/>
          <ac:cxnSpMkLst>
            <pc:docMk/>
            <pc:sldMk cId="2470012967" sldId="277"/>
            <ac:cxnSpMk id="28" creationId="{BD787A06-F0CD-45F6-8090-4D14EF259412}"/>
          </ac:cxnSpMkLst>
        </pc:cxn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30" creationId="{C115AACE-0D61-47BE-BD93-3887FA4A3F47}"/>
          </ac:cxnSpMkLst>
        </pc:cxn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47" creationId="{A6566DE3-0313-4927-983C-A74DBA700861}"/>
          </ac:cxnSpMkLst>
        </pc:cxnChg>
        <pc:cxnChg chg="add mod">
          <ac:chgData name="ARJAV JAIN" userId="0c0bf2fd-5996-4b26-8ea0-493cd03236ea" providerId="ADAL" clId="{5BA3A6CA-7C5D-4DA1-B8AB-9419DA906984}" dt="2022-03-23T00:31:02.051" v="972" actId="571"/>
          <ac:cxnSpMkLst>
            <pc:docMk/>
            <pc:sldMk cId="2470012967" sldId="277"/>
            <ac:cxnSpMk id="52" creationId="{572F69F6-134F-47AE-8F4F-A1EDC1713A0F}"/>
          </ac:cxnSpMkLst>
        </pc:cxnChg>
        <pc:cxnChg chg="add mod">
          <ac:chgData name="ARJAV JAIN" userId="0c0bf2fd-5996-4b26-8ea0-493cd03236ea" providerId="ADAL" clId="{5BA3A6CA-7C5D-4DA1-B8AB-9419DA906984}" dt="2022-03-23T00:31:04.701" v="974" actId="571"/>
          <ac:cxnSpMkLst>
            <pc:docMk/>
            <pc:sldMk cId="2470012967" sldId="277"/>
            <ac:cxnSpMk id="55" creationId="{1E67EA17-7F56-4A90-95C9-4A6355B22C9A}"/>
          </ac:cxnSpMkLst>
        </pc:cxnChg>
        <pc:cxnChg chg="add mod">
          <ac:chgData name="ARJAV JAIN" userId="0c0bf2fd-5996-4b26-8ea0-493cd03236ea" providerId="ADAL" clId="{5BA3A6CA-7C5D-4DA1-B8AB-9419DA906984}" dt="2022-03-23T00:31:06.873" v="976" actId="571"/>
          <ac:cxnSpMkLst>
            <pc:docMk/>
            <pc:sldMk cId="2470012967" sldId="277"/>
            <ac:cxnSpMk id="58" creationId="{037AED63-B056-4FF3-8A23-7A2048716E90}"/>
          </ac:cxnSpMkLst>
        </pc:cxnChg>
        <pc:cxnChg chg="add mod">
          <ac:chgData name="ARJAV JAIN" userId="0c0bf2fd-5996-4b26-8ea0-493cd03236ea" providerId="ADAL" clId="{5BA3A6CA-7C5D-4DA1-B8AB-9419DA906984}" dt="2022-03-23T00:31:08.641" v="978" actId="571"/>
          <ac:cxnSpMkLst>
            <pc:docMk/>
            <pc:sldMk cId="2470012967" sldId="277"/>
            <ac:cxnSpMk id="61" creationId="{4D54E0FD-7D7C-4E61-A561-791AC0C99D7D}"/>
          </ac:cxnSpMkLst>
        </pc:cxnChg>
        <pc:cxnChg chg="add del mod">
          <ac:chgData name="ARJAV JAIN" userId="0c0bf2fd-5996-4b26-8ea0-493cd03236ea" providerId="ADAL" clId="{5BA3A6CA-7C5D-4DA1-B8AB-9419DA906984}" dt="2022-03-23T00:31:48.681" v="1008" actId="478"/>
          <ac:cxnSpMkLst>
            <pc:docMk/>
            <pc:sldMk cId="2470012967" sldId="277"/>
            <ac:cxnSpMk id="63" creationId="{DA85AB73-8BEC-45B4-A4F4-B7D3414E5224}"/>
          </ac:cxnSpMkLst>
        </pc:cxn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66" creationId="{29D9879C-6729-4BD6-BA51-DB07B2C2EA09}"/>
          </ac:cxnSpMkLst>
        </pc:cxnChg>
        <pc:cxnChg chg="add mod">
          <ac:chgData name="ARJAV JAIN" userId="0c0bf2fd-5996-4b26-8ea0-493cd03236ea" providerId="ADAL" clId="{5BA3A6CA-7C5D-4DA1-B8AB-9419DA906984}" dt="2022-03-23T00:40:08.283" v="1342" actId="1035"/>
          <ac:cxnSpMkLst>
            <pc:docMk/>
            <pc:sldMk cId="2470012967" sldId="277"/>
            <ac:cxnSpMk id="67" creationId="{3C7DFF2B-C368-4940-8B34-3444506E8744}"/>
          </ac:cxnSpMkLst>
        </pc:cxnChg>
      </pc:sldChg>
      <pc:sldChg chg="addSp delSp modSp add mod delAnim modAnim">
        <pc:chgData name="ARJAV JAIN" userId="0c0bf2fd-5996-4b26-8ea0-493cd03236ea" providerId="ADAL" clId="{5BA3A6CA-7C5D-4DA1-B8AB-9419DA906984}" dt="2022-03-27T05:14:03.483" v="8084" actId="1582"/>
        <pc:sldMkLst>
          <pc:docMk/>
          <pc:sldMk cId="333466766" sldId="278"/>
        </pc:sldMkLst>
        <pc:spChg chg="del">
          <ac:chgData name="ARJAV JAIN" userId="0c0bf2fd-5996-4b26-8ea0-493cd03236ea" providerId="ADAL" clId="{5BA3A6CA-7C5D-4DA1-B8AB-9419DA906984}" dt="2022-03-22T08:12:36.230" v="339" actId="478"/>
          <ac:spMkLst>
            <pc:docMk/>
            <pc:sldMk cId="333466766" sldId="278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2T08:19:50.918" v="397" actId="478"/>
          <ac:spMkLst>
            <pc:docMk/>
            <pc:sldMk cId="333466766" sldId="278"/>
            <ac:spMk id="8" creationId="{5DD5E594-13F7-49AE-A2B6-AD0EB942F1B3}"/>
          </ac:spMkLst>
        </pc:spChg>
        <pc:spChg chg="add del mod">
          <ac:chgData name="ARJAV JAIN" userId="0c0bf2fd-5996-4b26-8ea0-493cd03236ea" providerId="ADAL" clId="{5BA3A6CA-7C5D-4DA1-B8AB-9419DA906984}" dt="2022-03-22T08:19:52.377" v="399" actId="478"/>
          <ac:spMkLst>
            <pc:docMk/>
            <pc:sldMk cId="333466766" sldId="278"/>
            <ac:spMk id="9" creationId="{73913A48-101D-4628-83E6-50DF20A45794}"/>
          </ac:spMkLst>
        </pc:spChg>
        <pc:spChg chg="add mod">
          <ac:chgData name="ARJAV JAIN" userId="0c0bf2fd-5996-4b26-8ea0-493cd03236ea" providerId="ADAL" clId="{5BA3A6CA-7C5D-4DA1-B8AB-9419DA906984}" dt="2022-03-22T08:20:01.087" v="400" actId="1076"/>
          <ac:spMkLst>
            <pc:docMk/>
            <pc:sldMk cId="333466766" sldId="278"/>
            <ac:spMk id="11" creationId="{81C23E81-05E0-4CAD-9D1B-062815CBC22C}"/>
          </ac:spMkLst>
        </pc:spChg>
        <pc:spChg chg="add del mod">
          <ac:chgData name="ARJAV JAIN" userId="0c0bf2fd-5996-4b26-8ea0-493cd03236ea" providerId="ADAL" clId="{5BA3A6CA-7C5D-4DA1-B8AB-9419DA906984}" dt="2022-03-22T08:20:16.292" v="401" actId="1076"/>
          <ac:spMkLst>
            <pc:docMk/>
            <pc:sldMk cId="333466766" sldId="278"/>
            <ac:spMk id="12" creationId="{8C02A047-A055-48A5-9A2A-8B703F8561E6}"/>
          </ac:spMkLst>
        </pc:spChg>
        <pc:spChg chg="add del mod">
          <ac:chgData name="ARJAV JAIN" userId="0c0bf2fd-5996-4b26-8ea0-493cd03236ea" providerId="ADAL" clId="{5BA3A6CA-7C5D-4DA1-B8AB-9419DA906984}" dt="2022-03-22T08:20:30.505" v="406" actId="478"/>
          <ac:spMkLst>
            <pc:docMk/>
            <pc:sldMk cId="333466766" sldId="278"/>
            <ac:spMk id="15" creationId="{3032C852-C648-4724-8AE7-1C62306FBD09}"/>
          </ac:spMkLst>
        </pc:spChg>
        <pc:spChg chg="add del mod">
          <ac:chgData name="ARJAV JAIN" userId="0c0bf2fd-5996-4b26-8ea0-493cd03236ea" providerId="ADAL" clId="{5BA3A6CA-7C5D-4DA1-B8AB-9419DA906984}" dt="2022-03-22T08:20:28.073" v="405" actId="478"/>
          <ac:spMkLst>
            <pc:docMk/>
            <pc:sldMk cId="333466766" sldId="278"/>
            <ac:spMk id="16" creationId="{04A3011D-03BC-4B06-AD46-F0CA21FB70A9}"/>
          </ac:spMkLst>
        </pc:spChg>
        <pc:spChg chg="add mod">
          <ac:chgData name="ARJAV JAIN" userId="0c0bf2fd-5996-4b26-8ea0-493cd03236ea" providerId="ADAL" clId="{5BA3A6CA-7C5D-4DA1-B8AB-9419DA906984}" dt="2022-03-27T05:12:37.383" v="8044" actId="1076"/>
          <ac:spMkLst>
            <pc:docMk/>
            <pc:sldMk cId="333466766" sldId="278"/>
            <ac:spMk id="20" creationId="{150C2464-948D-42C5-9953-AB15AE82CF0B}"/>
          </ac:spMkLst>
        </pc:spChg>
        <pc:spChg chg="add del mod">
          <ac:chgData name="ARJAV JAIN" userId="0c0bf2fd-5996-4b26-8ea0-493cd03236ea" providerId="ADAL" clId="{5BA3A6CA-7C5D-4DA1-B8AB-9419DA906984}" dt="2022-03-22T08:21:30.030" v="426" actId="478"/>
          <ac:spMkLst>
            <pc:docMk/>
            <pc:sldMk cId="333466766" sldId="278"/>
            <ac:spMk id="20" creationId="{1F60B23F-5445-4A65-A90F-82540D45A83D}"/>
          </ac:spMkLst>
        </pc:spChg>
        <pc:spChg chg="add mod">
          <ac:chgData name="ARJAV JAIN" userId="0c0bf2fd-5996-4b26-8ea0-493cd03236ea" providerId="ADAL" clId="{5BA3A6CA-7C5D-4DA1-B8AB-9419DA906984}" dt="2022-03-27T05:12:37.383" v="8044" actId="1076"/>
          <ac:spMkLst>
            <pc:docMk/>
            <pc:sldMk cId="333466766" sldId="278"/>
            <ac:spMk id="21" creationId="{407D15D7-5620-4E3C-848D-40B925B6B31E}"/>
          </ac:spMkLst>
        </pc:spChg>
        <pc:spChg chg="add del mod">
          <ac:chgData name="ARJAV JAIN" userId="0c0bf2fd-5996-4b26-8ea0-493cd03236ea" providerId="ADAL" clId="{5BA3A6CA-7C5D-4DA1-B8AB-9419DA906984}" dt="2022-03-22T08:21:28.462" v="424" actId="478"/>
          <ac:spMkLst>
            <pc:docMk/>
            <pc:sldMk cId="333466766" sldId="278"/>
            <ac:spMk id="21" creationId="{73859D6C-0B8C-4C91-86FE-79F642CFB7C0}"/>
          </ac:spMkLst>
        </pc:spChg>
        <pc:spChg chg="add del mod">
          <ac:chgData name="ARJAV JAIN" userId="0c0bf2fd-5996-4b26-8ea0-493cd03236ea" providerId="ADAL" clId="{5BA3A6CA-7C5D-4DA1-B8AB-9419DA906984}" dt="2022-03-24T06:25:05.600" v="5465" actId="478"/>
          <ac:spMkLst>
            <pc:docMk/>
            <pc:sldMk cId="333466766" sldId="278"/>
            <ac:spMk id="21" creationId="{B5171912-B1C0-491F-99D5-77BEE70CB6D0}"/>
          </ac:spMkLst>
        </pc:spChg>
        <pc:spChg chg="add del mod">
          <ac:chgData name="ARJAV JAIN" userId="0c0bf2fd-5996-4b26-8ea0-493cd03236ea" providerId="ADAL" clId="{5BA3A6CA-7C5D-4DA1-B8AB-9419DA906984}" dt="2022-03-24T06:25:05.600" v="5465" actId="478"/>
          <ac:spMkLst>
            <pc:docMk/>
            <pc:sldMk cId="333466766" sldId="278"/>
            <ac:spMk id="22" creationId="{97FF6CB0-4C6E-4A8C-B032-43F2A5B7F759}"/>
          </ac:spMkLst>
        </pc:spChg>
        <pc:spChg chg="add del mod">
          <ac:chgData name="ARJAV JAIN" userId="0c0bf2fd-5996-4b26-8ea0-493cd03236ea" providerId="ADAL" clId="{5BA3A6CA-7C5D-4DA1-B8AB-9419DA906984}" dt="2022-03-22T08:21:30.705" v="427" actId="478"/>
          <ac:spMkLst>
            <pc:docMk/>
            <pc:sldMk cId="333466766" sldId="278"/>
            <ac:spMk id="22" creationId="{BEB5ABCD-3699-486E-9712-6594C17DC950}"/>
          </ac:spMkLst>
        </pc:spChg>
        <pc:spChg chg="add mod">
          <ac:chgData name="ARJAV JAIN" userId="0c0bf2fd-5996-4b26-8ea0-493cd03236ea" providerId="ADAL" clId="{5BA3A6CA-7C5D-4DA1-B8AB-9419DA906984}" dt="2022-03-27T05:12:48.881" v="8048" actId="1076"/>
          <ac:spMkLst>
            <pc:docMk/>
            <pc:sldMk cId="333466766" sldId="278"/>
            <ac:spMk id="23" creationId="{314E5CA5-3E01-4AEA-8992-25C16B4E60E7}"/>
          </ac:spMkLst>
        </pc:spChg>
        <pc:spChg chg="add mod">
          <ac:chgData name="ARJAV JAIN" userId="0c0bf2fd-5996-4b26-8ea0-493cd03236ea" providerId="ADAL" clId="{5BA3A6CA-7C5D-4DA1-B8AB-9419DA906984}" dt="2022-03-27T05:12:31.687" v="8043" actId="1076"/>
          <ac:spMkLst>
            <pc:docMk/>
            <pc:sldMk cId="333466766" sldId="278"/>
            <ac:spMk id="24" creationId="{C6CF1CCE-4121-4000-AE74-8B066AD88174}"/>
          </ac:spMkLst>
        </pc:spChg>
        <pc:spChg chg="add mod">
          <ac:chgData name="ARJAV JAIN" userId="0c0bf2fd-5996-4b26-8ea0-493cd03236ea" providerId="ADAL" clId="{5BA3A6CA-7C5D-4DA1-B8AB-9419DA906984}" dt="2022-03-27T05:12:31.687" v="8043" actId="1076"/>
          <ac:spMkLst>
            <pc:docMk/>
            <pc:sldMk cId="333466766" sldId="278"/>
            <ac:spMk id="25" creationId="{C6C138B0-9854-4B9F-9864-122F648D700F}"/>
          </ac:spMkLst>
        </pc:spChg>
        <pc:spChg chg="add mod">
          <ac:chgData name="ARJAV JAIN" userId="0c0bf2fd-5996-4b26-8ea0-493cd03236ea" providerId="ADAL" clId="{5BA3A6CA-7C5D-4DA1-B8AB-9419DA906984}" dt="2022-03-27T05:12:31.687" v="8043" actId="1076"/>
          <ac:spMkLst>
            <pc:docMk/>
            <pc:sldMk cId="333466766" sldId="278"/>
            <ac:spMk id="26" creationId="{696C11FD-D5D4-4A08-A732-73D3E96F73BB}"/>
          </ac:spMkLst>
        </pc:spChg>
        <pc:spChg chg="add mod">
          <ac:chgData name="ARJAV JAIN" userId="0c0bf2fd-5996-4b26-8ea0-493cd03236ea" providerId="ADAL" clId="{5BA3A6CA-7C5D-4DA1-B8AB-9419DA906984}" dt="2022-03-27T05:12:31.687" v="8043" actId="1076"/>
          <ac:spMkLst>
            <pc:docMk/>
            <pc:sldMk cId="333466766" sldId="278"/>
            <ac:spMk id="27" creationId="{69D43C0A-1CDC-498A-BF01-D7DAB39B7D97}"/>
          </ac:spMkLst>
        </pc:spChg>
        <pc:spChg chg="add mod">
          <ac:chgData name="ARJAV JAIN" userId="0c0bf2fd-5996-4b26-8ea0-493cd03236ea" providerId="ADAL" clId="{5BA3A6CA-7C5D-4DA1-B8AB-9419DA906984}" dt="2022-03-27T04:38:12.381" v="6993" actId="1076"/>
          <ac:spMkLst>
            <pc:docMk/>
            <pc:sldMk cId="333466766" sldId="278"/>
            <ac:spMk id="28" creationId="{7C6CF33A-18BE-4EFB-816F-319186C7AB68}"/>
          </ac:spMkLst>
        </pc:spChg>
        <pc:spChg chg="add mod">
          <ac:chgData name="ARJAV JAIN" userId="0c0bf2fd-5996-4b26-8ea0-493cd03236ea" providerId="ADAL" clId="{5BA3A6CA-7C5D-4DA1-B8AB-9419DA906984}" dt="2022-03-27T05:13:42.950" v="8064" actId="1076"/>
          <ac:spMkLst>
            <pc:docMk/>
            <pc:sldMk cId="333466766" sldId="278"/>
            <ac:spMk id="29" creationId="{937E7001-E65D-41CA-95EB-1F3F6D5762BA}"/>
          </ac:spMkLst>
        </pc:spChg>
        <pc:spChg chg="add del mod">
          <ac:chgData name="ARJAV JAIN" userId="0c0bf2fd-5996-4b26-8ea0-493cd03236ea" providerId="ADAL" clId="{5BA3A6CA-7C5D-4DA1-B8AB-9419DA906984}" dt="2022-03-27T04:45:03.391" v="7200" actId="478"/>
          <ac:spMkLst>
            <pc:docMk/>
            <pc:sldMk cId="333466766" sldId="278"/>
            <ac:spMk id="30" creationId="{EC426DDF-171A-4664-B69E-A77246FBC3BC}"/>
          </ac:spMkLst>
        </pc:spChg>
        <pc:spChg chg="add del mod">
          <ac:chgData name="ARJAV JAIN" userId="0c0bf2fd-5996-4b26-8ea0-493cd03236ea" providerId="ADAL" clId="{5BA3A6CA-7C5D-4DA1-B8AB-9419DA906984}" dt="2022-03-27T04:43:45.179" v="7126" actId="478"/>
          <ac:spMkLst>
            <pc:docMk/>
            <pc:sldMk cId="333466766" sldId="278"/>
            <ac:spMk id="31" creationId="{C7056523-1C31-4F3B-AFB7-B16A04A3B82F}"/>
          </ac:spMkLst>
        </pc:spChg>
        <pc:spChg chg="add del mod">
          <ac:chgData name="ARJAV JAIN" userId="0c0bf2fd-5996-4b26-8ea0-493cd03236ea" providerId="ADAL" clId="{5BA3A6CA-7C5D-4DA1-B8AB-9419DA906984}" dt="2022-03-27T04:45:03.391" v="7200" actId="478"/>
          <ac:spMkLst>
            <pc:docMk/>
            <pc:sldMk cId="333466766" sldId="278"/>
            <ac:spMk id="32" creationId="{2EED39CD-475E-4351-8F29-7A21B26F84EA}"/>
          </ac:spMkLst>
        </pc:spChg>
        <pc:spChg chg="add del mod">
          <ac:chgData name="ARJAV JAIN" userId="0c0bf2fd-5996-4b26-8ea0-493cd03236ea" providerId="ADAL" clId="{5BA3A6CA-7C5D-4DA1-B8AB-9419DA906984}" dt="2022-03-27T04:45:03.391" v="7200" actId="478"/>
          <ac:spMkLst>
            <pc:docMk/>
            <pc:sldMk cId="333466766" sldId="278"/>
            <ac:spMk id="33" creationId="{12F06ACF-96CE-48EA-AD8A-6DD4E24D5C18}"/>
          </ac:spMkLst>
        </pc:spChg>
        <pc:spChg chg="add del mod">
          <ac:chgData name="ARJAV JAIN" userId="0c0bf2fd-5996-4b26-8ea0-493cd03236ea" providerId="ADAL" clId="{5BA3A6CA-7C5D-4DA1-B8AB-9419DA906984}" dt="2022-03-27T04:45:03.391" v="7200" actId="478"/>
          <ac:spMkLst>
            <pc:docMk/>
            <pc:sldMk cId="333466766" sldId="278"/>
            <ac:spMk id="34" creationId="{5F5E3647-2916-4C83-9BB5-CEF65C27D9C7}"/>
          </ac:spMkLst>
        </pc:spChg>
        <pc:spChg chg="add del mod">
          <ac:chgData name="ARJAV JAIN" userId="0c0bf2fd-5996-4b26-8ea0-493cd03236ea" providerId="ADAL" clId="{5BA3A6CA-7C5D-4DA1-B8AB-9419DA906984}" dt="2022-03-27T04:45:03.391" v="7200" actId="478"/>
          <ac:spMkLst>
            <pc:docMk/>
            <pc:sldMk cId="333466766" sldId="278"/>
            <ac:spMk id="35" creationId="{E84C926F-5FBB-494F-9626-8A5B3E8E7F41}"/>
          </ac:spMkLst>
        </pc:spChg>
        <pc:spChg chg="add del mod">
          <ac:chgData name="ARJAV JAIN" userId="0c0bf2fd-5996-4b26-8ea0-493cd03236ea" providerId="ADAL" clId="{5BA3A6CA-7C5D-4DA1-B8AB-9419DA906984}" dt="2022-03-27T04:45:00.072" v="7199" actId="478"/>
          <ac:spMkLst>
            <pc:docMk/>
            <pc:sldMk cId="333466766" sldId="278"/>
            <ac:spMk id="37" creationId="{A6FA447F-323F-4E33-99FA-C68C84837AAC}"/>
          </ac:spMkLst>
        </pc:spChg>
        <pc:spChg chg="add mod">
          <ac:chgData name="ARJAV JAIN" userId="0c0bf2fd-5996-4b26-8ea0-493cd03236ea" providerId="ADAL" clId="{5BA3A6CA-7C5D-4DA1-B8AB-9419DA906984}" dt="2022-03-27T05:12:22.415" v="8042" actId="1076"/>
          <ac:spMkLst>
            <pc:docMk/>
            <pc:sldMk cId="333466766" sldId="278"/>
            <ac:spMk id="38" creationId="{AC49ACF3-3062-4984-AFFA-95FB5959BF35}"/>
          </ac:spMkLst>
        </pc:spChg>
        <pc:spChg chg="add mod ord">
          <ac:chgData name="ARJAV JAIN" userId="0c0bf2fd-5996-4b26-8ea0-493cd03236ea" providerId="ADAL" clId="{5BA3A6CA-7C5D-4DA1-B8AB-9419DA906984}" dt="2022-03-27T05:12:50.663" v="8049" actId="167"/>
          <ac:spMkLst>
            <pc:docMk/>
            <pc:sldMk cId="333466766" sldId="278"/>
            <ac:spMk id="41" creationId="{F7B13B69-AA06-4A2F-BD35-D41357CD2C5F}"/>
          </ac:spMkLst>
        </pc:spChg>
        <pc:spChg chg="add mod">
          <ac:chgData name="ARJAV JAIN" userId="0c0bf2fd-5996-4b26-8ea0-493cd03236ea" providerId="ADAL" clId="{5BA3A6CA-7C5D-4DA1-B8AB-9419DA906984}" dt="2022-03-27T05:13:32.017" v="8056" actId="571"/>
          <ac:spMkLst>
            <pc:docMk/>
            <pc:sldMk cId="333466766" sldId="278"/>
            <ac:spMk id="43" creationId="{5A23CDB3-292E-476A-ACD7-CE1532C3E3D0}"/>
          </ac:spMkLst>
        </pc:spChg>
        <pc:spChg chg="add mod">
          <ac:chgData name="ARJAV JAIN" userId="0c0bf2fd-5996-4b26-8ea0-493cd03236ea" providerId="ADAL" clId="{5BA3A6CA-7C5D-4DA1-B8AB-9419DA906984}" dt="2022-03-27T05:13:34.442" v="8058" actId="571"/>
          <ac:spMkLst>
            <pc:docMk/>
            <pc:sldMk cId="333466766" sldId="278"/>
            <ac:spMk id="45" creationId="{E32B383B-A30A-482D-AE6E-21E5E027A09D}"/>
          </ac:spMkLst>
        </pc:spChg>
        <pc:spChg chg="add mod">
          <ac:chgData name="ARJAV JAIN" userId="0c0bf2fd-5996-4b26-8ea0-493cd03236ea" providerId="ADAL" clId="{5BA3A6CA-7C5D-4DA1-B8AB-9419DA906984}" dt="2022-03-27T05:13:40.701" v="8062" actId="571"/>
          <ac:spMkLst>
            <pc:docMk/>
            <pc:sldMk cId="333466766" sldId="278"/>
            <ac:spMk id="47" creationId="{ACDFB49E-9BA9-4F8A-A6F3-D84C79FE3136}"/>
          </ac:spMkLst>
        </pc:spChg>
        <pc:spChg chg="add mod">
          <ac:chgData name="ARJAV JAIN" userId="0c0bf2fd-5996-4b26-8ea0-493cd03236ea" providerId="ADAL" clId="{5BA3A6CA-7C5D-4DA1-B8AB-9419DA906984}" dt="2022-03-27T05:13:58.338" v="8083" actId="1076"/>
          <ac:spMkLst>
            <pc:docMk/>
            <pc:sldMk cId="333466766" sldId="278"/>
            <ac:spMk id="48" creationId="{0D162C6E-C0EE-4E9D-A6AA-3DB30F797579}"/>
          </ac:spMkLst>
        </pc:spChg>
        <pc:graphicFrameChg chg="add del mod modGraphic">
          <ac:chgData name="ARJAV JAIN" userId="0c0bf2fd-5996-4b26-8ea0-493cd03236ea" providerId="ADAL" clId="{5BA3A6CA-7C5D-4DA1-B8AB-9419DA906984}" dt="2022-03-24T05:06:23.793" v="5202" actId="478"/>
          <ac:graphicFrameMkLst>
            <pc:docMk/>
            <pc:sldMk cId="333466766" sldId="278"/>
            <ac:graphicFrameMk id="4" creationId="{63006298-C5AE-4B0A-B47B-D73F068BACDB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13:33.534" v="346" actId="478"/>
          <ac:graphicFrameMkLst>
            <pc:docMk/>
            <pc:sldMk cId="333466766" sldId="278"/>
            <ac:graphicFrameMk id="6" creationId="{EE10F8AE-1D65-4638-8A9B-826E85B40786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13:34.930" v="347" actId="478"/>
          <ac:graphicFrameMkLst>
            <pc:docMk/>
            <pc:sldMk cId="333466766" sldId="278"/>
            <ac:graphicFrameMk id="7" creationId="{67594702-619D-4274-9A99-08C9F55F7E1A}"/>
          </ac:graphicFrameMkLst>
        </pc:graphicFrameChg>
        <pc:graphicFrameChg chg="add mod modGraphic">
          <ac:chgData name="ARJAV JAIN" userId="0c0bf2fd-5996-4b26-8ea0-493cd03236ea" providerId="ADAL" clId="{5BA3A6CA-7C5D-4DA1-B8AB-9419DA906984}" dt="2022-03-27T04:43:16.027" v="7118" actId="113"/>
          <ac:graphicFrameMkLst>
            <pc:docMk/>
            <pc:sldMk cId="333466766" sldId="278"/>
            <ac:graphicFrameMk id="14" creationId="{602462AE-F638-4F9B-9AB2-0A82CE657754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19:50.321" v="396" actId="478"/>
          <ac:graphicFrameMkLst>
            <pc:docMk/>
            <pc:sldMk cId="333466766" sldId="278"/>
            <ac:graphicFrameMk id="18" creationId="{5CA44675-BA49-4DB4-96BC-19686CFE1F63}"/>
          </ac:graphicFrameMkLst>
        </pc:graphicFrameChg>
        <pc:graphicFrameChg chg="add mod">
          <ac:chgData name="ARJAV JAIN" userId="0c0bf2fd-5996-4b26-8ea0-493cd03236ea" providerId="ADAL" clId="{5BA3A6CA-7C5D-4DA1-B8AB-9419DA906984}" dt="2022-03-23T00:59:31.299" v="1704" actId="1076"/>
          <ac:graphicFrameMkLst>
            <pc:docMk/>
            <pc:sldMk cId="333466766" sldId="278"/>
            <ac:graphicFrameMk id="19" creationId="{F7E338AA-1F52-418E-9020-8FE4E8B65A73}"/>
          </ac:graphicFrameMkLst>
        </pc:graphicFrameChg>
        <pc:graphicFrameChg chg="add del mod modGraphic">
          <ac:chgData name="ARJAV JAIN" userId="0c0bf2fd-5996-4b26-8ea0-493cd03236ea" providerId="ADAL" clId="{5BA3A6CA-7C5D-4DA1-B8AB-9419DA906984}" dt="2022-03-24T06:22:34.735" v="5373" actId="478"/>
          <ac:graphicFrameMkLst>
            <pc:docMk/>
            <pc:sldMk cId="333466766" sldId="278"/>
            <ac:graphicFrameMk id="20" creationId="{CE3C99A9-9679-49F6-A2EE-D2552F6C2D6B}"/>
          </ac:graphicFrameMkLst>
        </pc:graphicFrameChg>
        <pc:graphicFrameChg chg="add del mod modGraphic">
          <ac:chgData name="ARJAV JAIN" userId="0c0bf2fd-5996-4b26-8ea0-493cd03236ea" providerId="ADAL" clId="{5BA3A6CA-7C5D-4DA1-B8AB-9419DA906984}" dt="2022-03-27T04:47:48.027" v="7428" actId="478"/>
          <ac:graphicFrameMkLst>
            <pc:docMk/>
            <pc:sldMk cId="333466766" sldId="278"/>
            <ac:graphicFrameMk id="39" creationId="{C09CCDC3-4F41-4090-8850-216A7BEFC8AC}"/>
          </ac:graphicFrameMkLst>
        </pc:graphicFrameChg>
        <pc:picChg chg="add del mod">
          <ac:chgData name="ARJAV JAIN" userId="0c0bf2fd-5996-4b26-8ea0-493cd03236ea" providerId="ADAL" clId="{5BA3A6CA-7C5D-4DA1-B8AB-9419DA906984}" dt="2022-03-27T05:13:42.950" v="8064" actId="1076"/>
          <ac:picMkLst>
            <pc:docMk/>
            <pc:sldMk cId="333466766" sldId="278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7T05:12:31.687" v="8043" actId="1076"/>
          <ac:picMkLst>
            <pc:docMk/>
            <pc:sldMk cId="333466766" sldId="278"/>
            <ac:picMk id="4" creationId="{664AB358-2782-4384-BC3F-0C2D91818120}"/>
          </ac:picMkLst>
        </pc:picChg>
        <pc:picChg chg="add del mod modCrop">
          <ac:chgData name="ARJAV JAIN" userId="0c0bf2fd-5996-4b26-8ea0-493cd03236ea" providerId="ADAL" clId="{5BA3A6CA-7C5D-4DA1-B8AB-9419DA906984}" dt="2022-03-27T04:42:21.263" v="7097" actId="478"/>
          <ac:picMkLst>
            <pc:docMk/>
            <pc:sldMk cId="333466766" sldId="278"/>
            <ac:picMk id="6" creationId="{6461F43B-24A4-4051-B193-3C3ADD42F9F8}"/>
          </ac:picMkLst>
        </pc:picChg>
        <pc:picChg chg="add mod">
          <ac:chgData name="ARJAV JAIN" userId="0c0bf2fd-5996-4b26-8ea0-493cd03236ea" providerId="ADAL" clId="{5BA3A6CA-7C5D-4DA1-B8AB-9419DA906984}" dt="2022-03-27T05:14:03.483" v="8084" actId="1582"/>
          <ac:picMkLst>
            <pc:docMk/>
            <pc:sldMk cId="333466766" sldId="278"/>
            <ac:picMk id="8" creationId="{5A4EF7AC-B3D6-4469-AF4C-764A43415361}"/>
          </ac:picMkLst>
        </pc:picChg>
        <pc:picChg chg="add del mod">
          <ac:chgData name="ARJAV JAIN" userId="0c0bf2fd-5996-4b26-8ea0-493cd03236ea" providerId="ADAL" clId="{5BA3A6CA-7C5D-4DA1-B8AB-9419DA906984}" dt="2022-03-22T08:19:51.937" v="398" actId="478"/>
          <ac:picMkLst>
            <pc:docMk/>
            <pc:sldMk cId="333466766" sldId="278"/>
            <ac:picMk id="10" creationId="{ABEB4906-EF6E-46CF-9A00-9A861A0C2D43}"/>
          </ac:picMkLst>
        </pc:picChg>
        <pc:picChg chg="add del mod">
          <ac:chgData name="ARJAV JAIN" userId="0c0bf2fd-5996-4b26-8ea0-493cd03236ea" providerId="ADAL" clId="{5BA3A6CA-7C5D-4DA1-B8AB-9419DA906984}" dt="2022-03-22T08:20:16.292" v="401" actId="1076"/>
          <ac:picMkLst>
            <pc:docMk/>
            <pc:sldMk cId="333466766" sldId="278"/>
            <ac:picMk id="13" creationId="{96422BD7-A034-4C6E-878F-8F98462958C4}"/>
          </ac:picMkLst>
        </pc:picChg>
        <pc:picChg chg="add mod">
          <ac:chgData name="ARJAV JAIN" userId="0c0bf2fd-5996-4b26-8ea0-493cd03236ea" providerId="ADAL" clId="{5BA3A6CA-7C5D-4DA1-B8AB-9419DA906984}" dt="2022-03-27T05:12:37.383" v="8044" actId="1076"/>
          <ac:picMkLst>
            <pc:docMk/>
            <pc:sldMk cId="333466766" sldId="278"/>
            <ac:picMk id="22" creationId="{EF7BB7DE-9466-4345-A6CA-C679313F7A60}"/>
          </ac:picMkLst>
        </pc:picChg>
        <pc:picChg chg="add del mod">
          <ac:chgData name="ARJAV JAIN" userId="0c0bf2fd-5996-4b26-8ea0-493cd03236ea" providerId="ADAL" clId="{5BA3A6CA-7C5D-4DA1-B8AB-9419DA906984}" dt="2022-03-23T00:52:56.273" v="1627" actId="478"/>
          <ac:picMkLst>
            <pc:docMk/>
            <pc:sldMk cId="333466766" sldId="278"/>
            <ac:picMk id="28" creationId="{2518B749-818B-4DAA-B312-5E2C4794479C}"/>
          </ac:picMkLst>
        </pc:picChg>
        <pc:picChg chg="add del mod">
          <ac:chgData name="ARJAV JAIN" userId="0c0bf2fd-5996-4b26-8ea0-493cd03236ea" providerId="ADAL" clId="{5BA3A6CA-7C5D-4DA1-B8AB-9419DA906984}" dt="2022-03-24T06:25:05.600" v="5465" actId="478"/>
          <ac:picMkLst>
            <pc:docMk/>
            <pc:sldMk cId="333466766" sldId="278"/>
            <ac:picMk id="30" creationId="{219C4740-8819-4C16-9050-A1FE64CD572E}"/>
          </ac:picMkLst>
        </pc:picChg>
        <pc:picChg chg="add del mod">
          <ac:chgData name="ARJAV JAIN" userId="0c0bf2fd-5996-4b26-8ea0-493cd03236ea" providerId="ADAL" clId="{5BA3A6CA-7C5D-4DA1-B8AB-9419DA906984}" dt="2022-03-27T04:45:03.391" v="7200" actId="478"/>
          <ac:picMkLst>
            <pc:docMk/>
            <pc:sldMk cId="333466766" sldId="278"/>
            <ac:picMk id="36" creationId="{F1255848-7869-453A-AB92-94912E0861A7}"/>
          </ac:picMkLst>
        </pc:picChg>
        <pc:picChg chg="add mod">
          <ac:chgData name="ARJAV JAIN" userId="0c0bf2fd-5996-4b26-8ea0-493cd03236ea" providerId="ADAL" clId="{5BA3A6CA-7C5D-4DA1-B8AB-9419DA906984}" dt="2022-03-27T05:12:42.328" v="8046" actId="14100"/>
          <ac:picMkLst>
            <pc:docMk/>
            <pc:sldMk cId="333466766" sldId="278"/>
            <ac:picMk id="40" creationId="{86594DFB-1550-44A4-A15C-734FD123DBF8}"/>
          </ac:picMkLst>
        </pc:picChg>
        <pc:picChg chg="add mod">
          <ac:chgData name="ARJAV JAIN" userId="0c0bf2fd-5996-4b26-8ea0-493cd03236ea" providerId="ADAL" clId="{5BA3A6CA-7C5D-4DA1-B8AB-9419DA906984}" dt="2022-03-27T05:13:32.017" v="8056" actId="571"/>
          <ac:picMkLst>
            <pc:docMk/>
            <pc:sldMk cId="333466766" sldId="278"/>
            <ac:picMk id="42" creationId="{310D2A54-82A1-45B1-84B0-99F1B881AF82}"/>
          </ac:picMkLst>
        </pc:picChg>
        <pc:picChg chg="add mod">
          <ac:chgData name="ARJAV JAIN" userId="0c0bf2fd-5996-4b26-8ea0-493cd03236ea" providerId="ADAL" clId="{5BA3A6CA-7C5D-4DA1-B8AB-9419DA906984}" dt="2022-03-27T05:13:34.442" v="8058" actId="571"/>
          <ac:picMkLst>
            <pc:docMk/>
            <pc:sldMk cId="333466766" sldId="278"/>
            <ac:picMk id="44" creationId="{B49048FE-A3A3-445F-B27E-10734C1C1CD0}"/>
          </ac:picMkLst>
        </pc:picChg>
        <pc:picChg chg="add mod">
          <ac:chgData name="ARJAV JAIN" userId="0c0bf2fd-5996-4b26-8ea0-493cd03236ea" providerId="ADAL" clId="{5BA3A6CA-7C5D-4DA1-B8AB-9419DA906984}" dt="2022-03-27T05:13:40.701" v="8062" actId="571"/>
          <ac:picMkLst>
            <pc:docMk/>
            <pc:sldMk cId="333466766" sldId="278"/>
            <ac:picMk id="46" creationId="{83B50299-5ACB-4F81-857F-E75026B9DCC2}"/>
          </ac:picMkLst>
        </pc:picChg>
        <pc:cxnChg chg="add del mod">
          <ac:chgData name="ARJAV JAIN" userId="0c0bf2fd-5996-4b26-8ea0-493cd03236ea" providerId="ADAL" clId="{5BA3A6CA-7C5D-4DA1-B8AB-9419DA906984}" dt="2022-03-22T08:20:26.332" v="404" actId="478"/>
          <ac:cxnSpMkLst>
            <pc:docMk/>
            <pc:sldMk cId="333466766" sldId="278"/>
            <ac:cxnSpMk id="17" creationId="{CF50B20D-88FF-47AE-A83B-943F502737C5}"/>
          </ac:cxnSpMkLst>
        </pc:cxnChg>
      </pc:sldChg>
      <pc:sldChg chg="addSp delSp modSp add mod delAnim modAnim">
        <pc:chgData name="ARJAV JAIN" userId="0c0bf2fd-5996-4b26-8ea0-493cd03236ea" providerId="ADAL" clId="{5BA3A6CA-7C5D-4DA1-B8AB-9419DA906984}" dt="2022-03-24T05:05:37.219" v="5195" actId="1076"/>
        <pc:sldMkLst>
          <pc:docMk/>
          <pc:sldMk cId="2159247648" sldId="279"/>
        </pc:sldMkLst>
        <pc:spChg chg="del">
          <ac:chgData name="ARJAV JAIN" userId="0c0bf2fd-5996-4b26-8ea0-493cd03236ea" providerId="ADAL" clId="{5BA3A6CA-7C5D-4DA1-B8AB-9419DA906984}" dt="2022-03-22T08:23:00.452" v="433" actId="478"/>
          <ac:spMkLst>
            <pc:docMk/>
            <pc:sldMk cId="2159247648" sldId="279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2T08:23:33.685" v="434"/>
          <ac:spMkLst>
            <pc:docMk/>
            <pc:sldMk cId="2159247648" sldId="279"/>
            <ac:spMk id="6" creationId="{0B5BB539-ACAD-4957-9337-7AA0361F20F2}"/>
          </ac:spMkLst>
        </pc:spChg>
        <pc:spChg chg="add mod">
          <ac:chgData name="ARJAV JAIN" userId="0c0bf2fd-5996-4b26-8ea0-493cd03236ea" providerId="ADAL" clId="{5BA3A6CA-7C5D-4DA1-B8AB-9419DA906984}" dt="2022-03-22T08:23:33.685" v="434"/>
          <ac:spMkLst>
            <pc:docMk/>
            <pc:sldMk cId="2159247648" sldId="279"/>
            <ac:spMk id="7" creationId="{B943D926-2630-4258-A7D3-5C300CA3B681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9" creationId="{28A81775-3531-4383-B914-2A65C7CAF565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0" creationId="{B4A79F37-8653-42BD-A553-86CE876BAA02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1" creationId="{84E7B257-E619-4E8C-AF91-3F128D608CF8}"/>
          </ac:spMkLst>
        </pc:spChg>
        <pc:spChg chg="add mod">
          <ac:chgData name="ARJAV JAIN" userId="0c0bf2fd-5996-4b26-8ea0-493cd03236ea" providerId="ADAL" clId="{5BA3A6CA-7C5D-4DA1-B8AB-9419DA906984}" dt="2022-03-23T01:00:41.409" v="1729" actId="6549"/>
          <ac:spMkLst>
            <pc:docMk/>
            <pc:sldMk cId="2159247648" sldId="279"/>
            <ac:spMk id="12" creationId="{70E56E0A-19E0-4BDD-BDA7-D4A346D24AE3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3" creationId="{9D892673-3A6A-4675-B1AE-B16FD6A7B6F8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4" creationId="{B2DDE23F-69A0-4288-9816-3FF9C351A03E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5" creationId="{AA55BD2F-037E-4726-9FFC-19E6864E2A72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6" creationId="{33B9AA22-88AB-4898-9144-2A5B636FF1F6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17" creationId="{2534F41C-2C99-46D3-B1A0-99FC8D30CF6F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2" creationId="{B1019C56-B508-4A74-9DEE-172A423FE59D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3" creationId="{EE4A9834-1FC2-4B0B-9F70-B8431CFD47A4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4" creationId="{5419BAE8-A06C-4670-8BF2-2B875CF807DE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5" creationId="{36E8875C-5705-4428-9539-63A59EB89E7D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6" creationId="{8423D3E3-A2CB-4B72-81D6-803852DC7F8D}"/>
          </ac:spMkLst>
        </pc:spChg>
        <pc:spChg chg="add mod">
          <ac:chgData name="ARJAV JAIN" userId="0c0bf2fd-5996-4b26-8ea0-493cd03236ea" providerId="ADAL" clId="{5BA3A6CA-7C5D-4DA1-B8AB-9419DA906984}" dt="2022-03-22T08:25:25.187" v="470" actId="1035"/>
          <ac:spMkLst>
            <pc:docMk/>
            <pc:sldMk cId="2159247648" sldId="279"/>
            <ac:spMk id="37" creationId="{EBD1A5C9-74B1-4E83-800D-7AE90450FDDD}"/>
          </ac:spMkLst>
        </pc:spChg>
        <pc:spChg chg="add mod">
          <ac:chgData name="ARJAV JAIN" userId="0c0bf2fd-5996-4b26-8ea0-493cd03236ea" providerId="ADAL" clId="{5BA3A6CA-7C5D-4DA1-B8AB-9419DA906984}" dt="2022-03-22T08:23:33.685" v="434"/>
          <ac:spMkLst>
            <pc:docMk/>
            <pc:sldMk cId="2159247648" sldId="279"/>
            <ac:spMk id="40" creationId="{C6FFC8C6-0C8D-44EC-9FE2-DEE0E1FA8C34}"/>
          </ac:spMkLst>
        </pc:spChg>
        <pc:spChg chg="add mod">
          <ac:chgData name="ARJAV JAIN" userId="0c0bf2fd-5996-4b26-8ea0-493cd03236ea" providerId="ADAL" clId="{5BA3A6CA-7C5D-4DA1-B8AB-9419DA906984}" dt="2022-03-24T05:05:37.219" v="5195" actId="1076"/>
          <ac:spMkLst>
            <pc:docMk/>
            <pc:sldMk cId="2159247648" sldId="279"/>
            <ac:spMk id="52" creationId="{B5FEBE4A-8087-40E7-8632-1DFE4702B333}"/>
          </ac:spMkLst>
        </pc:spChg>
        <pc:graphicFrameChg chg="add mod modGraphic">
          <ac:chgData name="ARJAV JAIN" userId="0c0bf2fd-5996-4b26-8ea0-493cd03236ea" providerId="ADAL" clId="{5BA3A6CA-7C5D-4DA1-B8AB-9419DA906984}" dt="2022-03-24T05:05:07.642" v="5178" actId="1076"/>
          <ac:graphicFrameMkLst>
            <pc:docMk/>
            <pc:sldMk cId="2159247648" sldId="279"/>
            <ac:graphicFrameMk id="49" creationId="{02FB40A5-B494-4006-9F6C-B6E3123DB940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24:56.081" v="449"/>
          <ac:graphicFrameMkLst>
            <pc:docMk/>
            <pc:sldMk cId="2159247648" sldId="279"/>
            <ac:graphicFrameMk id="51" creationId="{C1ACD847-B792-4060-A86E-63FB31E77FA7}"/>
          </ac:graphicFrameMkLst>
        </pc:graphicFrameChg>
        <pc:picChg chg="mod">
          <ac:chgData name="ARJAV JAIN" userId="0c0bf2fd-5996-4b26-8ea0-493cd03236ea" providerId="ADAL" clId="{5BA3A6CA-7C5D-4DA1-B8AB-9419DA906984}" dt="2022-03-22T08:25:02.908" v="452" actId="1076"/>
          <ac:picMkLst>
            <pc:docMk/>
            <pc:sldMk cId="2159247648" sldId="279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2T08:23:33.685" v="434"/>
          <ac:picMkLst>
            <pc:docMk/>
            <pc:sldMk cId="2159247648" sldId="279"/>
            <ac:picMk id="8" creationId="{C2B14A9C-6207-4A4F-96E9-A3B7DE052825}"/>
          </ac:picMkLst>
        </pc:picChg>
        <pc:picChg chg="add del mod">
          <ac:chgData name="ARJAV JAIN" userId="0c0bf2fd-5996-4b26-8ea0-493cd03236ea" providerId="ADAL" clId="{5BA3A6CA-7C5D-4DA1-B8AB-9419DA906984}" dt="2022-03-23T01:01:36.995" v="1730" actId="478"/>
          <ac:picMkLst>
            <pc:docMk/>
            <pc:sldMk cId="2159247648" sldId="279"/>
            <ac:picMk id="38" creationId="{D5178F9A-4445-4CF5-93B7-49DA32448ADD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39" creationId="{54F21A00-A3C5-4452-A499-0FDDDE477B02}"/>
          </ac:picMkLst>
        </pc:picChg>
        <pc:picChg chg="add del mod">
          <ac:chgData name="ARJAV JAIN" userId="0c0bf2fd-5996-4b26-8ea0-493cd03236ea" providerId="ADAL" clId="{5BA3A6CA-7C5D-4DA1-B8AB-9419DA906984}" dt="2022-03-23T01:02:16.649" v="1742" actId="478"/>
          <ac:picMkLst>
            <pc:docMk/>
            <pc:sldMk cId="2159247648" sldId="279"/>
            <ac:picMk id="41" creationId="{82315FF5-9C98-496B-91A0-C037FEE23D8C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2" creationId="{812BCB4D-49D4-4350-82DD-3CBC1B0A4284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3" creationId="{7135E66C-B5C3-4FD8-AC1D-C96882CADA19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4" creationId="{FFA4D34E-ECD8-4450-8426-06BFD9F07BF8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5" creationId="{860BDC06-C585-47C5-86BD-A64DDE9F69C0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6" creationId="{42B7F9E1-BDBF-4A2E-B6DC-3A36C93C3129}"/>
          </ac:picMkLst>
        </pc:picChg>
        <pc:picChg chg="add mod">
          <ac:chgData name="ARJAV JAIN" userId="0c0bf2fd-5996-4b26-8ea0-493cd03236ea" providerId="ADAL" clId="{5BA3A6CA-7C5D-4DA1-B8AB-9419DA906984}" dt="2022-03-22T08:25:25.187" v="470" actId="1035"/>
          <ac:picMkLst>
            <pc:docMk/>
            <pc:sldMk cId="2159247648" sldId="279"/>
            <ac:picMk id="47" creationId="{1A0ECBF9-11F4-45C4-8B50-860702D9461C}"/>
          </ac:picMkLst>
        </pc:picChg>
        <pc:picChg chg="add del mod">
          <ac:chgData name="ARJAV JAIN" userId="0c0bf2fd-5996-4b26-8ea0-493cd03236ea" providerId="ADAL" clId="{5BA3A6CA-7C5D-4DA1-B8AB-9419DA906984}" dt="2022-03-23T01:02:47.941" v="1748" actId="478"/>
          <ac:picMkLst>
            <pc:docMk/>
            <pc:sldMk cId="2159247648" sldId="279"/>
            <ac:picMk id="48" creationId="{D268F9FB-5816-499A-84E1-A59B3253BC54}"/>
          </ac:picMkLst>
        </pc:picChg>
        <pc:picChg chg="add mod">
          <ac:chgData name="ARJAV JAIN" userId="0c0bf2fd-5996-4b26-8ea0-493cd03236ea" providerId="ADAL" clId="{5BA3A6CA-7C5D-4DA1-B8AB-9419DA906984}" dt="2022-03-23T01:02:41.115" v="1747" actId="1582"/>
          <ac:picMkLst>
            <pc:docMk/>
            <pc:sldMk cId="2159247648" sldId="279"/>
            <ac:picMk id="50" creationId="{442DCDB9-6FBA-4B63-9836-36BE9376A7D8}"/>
          </ac:picMkLst>
        </pc:picChg>
        <pc:picChg chg="add del mod">
          <ac:chgData name="ARJAV JAIN" userId="0c0bf2fd-5996-4b26-8ea0-493cd03236ea" providerId="ADAL" clId="{5BA3A6CA-7C5D-4DA1-B8AB-9419DA906984}" dt="2022-03-22T08:24:56.081" v="449"/>
          <ac:picMkLst>
            <pc:docMk/>
            <pc:sldMk cId="2159247648" sldId="279"/>
            <ac:picMk id="50" creationId="{51065671-A735-4516-96AD-742C0F0D81F4}"/>
          </ac:picMkLst>
        </pc:picChg>
        <pc:picChg chg="add mod">
          <ac:chgData name="ARJAV JAIN" userId="0c0bf2fd-5996-4b26-8ea0-493cd03236ea" providerId="ADAL" clId="{5BA3A6CA-7C5D-4DA1-B8AB-9419DA906984}" dt="2022-03-23T01:02:41.115" v="1747" actId="1582"/>
          <ac:picMkLst>
            <pc:docMk/>
            <pc:sldMk cId="2159247648" sldId="279"/>
            <ac:picMk id="1026" creationId="{B0FC71DC-41C7-4E60-A52A-C1DE61949CC4}"/>
          </ac:picMkLst>
        </pc:pic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18" creationId="{2003395E-82AF-48D7-AC46-09EAA9622D8F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19" creationId="{A62AC765-7B78-42F2-A956-FC1343BF519F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0" creationId="{CBF241C5-1E24-4A56-AF61-560D6ED3EC72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1" creationId="{EE1BFD0A-7E7D-4656-8699-C0DE167597B6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2" creationId="{EC0C3F32-86C1-4E9A-B1E2-F519FF54A170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3" creationId="{CDC25C94-0A43-4DE3-8A02-C8101915C83A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4" creationId="{887A40CD-694D-490A-998E-396B60E3BA11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5" creationId="{8C1C9091-7DBD-4A14-9AA3-01ED2A47E339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6" creationId="{BA3D5A8F-2632-4AF8-87EC-2D3F527E7C85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7" creationId="{9EABF9B8-82CA-42B3-9EEB-95DA3EB4C46F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8" creationId="{EE09C242-D6F9-4BF2-960A-4E3AE10CAC09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29" creationId="{F9939C77-ECA1-4CD5-BB0C-C3FBEDBD1471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30" creationId="{E3970551-43FD-45DC-A498-E138C510E3BC}"/>
          </ac:cxnSpMkLst>
        </pc:cxnChg>
        <pc:cxnChg chg="add mod">
          <ac:chgData name="ARJAV JAIN" userId="0c0bf2fd-5996-4b26-8ea0-493cd03236ea" providerId="ADAL" clId="{5BA3A6CA-7C5D-4DA1-B8AB-9419DA906984}" dt="2022-03-22T08:25:25.187" v="470" actId="1035"/>
          <ac:cxnSpMkLst>
            <pc:docMk/>
            <pc:sldMk cId="2159247648" sldId="279"/>
            <ac:cxnSpMk id="31" creationId="{EF1E328B-5C8E-43ED-B7E9-272695848EF7}"/>
          </ac:cxnSpMkLst>
        </pc:cxnChg>
      </pc:sldChg>
      <pc:sldChg chg="addSp delSp modSp add del mod delAnim modAnim">
        <pc:chgData name="ARJAV JAIN" userId="0c0bf2fd-5996-4b26-8ea0-493cd03236ea" providerId="ADAL" clId="{5BA3A6CA-7C5D-4DA1-B8AB-9419DA906984}" dt="2022-03-23T01:10:25.358" v="1872" actId="47"/>
        <pc:sldMkLst>
          <pc:docMk/>
          <pc:sldMk cId="4037166305" sldId="280"/>
        </pc:sldMkLst>
        <pc:spChg chg="del">
          <ac:chgData name="ARJAV JAIN" userId="0c0bf2fd-5996-4b26-8ea0-493cd03236ea" providerId="ADAL" clId="{5BA3A6CA-7C5D-4DA1-B8AB-9419DA906984}" dt="2022-03-22T08:26:14.790" v="475" actId="478"/>
          <ac:spMkLst>
            <pc:docMk/>
            <pc:sldMk cId="4037166305" sldId="280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3T01:03:48.754" v="1779" actId="478"/>
          <ac:spMkLst>
            <pc:docMk/>
            <pc:sldMk cId="4037166305" sldId="280"/>
            <ac:spMk id="8" creationId="{0D3F886D-7EA2-46AB-B010-D08862476CEE}"/>
          </ac:spMkLst>
        </pc:spChg>
        <pc:spChg chg="add del mod">
          <ac:chgData name="ARJAV JAIN" userId="0c0bf2fd-5996-4b26-8ea0-493cd03236ea" providerId="ADAL" clId="{5BA3A6CA-7C5D-4DA1-B8AB-9419DA906984}" dt="2022-03-23T01:03:48.754" v="1779" actId="478"/>
          <ac:spMkLst>
            <pc:docMk/>
            <pc:sldMk cId="4037166305" sldId="280"/>
            <ac:spMk id="9" creationId="{8394A1BD-B299-4E83-B7DE-9581F319F462}"/>
          </ac:spMkLst>
        </pc:spChg>
        <pc:spChg chg="mod">
          <ac:chgData name="ARJAV JAIN" userId="0c0bf2fd-5996-4b26-8ea0-493cd03236ea" providerId="ADAL" clId="{5BA3A6CA-7C5D-4DA1-B8AB-9419DA906984}" dt="2022-03-22T08:27:08.047" v="482"/>
          <ac:spMkLst>
            <pc:docMk/>
            <pc:sldMk cId="4037166305" sldId="280"/>
            <ac:spMk id="14" creationId="{6E372A20-0114-499A-95BC-4F910B86FE3A}"/>
          </ac:spMkLst>
        </pc:spChg>
        <pc:spChg chg="mod">
          <ac:chgData name="ARJAV JAIN" userId="0c0bf2fd-5996-4b26-8ea0-493cd03236ea" providerId="ADAL" clId="{5BA3A6CA-7C5D-4DA1-B8AB-9419DA906984}" dt="2022-03-22T08:27:08.047" v="482"/>
          <ac:spMkLst>
            <pc:docMk/>
            <pc:sldMk cId="4037166305" sldId="280"/>
            <ac:spMk id="15" creationId="{16DF82D2-D53A-49DC-B7DB-7C3541F46542}"/>
          </ac:spMkLst>
        </pc:spChg>
        <pc:spChg chg="add del mod">
          <ac:chgData name="ARJAV JAIN" userId="0c0bf2fd-5996-4b26-8ea0-493cd03236ea" providerId="ADAL" clId="{5BA3A6CA-7C5D-4DA1-B8AB-9419DA906984}" dt="2022-03-23T01:07:04.396" v="1808" actId="478"/>
          <ac:spMkLst>
            <pc:docMk/>
            <pc:sldMk cId="4037166305" sldId="280"/>
            <ac:spMk id="17" creationId="{91DDEA93-0F66-4F0B-BFDE-70CF218CDA82}"/>
          </ac:spMkLst>
        </pc:spChg>
        <pc:spChg chg="add del mod">
          <ac:chgData name="ARJAV JAIN" userId="0c0bf2fd-5996-4b26-8ea0-493cd03236ea" providerId="ADAL" clId="{5BA3A6CA-7C5D-4DA1-B8AB-9419DA906984}" dt="2022-03-23T01:07:02.171" v="1805" actId="478"/>
          <ac:spMkLst>
            <pc:docMk/>
            <pc:sldMk cId="4037166305" sldId="280"/>
            <ac:spMk id="18" creationId="{E27B5E81-E644-4942-B798-E423344CD75E}"/>
          </ac:spMkLst>
        </pc:spChg>
        <pc:spChg chg="add del mod">
          <ac:chgData name="ARJAV JAIN" userId="0c0bf2fd-5996-4b26-8ea0-493cd03236ea" providerId="ADAL" clId="{5BA3A6CA-7C5D-4DA1-B8AB-9419DA906984}" dt="2022-03-23T01:07:01.556" v="1804" actId="478"/>
          <ac:spMkLst>
            <pc:docMk/>
            <pc:sldMk cId="4037166305" sldId="280"/>
            <ac:spMk id="19" creationId="{40E05EC9-B56E-4B3C-9508-C4A4023B75A3}"/>
          </ac:spMkLst>
        </pc:spChg>
        <pc:spChg chg="add del mod">
          <ac:chgData name="ARJAV JAIN" userId="0c0bf2fd-5996-4b26-8ea0-493cd03236ea" providerId="ADAL" clId="{5BA3A6CA-7C5D-4DA1-B8AB-9419DA906984}" dt="2022-03-23T01:07:02.936" v="1806" actId="478"/>
          <ac:spMkLst>
            <pc:docMk/>
            <pc:sldMk cId="4037166305" sldId="280"/>
            <ac:spMk id="20" creationId="{00400860-4756-42EA-A702-AC8935B62606}"/>
          </ac:spMkLst>
        </pc:spChg>
        <pc:spChg chg="add del mod">
          <ac:chgData name="ARJAV JAIN" userId="0c0bf2fd-5996-4b26-8ea0-493cd03236ea" providerId="ADAL" clId="{5BA3A6CA-7C5D-4DA1-B8AB-9419DA906984}" dt="2022-03-23T01:07:00.646" v="1803" actId="478"/>
          <ac:spMkLst>
            <pc:docMk/>
            <pc:sldMk cId="4037166305" sldId="280"/>
            <ac:spMk id="21" creationId="{1908B7A7-ABDE-40E5-9B9D-0E2598DDAD2A}"/>
          </ac:spMkLst>
        </pc:spChg>
        <pc:spChg chg="add del mod">
          <ac:chgData name="ARJAV JAIN" userId="0c0bf2fd-5996-4b26-8ea0-493cd03236ea" providerId="ADAL" clId="{5BA3A6CA-7C5D-4DA1-B8AB-9419DA906984}" dt="2022-03-23T01:06:58.996" v="1802" actId="478"/>
          <ac:spMkLst>
            <pc:docMk/>
            <pc:sldMk cId="4037166305" sldId="280"/>
            <ac:spMk id="22" creationId="{BCA94582-758B-41C3-8B78-F6B28027382D}"/>
          </ac:spMkLst>
        </pc:spChg>
        <pc:spChg chg="add del mod">
          <ac:chgData name="ARJAV JAIN" userId="0c0bf2fd-5996-4b26-8ea0-493cd03236ea" providerId="ADAL" clId="{5BA3A6CA-7C5D-4DA1-B8AB-9419DA906984}" dt="2022-03-23T01:07:03.766" v="1807" actId="478"/>
          <ac:spMkLst>
            <pc:docMk/>
            <pc:sldMk cId="4037166305" sldId="280"/>
            <ac:spMk id="23" creationId="{B17451DB-5EFD-4F1B-9938-FCB392692BCB}"/>
          </ac:spMkLst>
        </pc:spChg>
        <pc:spChg chg="add del mod">
          <ac:chgData name="ARJAV JAIN" userId="0c0bf2fd-5996-4b26-8ea0-493cd03236ea" providerId="ADAL" clId="{5BA3A6CA-7C5D-4DA1-B8AB-9419DA906984}" dt="2022-03-23T01:07:05.006" v="1809" actId="478"/>
          <ac:spMkLst>
            <pc:docMk/>
            <pc:sldMk cId="4037166305" sldId="280"/>
            <ac:spMk id="24" creationId="{55A15CE5-A412-4124-8BF2-C0C88B34A281}"/>
          </ac:spMkLst>
        </pc:spChg>
        <pc:spChg chg="add del mod">
          <ac:chgData name="ARJAV JAIN" userId="0c0bf2fd-5996-4b26-8ea0-493cd03236ea" providerId="ADAL" clId="{5BA3A6CA-7C5D-4DA1-B8AB-9419DA906984}" dt="2022-03-23T01:07:05.701" v="1810" actId="478"/>
          <ac:spMkLst>
            <pc:docMk/>
            <pc:sldMk cId="4037166305" sldId="280"/>
            <ac:spMk id="25" creationId="{957998BD-D565-439D-954C-7028DC1F99C6}"/>
          </ac:spMkLst>
        </pc:spChg>
        <pc:spChg chg="add del mod">
          <ac:chgData name="ARJAV JAIN" userId="0c0bf2fd-5996-4b26-8ea0-493cd03236ea" providerId="ADAL" clId="{5BA3A6CA-7C5D-4DA1-B8AB-9419DA906984}" dt="2022-03-23T01:07:06.236" v="1811" actId="478"/>
          <ac:spMkLst>
            <pc:docMk/>
            <pc:sldMk cId="4037166305" sldId="280"/>
            <ac:spMk id="26" creationId="{7DCA4462-B433-47A1-BA91-B6753D7A21A2}"/>
          </ac:spMkLst>
        </pc:spChg>
        <pc:spChg chg="add mod">
          <ac:chgData name="ARJAV JAIN" userId="0c0bf2fd-5996-4b26-8ea0-493cd03236ea" providerId="ADAL" clId="{5BA3A6CA-7C5D-4DA1-B8AB-9419DA906984}" dt="2022-03-22T08:27:08.047" v="482"/>
          <ac:spMkLst>
            <pc:docMk/>
            <pc:sldMk cId="4037166305" sldId="280"/>
            <ac:spMk id="28" creationId="{7C2141A3-0478-4805-9330-EE6968BF795A}"/>
          </ac:spMkLst>
        </pc:spChg>
        <pc:spChg chg="add mod">
          <ac:chgData name="ARJAV JAIN" userId="0c0bf2fd-5996-4b26-8ea0-493cd03236ea" providerId="ADAL" clId="{5BA3A6CA-7C5D-4DA1-B8AB-9419DA906984}" dt="2022-03-22T08:27:08.047" v="482"/>
          <ac:spMkLst>
            <pc:docMk/>
            <pc:sldMk cId="4037166305" sldId="280"/>
            <ac:spMk id="29" creationId="{C0C96C81-A968-447B-A11E-309DED43C2E5}"/>
          </ac:spMkLst>
        </pc:spChg>
        <pc:spChg chg="add mod">
          <ac:chgData name="ARJAV JAIN" userId="0c0bf2fd-5996-4b26-8ea0-493cd03236ea" providerId="ADAL" clId="{5BA3A6CA-7C5D-4DA1-B8AB-9419DA906984}" dt="2022-03-23T01:04:01.259" v="1794" actId="20577"/>
          <ac:spMkLst>
            <pc:docMk/>
            <pc:sldMk cId="4037166305" sldId="280"/>
            <ac:spMk id="31" creationId="{98EB8C91-94D1-457D-AB56-7214B70E231F}"/>
          </ac:spMkLst>
        </pc:spChg>
        <pc:spChg chg="add mod">
          <ac:chgData name="ARJAV JAIN" userId="0c0bf2fd-5996-4b26-8ea0-493cd03236ea" providerId="ADAL" clId="{5BA3A6CA-7C5D-4DA1-B8AB-9419DA906984}" dt="2022-03-23T01:03:53.928" v="1780"/>
          <ac:spMkLst>
            <pc:docMk/>
            <pc:sldMk cId="4037166305" sldId="280"/>
            <ac:spMk id="32" creationId="{AA7CB81A-5C40-45E8-BE8E-5CE5F7BD5420}"/>
          </ac:spMkLst>
        </pc:spChg>
        <pc:grpChg chg="add mod">
          <ac:chgData name="ARJAV JAIN" userId="0c0bf2fd-5996-4b26-8ea0-493cd03236ea" providerId="ADAL" clId="{5BA3A6CA-7C5D-4DA1-B8AB-9419DA906984}" dt="2022-03-22T08:27:08.047" v="482"/>
          <ac:grpSpMkLst>
            <pc:docMk/>
            <pc:sldMk cId="4037166305" sldId="280"/>
            <ac:grpSpMk id="13" creationId="{264A30A9-8290-4853-B869-1C79AF6E4DC9}"/>
          </ac:grpSpMkLst>
        </pc:grpChg>
        <pc:graphicFrameChg chg="add del mod">
          <ac:chgData name="ARJAV JAIN" userId="0c0bf2fd-5996-4b26-8ea0-493cd03236ea" providerId="ADAL" clId="{5BA3A6CA-7C5D-4DA1-B8AB-9419DA906984}" dt="2022-03-22T08:26:21.383" v="479"/>
          <ac:graphicFrameMkLst>
            <pc:docMk/>
            <pc:sldMk cId="4037166305" sldId="280"/>
            <ac:graphicFrameMk id="6" creationId="{99D3A1B4-7715-434E-9638-CCD2BC215B98}"/>
          </ac:graphicFrameMkLst>
        </pc:graphicFrameChg>
        <pc:graphicFrameChg chg="add del mod">
          <ac:chgData name="ARJAV JAIN" userId="0c0bf2fd-5996-4b26-8ea0-493cd03236ea" providerId="ADAL" clId="{5BA3A6CA-7C5D-4DA1-B8AB-9419DA906984}" dt="2022-03-22T08:26:21.383" v="479"/>
          <ac:graphicFrameMkLst>
            <pc:docMk/>
            <pc:sldMk cId="4037166305" sldId="280"/>
            <ac:graphicFrameMk id="7" creationId="{C7C86B77-299B-4880-A446-861A09C7564A}"/>
          </ac:graphicFrameMkLst>
        </pc:graphicFrameChg>
        <pc:graphicFrameChg chg="add mod">
          <ac:chgData name="ARJAV JAIN" userId="0c0bf2fd-5996-4b26-8ea0-493cd03236ea" providerId="ADAL" clId="{5BA3A6CA-7C5D-4DA1-B8AB-9419DA906984}" dt="2022-03-23T01:04:51.669" v="1799" actId="1076"/>
          <ac:graphicFrameMkLst>
            <pc:docMk/>
            <pc:sldMk cId="4037166305" sldId="280"/>
            <ac:graphicFrameMk id="11" creationId="{A01D96D5-2654-422E-AF77-540CDB176B67}"/>
          </ac:graphicFrameMkLst>
        </pc:graphicFrameChg>
        <pc:graphicFrameChg chg="add mod modGraphic">
          <ac:chgData name="ARJAV JAIN" userId="0c0bf2fd-5996-4b26-8ea0-493cd03236ea" providerId="ADAL" clId="{5BA3A6CA-7C5D-4DA1-B8AB-9419DA906984}" dt="2022-03-23T01:04:19.254" v="1796" actId="207"/>
          <ac:graphicFrameMkLst>
            <pc:docMk/>
            <pc:sldMk cId="4037166305" sldId="280"/>
            <ac:graphicFrameMk id="12" creationId="{BD4E247E-2DAD-47BB-A5DE-B94EC9BFB207}"/>
          </ac:graphicFrameMkLst>
        </pc:graphicFrameChg>
        <pc:graphicFrameChg chg="add mod">
          <ac:chgData name="ARJAV JAIN" userId="0c0bf2fd-5996-4b26-8ea0-493cd03236ea" providerId="ADAL" clId="{5BA3A6CA-7C5D-4DA1-B8AB-9419DA906984}" dt="2022-03-22T08:27:08.047" v="482"/>
          <ac:graphicFrameMkLst>
            <pc:docMk/>
            <pc:sldMk cId="4037166305" sldId="280"/>
            <ac:graphicFrameMk id="27" creationId="{3BB2DA18-5AD6-4462-BCBC-75EA4E654B53}"/>
          </ac:graphicFrameMkLst>
        </pc:graphicFrameChg>
        <pc:graphicFrameChg chg="add mod">
          <ac:chgData name="ARJAV JAIN" userId="0c0bf2fd-5996-4b26-8ea0-493cd03236ea" providerId="ADAL" clId="{5BA3A6CA-7C5D-4DA1-B8AB-9419DA906984}" dt="2022-03-23T01:04:47.239" v="1798" actId="1076"/>
          <ac:graphicFrameMkLst>
            <pc:docMk/>
            <pc:sldMk cId="4037166305" sldId="280"/>
            <ac:graphicFrameMk id="34" creationId="{A8CA3673-4103-4B91-9786-FBD5BC7881FD}"/>
          </ac:graphicFrameMkLst>
        </pc:graphicFrameChg>
        <pc:picChg chg="add del mod">
          <ac:chgData name="ARJAV JAIN" userId="0c0bf2fd-5996-4b26-8ea0-493cd03236ea" providerId="ADAL" clId="{5BA3A6CA-7C5D-4DA1-B8AB-9419DA906984}" dt="2022-03-23T01:03:48.754" v="1779" actId="478"/>
          <ac:picMkLst>
            <pc:docMk/>
            <pc:sldMk cId="4037166305" sldId="280"/>
            <ac:picMk id="10" creationId="{ACD2B0C0-E056-44E0-9695-7E58BE040520}"/>
          </ac:picMkLst>
        </pc:picChg>
        <pc:picChg chg="mod">
          <ac:chgData name="ARJAV JAIN" userId="0c0bf2fd-5996-4b26-8ea0-493cd03236ea" providerId="ADAL" clId="{5BA3A6CA-7C5D-4DA1-B8AB-9419DA906984}" dt="2022-03-22T08:27:08.047" v="482"/>
          <ac:picMkLst>
            <pc:docMk/>
            <pc:sldMk cId="4037166305" sldId="280"/>
            <ac:picMk id="16" creationId="{BE57FB65-C66E-411F-A336-EAC2600563BB}"/>
          </ac:picMkLst>
        </pc:picChg>
        <pc:picChg chg="add del mod">
          <ac:chgData name="ARJAV JAIN" userId="0c0bf2fd-5996-4b26-8ea0-493cd03236ea" providerId="ADAL" clId="{5BA3A6CA-7C5D-4DA1-B8AB-9419DA906984}" dt="2022-03-23T01:06:58.527" v="1801" actId="478"/>
          <ac:picMkLst>
            <pc:docMk/>
            <pc:sldMk cId="4037166305" sldId="280"/>
            <ac:picMk id="30" creationId="{F76F134A-88DC-42DF-AC24-D039DED227D6}"/>
          </ac:picMkLst>
        </pc:picChg>
        <pc:picChg chg="add mod">
          <ac:chgData name="ARJAV JAIN" userId="0c0bf2fd-5996-4b26-8ea0-493cd03236ea" providerId="ADAL" clId="{5BA3A6CA-7C5D-4DA1-B8AB-9419DA906984}" dt="2022-03-23T01:03:53.928" v="1780"/>
          <ac:picMkLst>
            <pc:docMk/>
            <pc:sldMk cId="4037166305" sldId="280"/>
            <ac:picMk id="33" creationId="{912A2A83-129E-42AB-82DF-169CA53546BC}"/>
          </ac:picMkLst>
        </pc:picChg>
      </pc:sldChg>
      <pc:sldChg chg="addSp delSp modSp add mod">
        <pc:chgData name="ARJAV JAIN" userId="0c0bf2fd-5996-4b26-8ea0-493cd03236ea" providerId="ADAL" clId="{5BA3A6CA-7C5D-4DA1-B8AB-9419DA906984}" dt="2022-03-27T05:03:34.329" v="8005" actId="1076"/>
        <pc:sldMkLst>
          <pc:docMk/>
          <pc:sldMk cId="4046024166" sldId="281"/>
        </pc:sldMkLst>
        <pc:spChg chg="del">
          <ac:chgData name="ARJAV JAIN" userId="0c0bf2fd-5996-4b26-8ea0-493cd03236ea" providerId="ADAL" clId="{5BA3A6CA-7C5D-4DA1-B8AB-9419DA906984}" dt="2022-03-22T09:27:30.318" v="655" actId="478"/>
          <ac:spMkLst>
            <pc:docMk/>
            <pc:sldMk cId="4046024166" sldId="281"/>
            <ac:spMk id="2" creationId="{556ED1BB-D0A4-4FA1-989A-F2A12B5DCA29}"/>
          </ac:spMkLst>
        </pc:spChg>
        <pc:spChg chg="add del mod">
          <ac:chgData name="ARJAV JAIN" userId="0c0bf2fd-5996-4b26-8ea0-493cd03236ea" providerId="ADAL" clId="{5BA3A6CA-7C5D-4DA1-B8AB-9419DA906984}" dt="2022-03-23T01:23:15.454" v="2315" actId="478"/>
          <ac:spMkLst>
            <pc:docMk/>
            <pc:sldMk cId="4046024166" sldId="281"/>
            <ac:spMk id="6" creationId="{25C52FB4-1358-4A07-8574-7832FBF1C151}"/>
          </ac:spMkLst>
        </pc:spChg>
        <pc:spChg chg="add del mod">
          <ac:chgData name="ARJAV JAIN" userId="0c0bf2fd-5996-4b26-8ea0-493cd03236ea" providerId="ADAL" clId="{5BA3A6CA-7C5D-4DA1-B8AB-9419DA906984}" dt="2022-03-23T01:22:12.344" v="2213" actId="478"/>
          <ac:spMkLst>
            <pc:docMk/>
            <pc:sldMk cId="4046024166" sldId="281"/>
            <ac:spMk id="7" creationId="{1092C430-C992-42FB-A652-A281ED790931}"/>
          </ac:spMkLst>
        </pc:spChg>
        <pc:spChg chg="add del mod">
          <ac:chgData name="ARJAV JAIN" userId="0c0bf2fd-5996-4b26-8ea0-493cd03236ea" providerId="ADAL" clId="{5BA3A6CA-7C5D-4DA1-B8AB-9419DA906984}" dt="2022-03-23T01:22:14.975" v="2215" actId="478"/>
          <ac:spMkLst>
            <pc:docMk/>
            <pc:sldMk cId="4046024166" sldId="281"/>
            <ac:spMk id="8" creationId="{4A91D84F-AF48-4A5F-9C2D-B9072463A534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0" creationId="{4F981273-0EDE-4546-8E12-8D1E5F7C4216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2" creationId="{33053811-EC6E-4AE8-87CB-77F30CAB5657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3" creationId="{71D5D494-6958-4E8D-90CF-F743362487E0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4" creationId="{12033BD7-97C4-40F8-89F5-18DF31B6624D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5" creationId="{F590E84A-E541-4798-A692-563A42C0A4B3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6" creationId="{2BE44979-37FE-4A78-8025-D2A36E8FB2FD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17" creationId="{27DE0634-2314-411E-BFD2-58CAA97F024E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22" creationId="{94F7EADE-FBAA-47BB-8872-7438B83C014C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23" creationId="{2DE9CAF5-DB3F-4C4F-B9FF-E7D956FFB8AA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26" creationId="{AE88A534-6DF0-4F59-8D9E-F1904B5FD35E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27" creationId="{6ED237C7-2F25-49CD-83ED-3CD8C679F5DB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31" creationId="{14E3F953-FFB8-4673-8D0C-BD650ECE8FB8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32" creationId="{B2A4EA22-A950-4417-87F1-74427C7EC9A8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33" creationId="{C2AAD3D4-F063-415C-A378-E7E619DD7C13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46" creationId="{1EA4CFEE-5F62-4244-9AA1-E181E4B0FBFA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51" creationId="{D6D773C3-78FB-4F01-83BF-9D6DAEF93DA1}"/>
          </ac:spMkLst>
        </pc:spChg>
        <pc:spChg chg="add mod">
          <ac:chgData name="ARJAV JAIN" userId="0c0bf2fd-5996-4b26-8ea0-493cd03236ea" providerId="ADAL" clId="{5BA3A6CA-7C5D-4DA1-B8AB-9419DA906984}" dt="2022-03-27T04:56:29.026" v="7835" actId="1076"/>
          <ac:spMkLst>
            <pc:docMk/>
            <pc:sldMk cId="4046024166" sldId="281"/>
            <ac:spMk id="52" creationId="{774DC8F0-4981-452A-B675-DD1F060C9653}"/>
          </ac:spMkLst>
        </pc:spChg>
        <pc:spChg chg="add mod">
          <ac:chgData name="ARJAV JAIN" userId="0c0bf2fd-5996-4b26-8ea0-493cd03236ea" providerId="ADAL" clId="{5BA3A6CA-7C5D-4DA1-B8AB-9419DA906984}" dt="2022-03-27T05:03:34.329" v="8005" actId="1076"/>
          <ac:spMkLst>
            <pc:docMk/>
            <pc:sldMk cId="4046024166" sldId="281"/>
            <ac:spMk id="56" creationId="{CF2650B7-8BC1-447A-82ED-225A32FE845B}"/>
          </ac:spMkLst>
        </pc:spChg>
        <pc:spChg chg="add mod">
          <ac:chgData name="ARJAV JAIN" userId="0c0bf2fd-5996-4b26-8ea0-493cd03236ea" providerId="ADAL" clId="{5BA3A6CA-7C5D-4DA1-B8AB-9419DA906984}" dt="2022-03-23T01:22:27.435" v="2249" actId="20577"/>
          <ac:spMkLst>
            <pc:docMk/>
            <pc:sldMk cId="4046024166" sldId="281"/>
            <ac:spMk id="58" creationId="{EFBB8DC9-9C67-49F8-BEF6-8DE48E175018}"/>
          </ac:spMkLst>
        </pc:spChg>
        <pc:spChg chg="add mod">
          <ac:chgData name="ARJAV JAIN" userId="0c0bf2fd-5996-4b26-8ea0-493cd03236ea" providerId="ADAL" clId="{5BA3A6CA-7C5D-4DA1-B8AB-9419DA906984}" dt="2022-03-23T01:22:18.975" v="2216"/>
          <ac:spMkLst>
            <pc:docMk/>
            <pc:sldMk cId="4046024166" sldId="281"/>
            <ac:spMk id="59" creationId="{017584F5-4598-40F5-9A56-A5DB3913E015}"/>
          </ac:spMkLst>
        </pc:spChg>
        <pc:graphicFrameChg chg="add del mod">
          <ac:chgData name="ARJAV JAIN" userId="0c0bf2fd-5996-4b26-8ea0-493cd03236ea" providerId="ADAL" clId="{5BA3A6CA-7C5D-4DA1-B8AB-9419DA906984}" dt="2022-03-27T04:56:22.089" v="7834" actId="478"/>
          <ac:graphicFrameMkLst>
            <pc:docMk/>
            <pc:sldMk cId="4046024166" sldId="281"/>
            <ac:graphicFrameMk id="54" creationId="{4E4EC569-2804-408C-810F-BE9DAED78C85}"/>
          </ac:graphicFrameMkLst>
        </pc:graphicFrameChg>
        <pc:graphicFrameChg chg="add del mod">
          <ac:chgData name="ARJAV JAIN" userId="0c0bf2fd-5996-4b26-8ea0-493cd03236ea" providerId="ADAL" clId="{5BA3A6CA-7C5D-4DA1-B8AB-9419DA906984}" dt="2022-03-24T06:12:05.133" v="5220" actId="478"/>
          <ac:graphicFrameMkLst>
            <pc:docMk/>
            <pc:sldMk cId="4046024166" sldId="281"/>
            <ac:graphicFrameMk id="57" creationId="{63954FEA-6F10-43F2-A6FC-76557190321C}"/>
          </ac:graphicFrameMkLst>
        </pc:graphicFrameChg>
        <pc:picChg chg="add del mod">
          <ac:chgData name="ARJAV JAIN" userId="0c0bf2fd-5996-4b26-8ea0-493cd03236ea" providerId="ADAL" clId="{5BA3A6CA-7C5D-4DA1-B8AB-9419DA906984}" dt="2022-03-23T01:22:13.054" v="2214" actId="478"/>
          <ac:picMkLst>
            <pc:docMk/>
            <pc:sldMk cId="4046024166" sldId="281"/>
            <ac:picMk id="9" creationId="{ADFE89E8-CD8B-4018-9DFC-6E1BBF5D6284}"/>
          </ac:picMkLst>
        </pc:picChg>
        <pc:picChg chg="add mod">
          <ac:chgData name="ARJAV JAIN" userId="0c0bf2fd-5996-4b26-8ea0-493cd03236ea" providerId="ADAL" clId="{5BA3A6CA-7C5D-4DA1-B8AB-9419DA906984}" dt="2022-03-27T04:56:29.026" v="7835" actId="1076"/>
          <ac:picMkLst>
            <pc:docMk/>
            <pc:sldMk cId="4046024166" sldId="281"/>
            <ac:picMk id="11" creationId="{6EE95F3B-4D42-488D-A009-F0FACFA4E56B}"/>
          </ac:picMkLst>
        </pc:picChg>
        <pc:picChg chg="add mod">
          <ac:chgData name="ARJAV JAIN" userId="0c0bf2fd-5996-4b26-8ea0-493cd03236ea" providerId="ADAL" clId="{5BA3A6CA-7C5D-4DA1-B8AB-9419DA906984}" dt="2022-03-27T04:56:29.026" v="7835" actId="1076"/>
          <ac:picMkLst>
            <pc:docMk/>
            <pc:sldMk cId="4046024166" sldId="281"/>
            <ac:picMk id="43" creationId="{79F17E45-5029-4592-8017-41116482FD73}"/>
          </ac:picMkLst>
        </pc:picChg>
        <pc:picChg chg="add del mod">
          <ac:chgData name="ARJAV JAIN" userId="0c0bf2fd-5996-4b26-8ea0-493cd03236ea" providerId="ADAL" clId="{5BA3A6CA-7C5D-4DA1-B8AB-9419DA906984}" dt="2022-03-24T06:11:51.248" v="5218" actId="478"/>
          <ac:picMkLst>
            <pc:docMk/>
            <pc:sldMk cId="4046024166" sldId="281"/>
            <ac:picMk id="53" creationId="{2DCE6C77-ACA3-4E72-9068-92EC2524A6B5}"/>
          </ac:picMkLst>
        </pc:picChg>
        <pc:picChg chg="add del mod">
          <ac:chgData name="ARJAV JAIN" userId="0c0bf2fd-5996-4b26-8ea0-493cd03236ea" providerId="ADAL" clId="{5BA3A6CA-7C5D-4DA1-B8AB-9419DA906984}" dt="2022-03-24T06:11:54.446" v="5219" actId="478"/>
          <ac:picMkLst>
            <pc:docMk/>
            <pc:sldMk cId="4046024166" sldId="281"/>
            <ac:picMk id="54" creationId="{559321D4-9D56-4AEE-A299-958674FC2889}"/>
          </ac:picMkLst>
        </pc:picChg>
        <pc:picChg chg="add del mod">
          <ac:chgData name="ARJAV JAIN" userId="0c0bf2fd-5996-4b26-8ea0-493cd03236ea" providerId="ADAL" clId="{5BA3A6CA-7C5D-4DA1-B8AB-9419DA906984}" dt="2022-03-24T06:12:17.118" v="5224" actId="478"/>
          <ac:picMkLst>
            <pc:docMk/>
            <pc:sldMk cId="4046024166" sldId="281"/>
            <ac:picMk id="55" creationId="{CCAC6A26-6F15-46EB-9031-EBA5E22E0E76}"/>
          </ac:picMkLst>
        </pc:picChg>
        <pc:picChg chg="add mod">
          <ac:chgData name="ARJAV JAIN" userId="0c0bf2fd-5996-4b26-8ea0-493cd03236ea" providerId="ADAL" clId="{5BA3A6CA-7C5D-4DA1-B8AB-9419DA906984}" dt="2022-03-23T01:22:18.975" v="2216"/>
          <ac:picMkLst>
            <pc:docMk/>
            <pc:sldMk cId="4046024166" sldId="281"/>
            <ac:picMk id="60" creationId="{0F6FC9A4-5C97-4F17-A1C4-3C1C439427CF}"/>
          </ac:picMkLst>
        </pc:picChg>
        <pc:picChg chg="add mod">
          <ac:chgData name="ARJAV JAIN" userId="0c0bf2fd-5996-4b26-8ea0-493cd03236ea" providerId="ADAL" clId="{5BA3A6CA-7C5D-4DA1-B8AB-9419DA906984}" dt="2022-03-27T04:56:29.026" v="7835" actId="1076"/>
          <ac:picMkLst>
            <pc:docMk/>
            <pc:sldMk cId="4046024166" sldId="281"/>
            <ac:picMk id="80" creationId="{CD127B03-8444-4C2E-9915-A0414962237D}"/>
          </ac:picMkLst>
        </pc:picChg>
        <pc:picChg chg="add mod">
          <ac:chgData name="ARJAV JAIN" userId="0c0bf2fd-5996-4b26-8ea0-493cd03236ea" providerId="ADAL" clId="{5BA3A6CA-7C5D-4DA1-B8AB-9419DA906984}" dt="2022-03-27T04:56:29.026" v="7835" actId="1076"/>
          <ac:picMkLst>
            <pc:docMk/>
            <pc:sldMk cId="4046024166" sldId="281"/>
            <ac:picMk id="82" creationId="{60A56CF3-C489-4E9B-8C07-63F1806BE781}"/>
          </ac:picMkLst>
        </pc:picChg>
        <pc:picChg chg="add mod">
          <ac:chgData name="ARJAV JAIN" userId="0c0bf2fd-5996-4b26-8ea0-493cd03236ea" providerId="ADAL" clId="{5BA3A6CA-7C5D-4DA1-B8AB-9419DA906984}" dt="2022-03-27T04:56:29.026" v="7835" actId="1076"/>
          <ac:picMkLst>
            <pc:docMk/>
            <pc:sldMk cId="4046024166" sldId="281"/>
            <ac:picMk id="84" creationId="{CE9B6422-DFFB-4955-9A74-BBB1F19D80A3}"/>
          </ac:picMkLst>
        </pc:pic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18" creationId="{B529A38A-1943-4FA6-B391-5550A87FC409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19" creationId="{BC5214CB-B1CB-437A-8CF3-86DCF4D48BC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0" creationId="{B6484122-C526-4DDB-9393-718BFD593C32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1" creationId="{028796FB-F7FB-4480-A27C-A41C25C51797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4" creationId="{B9300355-1035-4A80-9529-60A6501008CC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5" creationId="{8ECD35FB-0779-4DA0-9E7D-3888A47A833D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8" creationId="{B86F9C5F-FA03-43A3-A93E-2DF33C763B66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29" creationId="{68193EA2-3D52-43C3-9C9B-59D43C9E646C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0" creationId="{F7960BD4-0657-4512-B789-032D9C1FE31B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4" creationId="{62F1BF72-BA52-4A97-BBA8-3B85B1AAE60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5" creationId="{1728F158-F549-42F1-942D-FFCC25F9F5BD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6" creationId="{46747B85-CE09-4DBC-9806-83A4AA53AEE2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7" creationId="{148E96A1-8494-4E1B-9791-50F96906F945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8" creationId="{9C53DD53-661B-40AB-A218-E6E88D54BA7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39" creationId="{F0535080-0F4F-491D-B78E-5BA52BAF3047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0" creationId="{BF52A61A-4A17-4C80-A5B2-9B3D925BDB28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1" creationId="{EB2CDCE8-548F-493E-85DE-AB5EA366E0A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2" creationId="{C7C22079-54AD-4ACF-B472-A5DD21E81B59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4" creationId="{56C7DA4E-B684-4835-93F2-2F3F199AFB79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5" creationId="{88E0730D-B822-4AD0-BE65-CA5AAB6B2F6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7" creationId="{AEC0251F-CB9F-4850-8925-EB43FCD71F0E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8" creationId="{042B85DB-2248-4270-8D28-788D42FBF554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49" creationId="{4C678E60-52D8-48B9-ACBA-9262F47513AF}"/>
          </ac:cxnSpMkLst>
        </pc:cxnChg>
        <pc:cxnChg chg="add mod">
          <ac:chgData name="ARJAV JAIN" userId="0c0bf2fd-5996-4b26-8ea0-493cd03236ea" providerId="ADAL" clId="{5BA3A6CA-7C5D-4DA1-B8AB-9419DA906984}" dt="2022-03-27T04:56:29.026" v="7835" actId="1076"/>
          <ac:cxnSpMkLst>
            <pc:docMk/>
            <pc:sldMk cId="4046024166" sldId="281"/>
            <ac:cxnSpMk id="50" creationId="{3CB26844-E5A9-45B5-BEAC-7F56AFD17D78}"/>
          </ac:cxnSpMkLst>
        </pc:cxnChg>
      </pc:sldChg>
      <pc:sldChg chg="addSp delSp modSp add mod modAnim">
        <pc:chgData name="ARJAV JAIN" userId="0c0bf2fd-5996-4b26-8ea0-493cd03236ea" providerId="ADAL" clId="{5BA3A6CA-7C5D-4DA1-B8AB-9419DA906984}" dt="2022-03-27T04:16:50.149" v="6597" actId="1076"/>
        <pc:sldMkLst>
          <pc:docMk/>
          <pc:sldMk cId="873658119" sldId="282"/>
        </pc:sldMkLst>
        <pc:spChg chg="del">
          <ac:chgData name="ARJAV JAIN" userId="0c0bf2fd-5996-4b26-8ea0-493cd03236ea" providerId="ADAL" clId="{5BA3A6CA-7C5D-4DA1-B8AB-9419DA906984}" dt="2022-03-22T09:30:32.253" v="659" actId="478"/>
          <ac:spMkLst>
            <pc:docMk/>
            <pc:sldMk cId="873658119" sldId="282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7T04:16:45.812" v="6596" actId="1076"/>
          <ac:spMkLst>
            <pc:docMk/>
            <pc:sldMk cId="873658119" sldId="282"/>
            <ac:spMk id="4" creationId="{8F641A3D-39AF-4557-BCA7-327DD6BEED51}"/>
          </ac:spMkLst>
        </pc:spChg>
        <pc:spChg chg="add del mod">
          <ac:chgData name="ARJAV JAIN" userId="0c0bf2fd-5996-4b26-8ea0-493cd03236ea" providerId="ADAL" clId="{5BA3A6CA-7C5D-4DA1-B8AB-9419DA906984}" dt="2022-03-23T00:13:52.014" v="664" actId="21"/>
          <ac:spMkLst>
            <pc:docMk/>
            <pc:sldMk cId="873658119" sldId="282"/>
            <ac:spMk id="6" creationId="{8E6B3C60-B512-4721-881E-57BDCB624E80}"/>
          </ac:spMkLst>
        </pc:spChg>
        <pc:spChg chg="add del mod">
          <ac:chgData name="ARJAV JAIN" userId="0c0bf2fd-5996-4b26-8ea0-493cd03236ea" providerId="ADAL" clId="{5BA3A6CA-7C5D-4DA1-B8AB-9419DA906984}" dt="2022-03-23T00:13:52.014" v="664" actId="21"/>
          <ac:spMkLst>
            <pc:docMk/>
            <pc:sldMk cId="873658119" sldId="282"/>
            <ac:spMk id="7" creationId="{0D43D271-FDE4-48EA-A73B-969B9E6E93BC}"/>
          </ac:spMkLst>
        </pc:spChg>
        <pc:spChg chg="add del mod">
          <ac:chgData name="ARJAV JAIN" userId="0c0bf2fd-5996-4b26-8ea0-493cd03236ea" providerId="ADAL" clId="{5BA3A6CA-7C5D-4DA1-B8AB-9419DA906984}" dt="2022-03-23T00:13:52.014" v="664" actId="21"/>
          <ac:spMkLst>
            <pc:docMk/>
            <pc:sldMk cId="873658119" sldId="282"/>
            <ac:spMk id="9" creationId="{88004838-D0E7-4169-AFAE-135E23A3DF1B}"/>
          </ac:spMkLst>
        </pc:spChg>
        <pc:spChg chg="add del mod">
          <ac:chgData name="ARJAV JAIN" userId="0c0bf2fd-5996-4b26-8ea0-493cd03236ea" providerId="ADAL" clId="{5BA3A6CA-7C5D-4DA1-B8AB-9419DA906984}" dt="2022-03-23T00:13:52.014" v="664" actId="21"/>
          <ac:spMkLst>
            <pc:docMk/>
            <pc:sldMk cId="873658119" sldId="282"/>
            <ac:spMk id="11" creationId="{5F40D9B8-23F4-47AC-8136-7F6D2758E379}"/>
          </ac:spMkLst>
        </pc:spChg>
        <pc:spChg chg="add del mod">
          <ac:chgData name="ARJAV JAIN" userId="0c0bf2fd-5996-4b26-8ea0-493cd03236ea" providerId="ADAL" clId="{5BA3A6CA-7C5D-4DA1-B8AB-9419DA906984}" dt="2022-03-23T00:32:57.661" v="1056" actId="478"/>
          <ac:spMkLst>
            <pc:docMk/>
            <pc:sldMk cId="873658119" sldId="282"/>
            <ac:spMk id="13" creationId="{5FFFFDEE-E1BF-4E04-9DD1-90E5773A6AEC}"/>
          </ac:spMkLst>
        </pc:spChg>
        <pc:spChg chg="add del mod">
          <ac:chgData name="ARJAV JAIN" userId="0c0bf2fd-5996-4b26-8ea0-493cd03236ea" providerId="ADAL" clId="{5BA3A6CA-7C5D-4DA1-B8AB-9419DA906984}" dt="2022-03-23T00:32:57.661" v="1056" actId="478"/>
          <ac:spMkLst>
            <pc:docMk/>
            <pc:sldMk cId="873658119" sldId="282"/>
            <ac:spMk id="14" creationId="{8653050E-9B9B-4EDA-AA18-9959C671CF10}"/>
          </ac:spMkLst>
        </pc:spChg>
        <pc:spChg chg="add del mod">
          <ac:chgData name="ARJAV JAIN" userId="0c0bf2fd-5996-4b26-8ea0-493cd03236ea" providerId="ADAL" clId="{5BA3A6CA-7C5D-4DA1-B8AB-9419DA906984}" dt="2022-03-23T00:32:57.661" v="1056" actId="478"/>
          <ac:spMkLst>
            <pc:docMk/>
            <pc:sldMk cId="873658119" sldId="282"/>
            <ac:spMk id="15" creationId="{23922E7C-0B45-49F6-B9FD-00724BF9FFEB}"/>
          </ac:spMkLst>
        </pc:spChg>
        <pc:spChg chg="add del mod">
          <ac:chgData name="ARJAV JAIN" userId="0c0bf2fd-5996-4b26-8ea0-493cd03236ea" providerId="ADAL" clId="{5BA3A6CA-7C5D-4DA1-B8AB-9419DA906984}" dt="2022-03-23T00:32:57.661" v="1056" actId="478"/>
          <ac:spMkLst>
            <pc:docMk/>
            <pc:sldMk cId="873658119" sldId="282"/>
            <ac:spMk id="16" creationId="{5B99FEF0-1AC5-4BAA-B4E0-DB6E143E2797}"/>
          </ac:spMkLst>
        </pc:spChg>
        <pc:spChg chg="add mod">
          <ac:chgData name="ARJAV JAIN" userId="0c0bf2fd-5996-4b26-8ea0-493cd03236ea" providerId="ADAL" clId="{5BA3A6CA-7C5D-4DA1-B8AB-9419DA906984}" dt="2022-03-27T04:16:45.812" v="6596" actId="1076"/>
          <ac:spMkLst>
            <pc:docMk/>
            <pc:sldMk cId="873658119" sldId="282"/>
            <ac:spMk id="17" creationId="{4DEBEE72-35C9-4B84-B81E-F660FC535AFC}"/>
          </ac:spMkLst>
        </pc:spChg>
        <pc:spChg chg="add mod">
          <ac:chgData name="ARJAV JAIN" userId="0c0bf2fd-5996-4b26-8ea0-493cd03236ea" providerId="ADAL" clId="{5BA3A6CA-7C5D-4DA1-B8AB-9419DA906984}" dt="2022-03-27T04:16:45.812" v="6596" actId="1076"/>
          <ac:spMkLst>
            <pc:docMk/>
            <pc:sldMk cId="873658119" sldId="282"/>
            <ac:spMk id="18" creationId="{3530AC9B-8DC7-4BCD-907E-2805E4025BD6}"/>
          </ac:spMkLst>
        </pc:spChg>
        <pc:spChg chg="add mod">
          <ac:chgData name="ARJAV JAIN" userId="0c0bf2fd-5996-4b26-8ea0-493cd03236ea" providerId="ADAL" clId="{5BA3A6CA-7C5D-4DA1-B8AB-9419DA906984}" dt="2022-03-27T04:16:45.812" v="6596" actId="1076"/>
          <ac:spMkLst>
            <pc:docMk/>
            <pc:sldMk cId="873658119" sldId="282"/>
            <ac:spMk id="19" creationId="{4ADCFF10-29F6-44D3-A5B5-446ED5F935B1}"/>
          </ac:spMkLst>
        </pc:spChg>
        <pc:spChg chg="add del mod">
          <ac:chgData name="ARJAV JAIN" userId="0c0bf2fd-5996-4b26-8ea0-493cd03236ea" providerId="ADAL" clId="{5BA3A6CA-7C5D-4DA1-B8AB-9419DA906984}" dt="2022-03-23T00:36:11.671" v="1200" actId="478"/>
          <ac:spMkLst>
            <pc:docMk/>
            <pc:sldMk cId="873658119" sldId="282"/>
            <ac:spMk id="20" creationId="{D564ED84-B6BB-4597-B3B4-A485C195BD2E}"/>
          </ac:spMkLst>
        </pc:spChg>
        <pc:spChg chg="add del mod">
          <ac:chgData name="ARJAV JAIN" userId="0c0bf2fd-5996-4b26-8ea0-493cd03236ea" providerId="ADAL" clId="{5BA3A6CA-7C5D-4DA1-B8AB-9419DA906984}" dt="2022-03-24T06:27:18.808" v="5569" actId="478"/>
          <ac:spMkLst>
            <pc:docMk/>
            <pc:sldMk cId="873658119" sldId="282"/>
            <ac:spMk id="21" creationId="{C67FC31A-498A-4F8A-AE2E-B23CB51E9D19}"/>
          </ac:spMkLst>
        </pc:spChg>
        <pc:spChg chg="add del mod">
          <ac:chgData name="ARJAV JAIN" userId="0c0bf2fd-5996-4b26-8ea0-493cd03236ea" providerId="ADAL" clId="{5BA3A6CA-7C5D-4DA1-B8AB-9419DA906984}" dt="2022-03-24T06:27:23.424" v="5571" actId="478"/>
          <ac:spMkLst>
            <pc:docMk/>
            <pc:sldMk cId="873658119" sldId="282"/>
            <ac:spMk id="22" creationId="{FBE0F20D-4F48-4B90-A3D7-BBE36BFBA662}"/>
          </ac:spMkLst>
        </pc:spChg>
        <pc:spChg chg="add del mod">
          <ac:chgData name="ARJAV JAIN" userId="0c0bf2fd-5996-4b26-8ea0-493cd03236ea" providerId="ADAL" clId="{5BA3A6CA-7C5D-4DA1-B8AB-9419DA906984}" dt="2022-03-23T00:17:38.254" v="727" actId="478"/>
          <ac:spMkLst>
            <pc:docMk/>
            <pc:sldMk cId="873658119" sldId="282"/>
            <ac:spMk id="23" creationId="{77E9F03B-41C3-439F-BB04-00DD2E24B526}"/>
          </ac:spMkLst>
        </pc:spChg>
        <pc:spChg chg="add del mod">
          <ac:chgData name="ARJAV JAIN" userId="0c0bf2fd-5996-4b26-8ea0-493cd03236ea" providerId="ADAL" clId="{5BA3A6CA-7C5D-4DA1-B8AB-9419DA906984}" dt="2022-03-23T00:17:37.854" v="726" actId="478"/>
          <ac:spMkLst>
            <pc:docMk/>
            <pc:sldMk cId="873658119" sldId="282"/>
            <ac:spMk id="24" creationId="{FB579CD6-870A-401E-879D-078D556F881C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25" creationId="{C8A0AC83-3F1C-46C5-A557-19B625C9E8A0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26" creationId="{836694CC-24F0-44A6-958B-F3A31F144D39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28" creationId="{A1EF9904-A634-42CC-804C-5D66B4C9A312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29" creationId="{DFC816CC-439C-4E26-ADF5-6874F25D1429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31" creationId="{0CA97C6C-BD82-43B0-883B-4A092A5FF7DF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32" creationId="{4288F929-3EF2-4650-96EE-B20125F9F7DD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34" creationId="{B5E64ABC-8F7D-41A0-BC87-0BCDABB7554D}"/>
          </ac:spMkLst>
        </pc:spChg>
        <pc:spChg chg="add del mod">
          <ac:chgData name="ARJAV JAIN" userId="0c0bf2fd-5996-4b26-8ea0-493cd03236ea" providerId="ADAL" clId="{5BA3A6CA-7C5D-4DA1-B8AB-9419DA906984}" dt="2022-03-23T00:33:10.921" v="1058" actId="478"/>
          <ac:spMkLst>
            <pc:docMk/>
            <pc:sldMk cId="873658119" sldId="282"/>
            <ac:spMk id="35" creationId="{F6E37E1E-1FBF-46F4-9DAE-6DB71721EF38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37" creationId="{87A8E956-3C0A-4115-A3E4-7D72203AA905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38" creationId="{D2E4319D-F189-40A3-889F-48B5DD947ABD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39" creationId="{43E33B84-413C-4863-9D75-7517099B3151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43" creationId="{D4A9D4E4-BD2C-4B3A-BEBD-219182CBEE0A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44" creationId="{DD5D94CB-EE50-44D2-AA6B-90223A151600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45" creationId="{B26B6DA9-F0AB-42BC-B2FC-4478531B8343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47" creationId="{5D8CD943-2012-4AA7-B0D0-50F02A3A8512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49" creationId="{EBE5BDFF-E1FF-46C7-980F-C089C4F8B622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50" creationId="{AAC197EB-9B95-4582-B746-B02E89F2488B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52" creationId="{8C935FB0-0405-48E5-9BEC-1A06242B01F7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53" creationId="{40745E08-F01B-4FFE-B0DC-F35D4266D0CE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55" creationId="{2DF0D796-4BA3-46E9-B0A6-AD817B797A59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57" creationId="{3F7E8F48-EB16-4DD4-A20D-A15FCF7FE842}"/>
          </ac:spMkLst>
        </pc:spChg>
        <pc:spChg chg="add mod">
          <ac:chgData name="ARJAV JAIN" userId="0c0bf2fd-5996-4b26-8ea0-493cd03236ea" providerId="ADAL" clId="{5BA3A6CA-7C5D-4DA1-B8AB-9419DA906984}" dt="2022-03-23T00:37:44.241" v="1270" actId="1035"/>
          <ac:spMkLst>
            <pc:docMk/>
            <pc:sldMk cId="873658119" sldId="282"/>
            <ac:spMk id="60" creationId="{84A819DB-4794-4DA1-9DA5-02D22FDC5CD2}"/>
          </ac:spMkLst>
        </pc:spChg>
        <pc:spChg chg="add mod">
          <ac:chgData name="ARJAV JAIN" userId="0c0bf2fd-5996-4b26-8ea0-493cd03236ea" providerId="ADAL" clId="{5BA3A6CA-7C5D-4DA1-B8AB-9419DA906984}" dt="2022-03-23T00:37:37.231" v="1257"/>
          <ac:spMkLst>
            <pc:docMk/>
            <pc:sldMk cId="873658119" sldId="282"/>
            <ac:spMk id="61" creationId="{7C1948DA-6F16-41C3-B642-44EA532178C5}"/>
          </ac:spMkLst>
        </pc:spChg>
        <pc:spChg chg="add mod">
          <ac:chgData name="ARJAV JAIN" userId="0c0bf2fd-5996-4b26-8ea0-493cd03236ea" providerId="ADAL" clId="{5BA3A6CA-7C5D-4DA1-B8AB-9419DA906984}" dt="2022-03-23T00:37:37.231" v="1257"/>
          <ac:spMkLst>
            <pc:docMk/>
            <pc:sldMk cId="873658119" sldId="282"/>
            <ac:spMk id="62" creationId="{D2AD96AD-08FD-424A-B5A6-D26D0A7A0514}"/>
          </ac:spMkLst>
        </pc:spChg>
        <pc:spChg chg="add mod">
          <ac:chgData name="ARJAV JAIN" userId="0c0bf2fd-5996-4b26-8ea0-493cd03236ea" providerId="ADAL" clId="{5BA3A6CA-7C5D-4DA1-B8AB-9419DA906984}" dt="2022-03-23T00:37:57.813" v="1287" actId="20577"/>
          <ac:spMkLst>
            <pc:docMk/>
            <pc:sldMk cId="873658119" sldId="282"/>
            <ac:spMk id="64" creationId="{4EC22879-2309-4C0B-9715-6C3B884ABF61}"/>
          </ac:spMkLst>
        </pc:spChg>
        <pc:spChg chg="add mod">
          <ac:chgData name="ARJAV JAIN" userId="0c0bf2fd-5996-4b26-8ea0-493cd03236ea" providerId="ADAL" clId="{5BA3A6CA-7C5D-4DA1-B8AB-9419DA906984}" dt="2022-03-23T00:37:52.121" v="1271" actId="571"/>
          <ac:spMkLst>
            <pc:docMk/>
            <pc:sldMk cId="873658119" sldId="282"/>
            <ac:spMk id="65" creationId="{BADDBC1F-CAAC-4E00-8142-31D03FD36903}"/>
          </ac:spMkLst>
        </pc:spChg>
        <pc:spChg chg="add mod">
          <ac:chgData name="ARJAV JAIN" userId="0c0bf2fd-5996-4b26-8ea0-493cd03236ea" providerId="ADAL" clId="{5BA3A6CA-7C5D-4DA1-B8AB-9419DA906984}" dt="2022-03-27T04:16:45.812" v="6596" actId="1076"/>
          <ac:spMkLst>
            <pc:docMk/>
            <pc:sldMk cId="873658119" sldId="282"/>
            <ac:spMk id="67" creationId="{E6AA959A-9176-41EF-9828-7AADB079D098}"/>
          </ac:spMkLst>
        </pc:spChg>
        <pc:spChg chg="add mod">
          <ac:chgData name="ARJAV JAIN" userId="0c0bf2fd-5996-4b26-8ea0-493cd03236ea" providerId="ADAL" clId="{5BA3A6CA-7C5D-4DA1-B8AB-9419DA906984}" dt="2022-03-27T04:16:39.085" v="6595" actId="1076"/>
          <ac:spMkLst>
            <pc:docMk/>
            <pc:sldMk cId="873658119" sldId="282"/>
            <ac:spMk id="68" creationId="{1C75A2E5-A361-4F3A-82DF-BBCE8CF559BB}"/>
          </ac:spMkLst>
        </pc:spChg>
        <pc:spChg chg="add del mod">
          <ac:chgData name="ARJAV JAIN" userId="0c0bf2fd-5996-4b26-8ea0-493cd03236ea" providerId="ADAL" clId="{5BA3A6CA-7C5D-4DA1-B8AB-9419DA906984}" dt="2022-03-23T00:41:51.473" v="1427" actId="478"/>
          <ac:spMkLst>
            <pc:docMk/>
            <pc:sldMk cId="873658119" sldId="282"/>
            <ac:spMk id="68" creationId="{6DC56828-8FCD-4515-9F36-FBB448BC7512}"/>
          </ac:spMkLst>
        </pc:spChg>
        <pc:spChg chg="add del mod">
          <ac:chgData name="ARJAV JAIN" userId="0c0bf2fd-5996-4b26-8ea0-493cd03236ea" providerId="ADAL" clId="{5BA3A6CA-7C5D-4DA1-B8AB-9419DA906984}" dt="2022-03-23T00:41:51.473" v="1427" actId="478"/>
          <ac:spMkLst>
            <pc:docMk/>
            <pc:sldMk cId="873658119" sldId="282"/>
            <ac:spMk id="69" creationId="{81F9D45C-4294-4F44-AB6B-CCCDCB3A49B8}"/>
          </ac:spMkLst>
        </pc:spChg>
        <pc:spChg chg="add mod">
          <ac:chgData name="ARJAV JAIN" userId="0c0bf2fd-5996-4b26-8ea0-493cd03236ea" providerId="ADAL" clId="{5BA3A6CA-7C5D-4DA1-B8AB-9419DA906984}" dt="2022-03-23T00:42:09.323" v="1454" actId="20577"/>
          <ac:spMkLst>
            <pc:docMk/>
            <pc:sldMk cId="873658119" sldId="282"/>
            <ac:spMk id="71" creationId="{E3509129-ECB4-4FB4-9703-D5FF9DADEA01}"/>
          </ac:spMkLst>
        </pc:spChg>
        <pc:spChg chg="add mod">
          <ac:chgData name="ARJAV JAIN" userId="0c0bf2fd-5996-4b26-8ea0-493cd03236ea" providerId="ADAL" clId="{5BA3A6CA-7C5D-4DA1-B8AB-9419DA906984}" dt="2022-03-23T00:42:01.523" v="1428"/>
          <ac:spMkLst>
            <pc:docMk/>
            <pc:sldMk cId="873658119" sldId="282"/>
            <ac:spMk id="72" creationId="{A8F919FD-DD3A-46D3-A2E8-2C522250F394}"/>
          </ac:spMkLst>
        </pc:spChg>
        <pc:spChg chg="add del mod">
          <ac:chgData name="ARJAV JAIN" userId="0c0bf2fd-5996-4b26-8ea0-493cd03236ea" providerId="ADAL" clId="{5BA3A6CA-7C5D-4DA1-B8AB-9419DA906984}" dt="2022-03-24T06:27:22.089" v="5570" actId="478"/>
          <ac:spMkLst>
            <pc:docMk/>
            <pc:sldMk cId="873658119" sldId="282"/>
            <ac:spMk id="74" creationId="{BF5293FF-7175-419E-8397-8851C7FF1051}"/>
          </ac:spMkLst>
        </pc:spChg>
        <pc:graphicFrameChg chg="add del mod">
          <ac:chgData name="ARJAV JAIN" userId="0c0bf2fd-5996-4b26-8ea0-493cd03236ea" providerId="ADAL" clId="{5BA3A6CA-7C5D-4DA1-B8AB-9419DA906984}" dt="2022-03-23T00:13:52.014" v="664" actId="21"/>
          <ac:graphicFrameMkLst>
            <pc:docMk/>
            <pc:sldMk cId="873658119" sldId="282"/>
            <ac:graphicFrameMk id="12" creationId="{D7E35D05-6C08-4D1F-9201-D34885BD89A8}"/>
          </ac:graphicFrameMkLst>
        </pc:graphicFrameChg>
        <pc:picChg chg="mod">
          <ac:chgData name="ARJAV JAIN" userId="0c0bf2fd-5996-4b26-8ea0-493cd03236ea" providerId="ADAL" clId="{5BA3A6CA-7C5D-4DA1-B8AB-9419DA906984}" dt="2022-03-23T00:38:08.511" v="1291" actId="1076"/>
          <ac:picMkLst>
            <pc:docMk/>
            <pc:sldMk cId="873658119" sldId="282"/>
            <ac:picMk id="3" creationId="{40F76211-F1A8-4650-8789-10C5CDE88215}"/>
          </ac:picMkLst>
        </pc:picChg>
        <pc:picChg chg="add del mod">
          <ac:chgData name="ARJAV JAIN" userId="0c0bf2fd-5996-4b26-8ea0-493cd03236ea" providerId="ADAL" clId="{5BA3A6CA-7C5D-4DA1-B8AB-9419DA906984}" dt="2022-03-27T04:13:40.649" v="6306" actId="478"/>
          <ac:picMkLst>
            <pc:docMk/>
            <pc:sldMk cId="873658119" sldId="282"/>
            <ac:picMk id="6" creationId="{56B88E54-0468-437E-87AF-D895AD96BFFC}"/>
          </ac:picMkLst>
        </pc:picChg>
        <pc:picChg chg="add mod">
          <ac:chgData name="ARJAV JAIN" userId="0c0bf2fd-5996-4b26-8ea0-493cd03236ea" providerId="ADAL" clId="{5BA3A6CA-7C5D-4DA1-B8AB-9419DA906984}" dt="2022-03-27T04:16:50.149" v="6597" actId="1076"/>
          <ac:picMkLst>
            <pc:docMk/>
            <pc:sldMk cId="873658119" sldId="282"/>
            <ac:picMk id="7" creationId="{0F5B21D4-EF01-4B97-B3B6-9AFA6EDC4C60}"/>
          </ac:picMkLst>
        </pc:picChg>
        <pc:picChg chg="add del mod">
          <ac:chgData name="ARJAV JAIN" userId="0c0bf2fd-5996-4b26-8ea0-493cd03236ea" providerId="ADAL" clId="{5BA3A6CA-7C5D-4DA1-B8AB-9419DA906984}" dt="2022-03-23T00:13:52.014" v="664" actId="21"/>
          <ac:picMkLst>
            <pc:docMk/>
            <pc:sldMk cId="873658119" sldId="282"/>
            <ac:picMk id="8" creationId="{FB164F26-C40C-4BED-B279-54FEF473F900}"/>
          </ac:picMkLst>
        </pc:picChg>
        <pc:picChg chg="add del mod">
          <ac:chgData name="ARJAV JAIN" userId="0c0bf2fd-5996-4b26-8ea0-493cd03236ea" providerId="ADAL" clId="{5BA3A6CA-7C5D-4DA1-B8AB-9419DA906984}" dt="2022-03-23T00:13:52.014" v="664" actId="21"/>
          <ac:picMkLst>
            <pc:docMk/>
            <pc:sldMk cId="873658119" sldId="282"/>
            <ac:picMk id="10" creationId="{6F42006B-18BF-4B2E-9343-75C17974BE93}"/>
          </ac:picMkLst>
        </pc:picChg>
        <pc:picChg chg="add del mod">
          <ac:chgData name="ARJAV JAIN" userId="0c0bf2fd-5996-4b26-8ea0-493cd03236ea" providerId="ADAL" clId="{5BA3A6CA-7C5D-4DA1-B8AB-9419DA906984}" dt="2022-03-23T00:33:10.921" v="1058" actId="478"/>
          <ac:picMkLst>
            <pc:docMk/>
            <pc:sldMk cId="873658119" sldId="282"/>
            <ac:picMk id="27" creationId="{725DBF45-5505-4FBC-9187-890752022FCB}"/>
          </ac:picMkLst>
        </pc:picChg>
        <pc:picChg chg="add del mod">
          <ac:chgData name="ARJAV JAIN" userId="0c0bf2fd-5996-4b26-8ea0-493cd03236ea" providerId="ADAL" clId="{5BA3A6CA-7C5D-4DA1-B8AB-9419DA906984}" dt="2022-03-23T00:33:10.921" v="1058" actId="478"/>
          <ac:picMkLst>
            <pc:docMk/>
            <pc:sldMk cId="873658119" sldId="282"/>
            <ac:picMk id="30" creationId="{0F1F7B94-657D-4D0A-954A-B526A1877B09}"/>
          </ac:picMkLst>
        </pc:picChg>
        <pc:picChg chg="add del mod">
          <ac:chgData name="ARJAV JAIN" userId="0c0bf2fd-5996-4b26-8ea0-493cd03236ea" providerId="ADAL" clId="{5BA3A6CA-7C5D-4DA1-B8AB-9419DA906984}" dt="2022-03-23T00:33:10.921" v="1058" actId="478"/>
          <ac:picMkLst>
            <pc:docMk/>
            <pc:sldMk cId="873658119" sldId="282"/>
            <ac:picMk id="33" creationId="{C2FA1924-2C7F-4A50-9FB0-975DA5AAA35F}"/>
          </ac:picMkLst>
        </pc:picChg>
        <pc:picChg chg="add del mod">
          <ac:chgData name="ARJAV JAIN" userId="0c0bf2fd-5996-4b26-8ea0-493cd03236ea" providerId="ADAL" clId="{5BA3A6CA-7C5D-4DA1-B8AB-9419DA906984}" dt="2022-03-23T00:33:10.921" v="1058" actId="478"/>
          <ac:picMkLst>
            <pc:docMk/>
            <pc:sldMk cId="873658119" sldId="282"/>
            <ac:picMk id="36" creationId="{ABC5A15A-6215-461B-BA9D-D97A35F942A2}"/>
          </ac:picMkLst>
        </pc:picChg>
        <pc:picChg chg="add mod">
          <ac:chgData name="ARJAV JAIN" userId="0c0bf2fd-5996-4b26-8ea0-493cd03236ea" providerId="ADAL" clId="{5BA3A6CA-7C5D-4DA1-B8AB-9419DA906984}" dt="2022-03-23T00:37:44.241" v="1270" actId="1035"/>
          <ac:picMkLst>
            <pc:docMk/>
            <pc:sldMk cId="873658119" sldId="282"/>
            <ac:picMk id="40" creationId="{01D0B0BA-BB03-4065-8321-C69F3A757867}"/>
          </ac:picMkLst>
        </pc:picChg>
        <pc:picChg chg="add mod">
          <ac:chgData name="ARJAV JAIN" userId="0c0bf2fd-5996-4b26-8ea0-493cd03236ea" providerId="ADAL" clId="{5BA3A6CA-7C5D-4DA1-B8AB-9419DA906984}" dt="2022-03-23T00:37:44.241" v="1270" actId="1035"/>
          <ac:picMkLst>
            <pc:docMk/>
            <pc:sldMk cId="873658119" sldId="282"/>
            <ac:picMk id="46" creationId="{3F7FE541-9A12-4FA2-8897-0A7DAC6F40E7}"/>
          </ac:picMkLst>
        </pc:picChg>
        <pc:picChg chg="add mod">
          <ac:chgData name="ARJAV JAIN" userId="0c0bf2fd-5996-4b26-8ea0-493cd03236ea" providerId="ADAL" clId="{5BA3A6CA-7C5D-4DA1-B8AB-9419DA906984}" dt="2022-03-23T00:37:44.241" v="1270" actId="1035"/>
          <ac:picMkLst>
            <pc:docMk/>
            <pc:sldMk cId="873658119" sldId="282"/>
            <ac:picMk id="51" creationId="{6275B768-3F13-41F2-8C91-43DBF8A92417}"/>
          </ac:picMkLst>
        </pc:picChg>
        <pc:picChg chg="add mod">
          <ac:chgData name="ARJAV JAIN" userId="0c0bf2fd-5996-4b26-8ea0-493cd03236ea" providerId="ADAL" clId="{5BA3A6CA-7C5D-4DA1-B8AB-9419DA906984}" dt="2022-03-23T00:37:44.241" v="1270" actId="1035"/>
          <ac:picMkLst>
            <pc:docMk/>
            <pc:sldMk cId="873658119" sldId="282"/>
            <ac:picMk id="54" creationId="{15DF5103-A6B3-4094-B370-EA3C12F1AAD0}"/>
          </ac:picMkLst>
        </pc:picChg>
        <pc:picChg chg="add mod">
          <ac:chgData name="ARJAV JAIN" userId="0c0bf2fd-5996-4b26-8ea0-493cd03236ea" providerId="ADAL" clId="{5BA3A6CA-7C5D-4DA1-B8AB-9419DA906984}" dt="2022-03-23T00:37:37.231" v="1257"/>
          <ac:picMkLst>
            <pc:docMk/>
            <pc:sldMk cId="873658119" sldId="282"/>
            <ac:picMk id="63" creationId="{828B33A8-BDFC-47BC-99DE-6597DA0AF049}"/>
          </ac:picMkLst>
        </pc:picChg>
        <pc:picChg chg="add mod">
          <ac:chgData name="ARJAV JAIN" userId="0c0bf2fd-5996-4b26-8ea0-493cd03236ea" providerId="ADAL" clId="{5BA3A6CA-7C5D-4DA1-B8AB-9419DA906984}" dt="2022-03-23T00:37:52.121" v="1271" actId="571"/>
          <ac:picMkLst>
            <pc:docMk/>
            <pc:sldMk cId="873658119" sldId="282"/>
            <ac:picMk id="66" creationId="{1D9C86B3-95DC-446A-8D4C-5FC7895CDF73}"/>
          </ac:picMkLst>
        </pc:picChg>
        <pc:picChg chg="add del mod">
          <ac:chgData name="ARJAV JAIN" userId="0c0bf2fd-5996-4b26-8ea0-493cd03236ea" providerId="ADAL" clId="{5BA3A6CA-7C5D-4DA1-B8AB-9419DA906984}" dt="2022-03-23T00:41:51.473" v="1427" actId="478"/>
          <ac:picMkLst>
            <pc:docMk/>
            <pc:sldMk cId="873658119" sldId="282"/>
            <ac:picMk id="70" creationId="{186DD07B-919A-4CB5-A976-F1381669BDF4}"/>
          </ac:picMkLst>
        </pc:picChg>
        <pc:picChg chg="add mod">
          <ac:chgData name="ARJAV JAIN" userId="0c0bf2fd-5996-4b26-8ea0-493cd03236ea" providerId="ADAL" clId="{5BA3A6CA-7C5D-4DA1-B8AB-9419DA906984}" dt="2022-03-23T00:42:01.523" v="1428"/>
          <ac:picMkLst>
            <pc:docMk/>
            <pc:sldMk cId="873658119" sldId="282"/>
            <ac:picMk id="73" creationId="{5BA04D89-A782-4907-A841-902BEE45AB04}"/>
          </ac:picMkLst>
        </pc:pic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41" creationId="{50348AD8-383C-438D-97B7-4E14FFAAA662}"/>
          </ac:cxnSpMkLst>
        </pc:cxn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42" creationId="{BBF043F3-65A7-41B6-BD46-2D3AF63FABF3}"/>
          </ac:cxnSpMkLst>
        </pc:cxn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48" creationId="{0D35AB34-2DDD-43E1-AFD7-8989752F8CAC}"/>
          </ac:cxnSpMkLst>
        </pc:cxn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56" creationId="{30A90BBB-D3EC-413A-896A-BD3EF8BCB6A2}"/>
          </ac:cxnSpMkLst>
        </pc:cxn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58" creationId="{3FCC7E39-8C90-4C0A-88C2-AD23EE75F8BA}"/>
          </ac:cxnSpMkLst>
        </pc:cxnChg>
        <pc:cxnChg chg="add mod">
          <ac:chgData name="ARJAV JAIN" userId="0c0bf2fd-5996-4b26-8ea0-493cd03236ea" providerId="ADAL" clId="{5BA3A6CA-7C5D-4DA1-B8AB-9419DA906984}" dt="2022-03-23T00:37:44.241" v="1270" actId="1035"/>
          <ac:cxnSpMkLst>
            <pc:docMk/>
            <pc:sldMk cId="873658119" sldId="282"/>
            <ac:cxnSpMk id="59" creationId="{B1145D88-981F-43FD-8B6C-66905286E46B}"/>
          </ac:cxnSpMkLst>
        </pc:cxnChg>
      </pc:sldChg>
      <pc:sldChg chg="addSp delSp modSp mod delAnim modAnim">
        <pc:chgData name="ARJAV JAIN" userId="0c0bf2fd-5996-4b26-8ea0-493cd03236ea" providerId="ADAL" clId="{5BA3A6CA-7C5D-4DA1-B8AB-9419DA906984}" dt="2022-03-23T01:42:15.903" v="3860" actId="1076"/>
        <pc:sldMkLst>
          <pc:docMk/>
          <pc:sldMk cId="4114463345" sldId="283"/>
        </pc:sldMkLst>
        <pc:spChg chg="del">
          <ac:chgData name="ARJAV JAIN" userId="0c0bf2fd-5996-4b26-8ea0-493cd03236ea" providerId="ADAL" clId="{5BA3A6CA-7C5D-4DA1-B8AB-9419DA906984}" dt="2022-03-23T01:42:05.493" v="3859" actId="478"/>
          <ac:spMkLst>
            <pc:docMk/>
            <pc:sldMk cId="4114463345" sldId="283"/>
            <ac:spMk id="11" creationId="{733B1385-882C-F7D1-4800-874BA6E9859D}"/>
          </ac:spMkLst>
        </pc:spChg>
        <pc:spChg chg="add mod">
          <ac:chgData name="ARJAV JAIN" userId="0c0bf2fd-5996-4b26-8ea0-493cd03236ea" providerId="ADAL" clId="{5BA3A6CA-7C5D-4DA1-B8AB-9419DA906984}" dt="2022-03-23T01:12:08.158" v="1908" actId="20577"/>
          <ac:spMkLst>
            <pc:docMk/>
            <pc:sldMk cId="4114463345" sldId="283"/>
            <ac:spMk id="202" creationId="{1867964F-3818-4AEF-8CAC-5439ECBA792C}"/>
          </ac:spMkLst>
        </pc:spChg>
        <pc:spChg chg="add mod">
          <ac:chgData name="ARJAV JAIN" userId="0c0bf2fd-5996-4b26-8ea0-493cd03236ea" providerId="ADAL" clId="{5BA3A6CA-7C5D-4DA1-B8AB-9419DA906984}" dt="2022-03-23T01:12:01.587" v="1887"/>
          <ac:spMkLst>
            <pc:docMk/>
            <pc:sldMk cId="4114463345" sldId="283"/>
            <ac:spMk id="203" creationId="{7FC2292D-C47A-40B7-B9B8-0780178A2F9D}"/>
          </ac:spMkLst>
        </pc:spChg>
        <pc:spChg chg="add del mod">
          <ac:chgData name="ARJAV JAIN" userId="0c0bf2fd-5996-4b26-8ea0-493cd03236ea" providerId="ADAL" clId="{5BA3A6CA-7C5D-4DA1-B8AB-9419DA906984}" dt="2022-03-23T01:32:22.053" v="2666" actId="21"/>
          <ac:spMkLst>
            <pc:docMk/>
            <pc:sldMk cId="4114463345" sldId="283"/>
            <ac:spMk id="205" creationId="{F8A321F1-566E-41CD-B80B-96E0EF6C523E}"/>
          </ac:spMkLst>
        </pc:spChg>
        <pc:spChg chg="add del mod">
          <ac:chgData name="ARJAV JAIN" userId="0c0bf2fd-5996-4b26-8ea0-493cd03236ea" providerId="ADAL" clId="{5BA3A6CA-7C5D-4DA1-B8AB-9419DA906984}" dt="2022-03-23T01:39:14.083" v="3413" actId="478"/>
          <ac:spMkLst>
            <pc:docMk/>
            <pc:sldMk cId="4114463345" sldId="283"/>
            <ac:spMk id="207" creationId="{4930EC1A-7187-44F6-9B34-5F4582F885A8}"/>
          </ac:spMkLst>
        </pc:spChg>
        <pc:spChg chg="del">
          <ac:chgData name="ARJAV JAIN" userId="0c0bf2fd-5996-4b26-8ea0-493cd03236ea" providerId="ADAL" clId="{5BA3A6CA-7C5D-4DA1-B8AB-9419DA906984}" dt="2022-03-23T01:12:01.037" v="1886" actId="478"/>
          <ac:spMkLst>
            <pc:docMk/>
            <pc:sldMk cId="4114463345" sldId="283"/>
            <ac:spMk id="208" creationId="{E31EAFAA-FB9D-4147-32AA-12409D78B096}"/>
          </ac:spMkLst>
        </pc:spChg>
        <pc:spChg chg="add mod">
          <ac:chgData name="ARJAV JAIN" userId="0c0bf2fd-5996-4b26-8ea0-493cd03236ea" providerId="ADAL" clId="{5BA3A6CA-7C5D-4DA1-B8AB-9419DA906984}" dt="2022-03-23T01:42:15.903" v="3860" actId="1076"/>
          <ac:spMkLst>
            <pc:docMk/>
            <pc:sldMk cId="4114463345" sldId="283"/>
            <ac:spMk id="209" creationId="{84C6601A-F2A1-4381-A44A-E9AE85309357}"/>
          </ac:spMkLst>
        </pc:spChg>
        <pc:grpChg chg="mod">
          <ac:chgData name="ARJAV JAIN" userId="0c0bf2fd-5996-4b26-8ea0-493cd03236ea" providerId="ADAL" clId="{5BA3A6CA-7C5D-4DA1-B8AB-9419DA906984}" dt="2022-03-23T01:14:02.055" v="1989" actId="1076"/>
          <ac:grpSpMkLst>
            <pc:docMk/>
            <pc:sldMk cId="4114463345" sldId="283"/>
            <ac:grpSpMk id="8" creationId="{ED414AAC-B0A6-2B0E-AAFC-BD957928C7E3}"/>
          </ac:grpSpMkLst>
        </pc:grpChg>
        <pc:picChg chg="add mod">
          <ac:chgData name="ARJAV JAIN" userId="0c0bf2fd-5996-4b26-8ea0-493cd03236ea" providerId="ADAL" clId="{5BA3A6CA-7C5D-4DA1-B8AB-9419DA906984}" dt="2022-03-23T01:12:01.587" v="1887"/>
          <ac:picMkLst>
            <pc:docMk/>
            <pc:sldMk cId="4114463345" sldId="283"/>
            <ac:picMk id="204" creationId="{F6064D38-778A-4A55-8B6B-4496E6099978}"/>
          </ac:picMkLst>
        </pc:picChg>
        <pc:picChg chg="del">
          <ac:chgData name="ARJAV JAIN" userId="0c0bf2fd-5996-4b26-8ea0-493cd03236ea" providerId="ADAL" clId="{5BA3A6CA-7C5D-4DA1-B8AB-9419DA906984}" dt="2022-03-23T01:12:01.037" v="1886" actId="478"/>
          <ac:picMkLst>
            <pc:docMk/>
            <pc:sldMk cId="4114463345" sldId="283"/>
            <ac:picMk id="213" creationId="{90243D86-F309-816B-1D00-B58A3B4B285B}"/>
          </ac:picMkLst>
        </pc:picChg>
      </pc:sldChg>
      <pc:sldChg chg="addSp delSp modSp add mod">
        <pc:chgData name="ARJAV JAIN" userId="0c0bf2fd-5996-4b26-8ea0-493cd03236ea" providerId="ADAL" clId="{5BA3A6CA-7C5D-4DA1-B8AB-9419DA906984}" dt="2022-03-27T04:59:29.219" v="7951" actId="1036"/>
        <pc:sldMkLst>
          <pc:docMk/>
          <pc:sldMk cId="2210726384" sldId="284"/>
        </pc:sldMkLst>
        <pc:spChg chg="del">
          <ac:chgData name="ARJAV JAIN" userId="0c0bf2fd-5996-4b26-8ea0-493cd03236ea" providerId="ADAL" clId="{5BA3A6CA-7C5D-4DA1-B8AB-9419DA906984}" dt="2022-03-23T00:14:00.405" v="666" actId="478"/>
          <ac:spMkLst>
            <pc:docMk/>
            <pc:sldMk cId="2210726384" sldId="284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3T01:25:00.955" v="2374" actId="20577"/>
          <ac:spMkLst>
            <pc:docMk/>
            <pc:sldMk cId="2210726384" sldId="284"/>
            <ac:spMk id="6" creationId="{25CBAB60-EC00-4287-A924-F53A11E53214}"/>
          </ac:spMkLst>
        </pc:spChg>
        <pc:spChg chg="add mod">
          <ac:chgData name="ARJAV JAIN" userId="0c0bf2fd-5996-4b26-8ea0-493cd03236ea" providerId="ADAL" clId="{5BA3A6CA-7C5D-4DA1-B8AB-9419DA906984}" dt="2022-03-23T00:14:00.845" v="667"/>
          <ac:spMkLst>
            <pc:docMk/>
            <pc:sldMk cId="2210726384" sldId="284"/>
            <ac:spMk id="7" creationId="{57A88912-7A06-4DC9-B84F-8C8DBEB27E1A}"/>
          </ac:spMkLst>
        </pc:spChg>
        <pc:spChg chg="add mod">
          <ac:chgData name="ARJAV JAIN" userId="0c0bf2fd-5996-4b26-8ea0-493cd03236ea" providerId="ADAL" clId="{5BA3A6CA-7C5D-4DA1-B8AB-9419DA906984}" dt="2022-03-23T01:24:31.604" v="2345" actId="1076"/>
          <ac:spMkLst>
            <pc:docMk/>
            <pc:sldMk cId="2210726384" sldId="284"/>
            <ac:spMk id="9" creationId="{4BF4C4FF-901B-48BD-8434-C7F96742BFCB}"/>
          </ac:spMkLst>
        </pc:spChg>
        <pc:spChg chg="add mod">
          <ac:chgData name="ARJAV JAIN" userId="0c0bf2fd-5996-4b26-8ea0-493cd03236ea" providerId="ADAL" clId="{5BA3A6CA-7C5D-4DA1-B8AB-9419DA906984}" dt="2022-03-24T06:11:28.830" v="5214" actId="1076"/>
          <ac:spMkLst>
            <pc:docMk/>
            <pc:sldMk cId="2210726384" sldId="284"/>
            <ac:spMk id="11" creationId="{E1D6FCB5-C36A-4EC6-ACBD-34416559DE0A}"/>
          </ac:spMkLst>
        </pc:spChg>
        <pc:spChg chg="add mod">
          <ac:chgData name="ARJAV JAIN" userId="0c0bf2fd-5996-4b26-8ea0-493cd03236ea" providerId="ADAL" clId="{5BA3A6CA-7C5D-4DA1-B8AB-9419DA906984}" dt="2022-03-23T01:24:22.884" v="2344" actId="20577"/>
          <ac:spMkLst>
            <pc:docMk/>
            <pc:sldMk cId="2210726384" sldId="284"/>
            <ac:spMk id="13" creationId="{BAA7BEE1-4895-4490-BC1A-426181972755}"/>
          </ac:spMkLst>
        </pc:spChg>
        <pc:spChg chg="add mod">
          <ac:chgData name="ARJAV JAIN" userId="0c0bf2fd-5996-4b26-8ea0-493cd03236ea" providerId="ADAL" clId="{5BA3A6CA-7C5D-4DA1-B8AB-9419DA906984}" dt="2022-03-23T01:24:16.604" v="2325"/>
          <ac:spMkLst>
            <pc:docMk/>
            <pc:sldMk cId="2210726384" sldId="284"/>
            <ac:spMk id="14" creationId="{B69DA02E-B58B-47BA-A9FA-3E0614A703B4}"/>
          </ac:spMkLst>
        </pc:spChg>
        <pc:graphicFrameChg chg="add del mod">
          <ac:chgData name="ARJAV JAIN" userId="0c0bf2fd-5996-4b26-8ea0-493cd03236ea" providerId="ADAL" clId="{5BA3A6CA-7C5D-4DA1-B8AB-9419DA906984}" dt="2022-03-24T06:11:21.297" v="5211" actId="478"/>
          <ac:graphicFrameMkLst>
            <pc:docMk/>
            <pc:sldMk cId="2210726384" sldId="284"/>
            <ac:graphicFrameMk id="12" creationId="{537ADE50-7AFA-441D-864F-BF635ABFBE3D}"/>
          </ac:graphicFrameMkLst>
        </pc:graphicFrameChg>
        <pc:picChg chg="mod">
          <ac:chgData name="ARJAV JAIN" userId="0c0bf2fd-5996-4b26-8ea0-493cd03236ea" providerId="ADAL" clId="{5BA3A6CA-7C5D-4DA1-B8AB-9419DA906984}" dt="2022-03-24T06:11:24.310" v="5213" actId="1076"/>
          <ac:picMkLst>
            <pc:docMk/>
            <pc:sldMk cId="2210726384" sldId="284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3T00:14:00.845" v="667"/>
          <ac:picMkLst>
            <pc:docMk/>
            <pc:sldMk cId="2210726384" sldId="284"/>
            <ac:picMk id="8" creationId="{303DD28D-3240-406E-89C6-A56D493AAE9C}"/>
          </ac:picMkLst>
        </pc:picChg>
        <pc:picChg chg="add del mod">
          <ac:chgData name="ARJAV JAIN" userId="0c0bf2fd-5996-4b26-8ea0-493cd03236ea" providerId="ADAL" clId="{5BA3A6CA-7C5D-4DA1-B8AB-9419DA906984}" dt="2022-03-24T06:10:59.644" v="5203" actId="478"/>
          <ac:picMkLst>
            <pc:docMk/>
            <pc:sldMk cId="2210726384" sldId="284"/>
            <ac:picMk id="10" creationId="{2CA37C72-E936-4518-9CAD-FC8F35B65A2B}"/>
          </ac:picMkLst>
        </pc:picChg>
        <pc:picChg chg="add mod">
          <ac:chgData name="ARJAV JAIN" userId="0c0bf2fd-5996-4b26-8ea0-493cd03236ea" providerId="ADAL" clId="{5BA3A6CA-7C5D-4DA1-B8AB-9419DA906984}" dt="2022-03-27T04:59:29.219" v="7951" actId="1036"/>
          <ac:picMkLst>
            <pc:docMk/>
            <pc:sldMk cId="2210726384" sldId="284"/>
            <ac:picMk id="12" creationId="{1E51FABE-F442-498C-9F26-3A43F8254669}"/>
          </ac:picMkLst>
        </pc:picChg>
        <pc:picChg chg="add mod">
          <ac:chgData name="ARJAV JAIN" userId="0c0bf2fd-5996-4b26-8ea0-493cd03236ea" providerId="ADAL" clId="{5BA3A6CA-7C5D-4DA1-B8AB-9419DA906984}" dt="2022-03-23T01:24:16.604" v="2325"/>
          <ac:picMkLst>
            <pc:docMk/>
            <pc:sldMk cId="2210726384" sldId="284"/>
            <ac:picMk id="15" creationId="{E709D272-504B-4638-AC2A-C4698B5CBE0A}"/>
          </ac:picMkLst>
        </pc:picChg>
        <pc:picChg chg="add mod">
          <ac:chgData name="ARJAV JAIN" userId="0c0bf2fd-5996-4b26-8ea0-493cd03236ea" providerId="ADAL" clId="{5BA3A6CA-7C5D-4DA1-B8AB-9419DA906984}" dt="2022-03-27T04:59:09.328" v="7943" actId="1076"/>
          <ac:picMkLst>
            <pc:docMk/>
            <pc:sldMk cId="2210726384" sldId="284"/>
            <ac:picMk id="17" creationId="{F2127348-0F2D-4658-97FD-298D180190FA}"/>
          </ac:picMkLst>
        </pc:picChg>
      </pc:sldChg>
      <pc:sldChg chg="addSp delSp modSp add mod delAnim modAnim">
        <pc:chgData name="ARJAV JAIN" userId="0c0bf2fd-5996-4b26-8ea0-493cd03236ea" providerId="ADAL" clId="{5BA3A6CA-7C5D-4DA1-B8AB-9419DA906984}" dt="2022-03-24T04:57:44.356" v="5042" actId="14100"/>
        <pc:sldMkLst>
          <pc:docMk/>
          <pc:sldMk cId="2131206495" sldId="285"/>
        </pc:sldMkLst>
        <pc:spChg chg="mod">
          <ac:chgData name="ARJAV JAIN" userId="0c0bf2fd-5996-4b26-8ea0-493cd03236ea" providerId="ADAL" clId="{5BA3A6CA-7C5D-4DA1-B8AB-9419DA906984}" dt="2022-03-23T01:08:39.716" v="1824" actId="1076"/>
          <ac:spMkLst>
            <pc:docMk/>
            <pc:sldMk cId="2131206495" sldId="285"/>
            <ac:spMk id="17" creationId="{91DDEA93-0F66-4F0B-BFDE-70CF218CDA82}"/>
          </ac:spMkLst>
        </pc:spChg>
        <pc:spChg chg="mod">
          <ac:chgData name="ARJAV JAIN" userId="0c0bf2fd-5996-4b26-8ea0-493cd03236ea" providerId="ADAL" clId="{5BA3A6CA-7C5D-4DA1-B8AB-9419DA906984}" dt="2022-03-23T01:10:17.721" v="1871" actId="1076"/>
          <ac:spMkLst>
            <pc:docMk/>
            <pc:sldMk cId="2131206495" sldId="285"/>
            <ac:spMk id="18" creationId="{E27B5E81-E644-4942-B798-E423344CD75E}"/>
          </ac:spMkLst>
        </pc:spChg>
        <pc:spChg chg="mod">
          <ac:chgData name="ARJAV JAIN" userId="0c0bf2fd-5996-4b26-8ea0-493cd03236ea" providerId="ADAL" clId="{5BA3A6CA-7C5D-4DA1-B8AB-9419DA906984}" dt="2022-03-23T01:10:17.721" v="1871" actId="1076"/>
          <ac:spMkLst>
            <pc:docMk/>
            <pc:sldMk cId="2131206495" sldId="285"/>
            <ac:spMk id="19" creationId="{40E05EC9-B56E-4B3C-9508-C4A4023B75A3}"/>
          </ac:spMkLst>
        </pc:spChg>
        <pc:spChg chg="mod">
          <ac:chgData name="ARJAV JAIN" userId="0c0bf2fd-5996-4b26-8ea0-493cd03236ea" providerId="ADAL" clId="{5BA3A6CA-7C5D-4DA1-B8AB-9419DA906984}" dt="2022-03-23T01:10:17.721" v="1871" actId="1076"/>
          <ac:spMkLst>
            <pc:docMk/>
            <pc:sldMk cId="2131206495" sldId="285"/>
            <ac:spMk id="20" creationId="{00400860-4756-42EA-A702-AC8935B62606}"/>
          </ac:spMkLst>
        </pc:spChg>
        <pc:spChg chg="mod">
          <ac:chgData name="ARJAV JAIN" userId="0c0bf2fd-5996-4b26-8ea0-493cd03236ea" providerId="ADAL" clId="{5BA3A6CA-7C5D-4DA1-B8AB-9419DA906984}" dt="2022-03-23T01:10:17.721" v="1871" actId="1076"/>
          <ac:spMkLst>
            <pc:docMk/>
            <pc:sldMk cId="2131206495" sldId="285"/>
            <ac:spMk id="21" creationId="{1908B7A7-ABDE-40E5-9B9D-0E2598DDAD2A}"/>
          </ac:spMkLst>
        </pc:spChg>
        <pc:spChg chg="mod">
          <ac:chgData name="ARJAV JAIN" userId="0c0bf2fd-5996-4b26-8ea0-493cd03236ea" providerId="ADAL" clId="{5BA3A6CA-7C5D-4DA1-B8AB-9419DA906984}" dt="2022-03-24T04:54:52.856" v="4959" actId="207"/>
          <ac:spMkLst>
            <pc:docMk/>
            <pc:sldMk cId="2131206495" sldId="285"/>
            <ac:spMk id="22" creationId="{BCA94582-758B-41C3-8B78-F6B28027382D}"/>
          </ac:spMkLst>
        </pc:spChg>
        <pc:spChg chg="mod">
          <ac:chgData name="ARJAV JAIN" userId="0c0bf2fd-5996-4b26-8ea0-493cd03236ea" providerId="ADAL" clId="{5BA3A6CA-7C5D-4DA1-B8AB-9419DA906984}" dt="2022-03-23T01:08:39.716" v="1824" actId="1076"/>
          <ac:spMkLst>
            <pc:docMk/>
            <pc:sldMk cId="2131206495" sldId="285"/>
            <ac:spMk id="23" creationId="{B17451DB-5EFD-4F1B-9938-FCB392692BCB}"/>
          </ac:spMkLst>
        </pc:spChg>
        <pc:spChg chg="mod">
          <ac:chgData name="ARJAV JAIN" userId="0c0bf2fd-5996-4b26-8ea0-493cd03236ea" providerId="ADAL" clId="{5BA3A6CA-7C5D-4DA1-B8AB-9419DA906984}" dt="2022-03-23T01:08:39.716" v="1824" actId="1076"/>
          <ac:spMkLst>
            <pc:docMk/>
            <pc:sldMk cId="2131206495" sldId="285"/>
            <ac:spMk id="24" creationId="{55A15CE5-A412-4124-8BF2-C0C88B34A281}"/>
          </ac:spMkLst>
        </pc:spChg>
        <pc:spChg chg="mod">
          <ac:chgData name="ARJAV JAIN" userId="0c0bf2fd-5996-4b26-8ea0-493cd03236ea" providerId="ADAL" clId="{5BA3A6CA-7C5D-4DA1-B8AB-9419DA906984}" dt="2022-03-23T01:08:39.716" v="1824" actId="1076"/>
          <ac:spMkLst>
            <pc:docMk/>
            <pc:sldMk cId="2131206495" sldId="285"/>
            <ac:spMk id="25" creationId="{957998BD-D565-439D-954C-7028DC1F99C6}"/>
          </ac:spMkLst>
        </pc:spChg>
        <pc:spChg chg="mod">
          <ac:chgData name="ARJAV JAIN" userId="0c0bf2fd-5996-4b26-8ea0-493cd03236ea" providerId="ADAL" clId="{5BA3A6CA-7C5D-4DA1-B8AB-9419DA906984}" dt="2022-03-23T01:08:39.716" v="1824" actId="1076"/>
          <ac:spMkLst>
            <pc:docMk/>
            <pc:sldMk cId="2131206495" sldId="285"/>
            <ac:spMk id="26" creationId="{7DCA4462-B433-47A1-BA91-B6753D7A21A2}"/>
          </ac:spMkLst>
        </pc:spChg>
        <pc:spChg chg="del">
          <ac:chgData name="ARJAV JAIN" userId="0c0bf2fd-5996-4b26-8ea0-493cd03236ea" providerId="ADAL" clId="{5BA3A6CA-7C5D-4DA1-B8AB-9419DA906984}" dt="2022-03-23T01:07:48.826" v="1815" actId="478"/>
          <ac:spMkLst>
            <pc:docMk/>
            <pc:sldMk cId="2131206495" sldId="285"/>
            <ac:spMk id="28" creationId="{7C2141A3-0478-4805-9330-EE6968BF795A}"/>
          </ac:spMkLst>
        </pc:spChg>
        <pc:spChg chg="add mod">
          <ac:chgData name="ARJAV JAIN" userId="0c0bf2fd-5996-4b26-8ea0-493cd03236ea" providerId="ADAL" clId="{5BA3A6CA-7C5D-4DA1-B8AB-9419DA906984}" dt="2022-03-24T04:57:44.356" v="5042" actId="14100"/>
          <ac:spMkLst>
            <pc:docMk/>
            <pc:sldMk cId="2131206495" sldId="285"/>
            <ac:spMk id="29" creationId="{4071A0A1-CCCC-4B46-976F-0E58C3FB5A19}"/>
          </ac:spMkLst>
        </pc:spChg>
        <pc:spChg chg="del">
          <ac:chgData name="ARJAV JAIN" userId="0c0bf2fd-5996-4b26-8ea0-493cd03236ea" providerId="ADAL" clId="{5BA3A6CA-7C5D-4DA1-B8AB-9419DA906984}" dt="2022-03-23T01:07:47.437" v="1814" actId="478"/>
          <ac:spMkLst>
            <pc:docMk/>
            <pc:sldMk cId="2131206495" sldId="285"/>
            <ac:spMk id="29" creationId="{C0C96C81-A968-447B-A11E-309DED43C2E5}"/>
          </ac:spMkLst>
        </pc:spChg>
        <pc:spChg chg="add mod">
          <ac:chgData name="ARJAV JAIN" userId="0c0bf2fd-5996-4b26-8ea0-493cd03236ea" providerId="ADAL" clId="{5BA3A6CA-7C5D-4DA1-B8AB-9419DA906984}" dt="2022-03-23T01:09:09.197" v="1850" actId="20577"/>
          <ac:spMkLst>
            <pc:docMk/>
            <pc:sldMk cId="2131206495" sldId="285"/>
            <ac:spMk id="35" creationId="{AB3BC83F-DC1E-4DF5-B918-87AEE2D093C7}"/>
          </ac:spMkLst>
        </pc:spChg>
        <pc:spChg chg="add mod">
          <ac:chgData name="ARJAV JAIN" userId="0c0bf2fd-5996-4b26-8ea0-493cd03236ea" providerId="ADAL" clId="{5BA3A6CA-7C5D-4DA1-B8AB-9419DA906984}" dt="2022-03-23T01:08:57.046" v="1826" actId="1076"/>
          <ac:spMkLst>
            <pc:docMk/>
            <pc:sldMk cId="2131206495" sldId="285"/>
            <ac:spMk id="36" creationId="{75B92B0B-A2F2-42D4-A158-3108E8BEAA4E}"/>
          </ac:spMkLst>
        </pc:spChg>
        <pc:spChg chg="add del mod">
          <ac:chgData name="ARJAV JAIN" userId="0c0bf2fd-5996-4b26-8ea0-493cd03236ea" providerId="ADAL" clId="{5BA3A6CA-7C5D-4DA1-B8AB-9419DA906984}" dt="2022-03-23T01:38:28.053" v="3405" actId="478"/>
          <ac:spMkLst>
            <pc:docMk/>
            <pc:sldMk cId="2131206495" sldId="285"/>
            <ac:spMk id="39" creationId="{5F654635-942A-4819-9A18-0808A115EABA}"/>
          </ac:spMkLst>
        </pc:spChg>
        <pc:spChg chg="add mod">
          <ac:chgData name="ARJAV JAIN" userId="0c0bf2fd-5996-4b26-8ea0-493cd03236ea" providerId="ADAL" clId="{5BA3A6CA-7C5D-4DA1-B8AB-9419DA906984}" dt="2022-03-24T04:50:20.996" v="4947" actId="1076"/>
          <ac:spMkLst>
            <pc:docMk/>
            <pc:sldMk cId="2131206495" sldId="285"/>
            <ac:spMk id="40" creationId="{B62C70D9-7EA5-466A-845E-74875D27DB50}"/>
          </ac:spMkLst>
        </pc:spChg>
        <pc:spChg chg="add mod">
          <ac:chgData name="ARJAV JAIN" userId="0c0bf2fd-5996-4b26-8ea0-493cd03236ea" providerId="ADAL" clId="{5BA3A6CA-7C5D-4DA1-B8AB-9419DA906984}" dt="2022-03-24T04:57:25.309" v="5039" actId="1076"/>
          <ac:spMkLst>
            <pc:docMk/>
            <pc:sldMk cId="2131206495" sldId="285"/>
            <ac:spMk id="41" creationId="{68234F22-9228-42A0-A241-7FA0BD93B6BD}"/>
          </ac:spMkLst>
        </pc:spChg>
        <pc:grpChg chg="del">
          <ac:chgData name="ARJAV JAIN" userId="0c0bf2fd-5996-4b26-8ea0-493cd03236ea" providerId="ADAL" clId="{5BA3A6CA-7C5D-4DA1-B8AB-9419DA906984}" dt="2022-03-23T01:07:44.017" v="1812" actId="478"/>
          <ac:grpSpMkLst>
            <pc:docMk/>
            <pc:sldMk cId="2131206495" sldId="285"/>
            <ac:grpSpMk id="13" creationId="{264A30A9-8290-4853-B869-1C79AF6E4DC9}"/>
          </ac:grpSpMkLst>
        </pc:grpChg>
        <pc:graphicFrameChg chg="del">
          <ac:chgData name="ARJAV JAIN" userId="0c0bf2fd-5996-4b26-8ea0-493cd03236ea" providerId="ADAL" clId="{5BA3A6CA-7C5D-4DA1-B8AB-9419DA906984}" dt="2022-03-23T01:07:46.517" v="1813" actId="478"/>
          <ac:graphicFrameMkLst>
            <pc:docMk/>
            <pc:sldMk cId="2131206495" sldId="285"/>
            <ac:graphicFrameMk id="27" creationId="{3BB2DA18-5AD6-4462-BCBC-75EA4E654B53}"/>
          </ac:graphicFrameMkLst>
        </pc:graphicFrameChg>
        <pc:graphicFrameChg chg="add mod modGraphic">
          <ac:chgData name="ARJAV JAIN" userId="0c0bf2fd-5996-4b26-8ea0-493cd03236ea" providerId="ADAL" clId="{5BA3A6CA-7C5D-4DA1-B8AB-9419DA906984}" dt="2022-03-24T04:55:25.084" v="4964" actId="207"/>
          <ac:graphicFrameMkLst>
            <pc:docMk/>
            <pc:sldMk cId="2131206495" sldId="285"/>
            <ac:graphicFrameMk id="38" creationId="{0E34C2D7-8964-4815-AC10-0C92F8E2AEBD}"/>
          </ac:graphicFrameMkLst>
        </pc:graphicFrameChg>
        <pc:picChg chg="mod">
          <ac:chgData name="ARJAV JAIN" userId="0c0bf2fd-5996-4b26-8ea0-493cd03236ea" providerId="ADAL" clId="{5BA3A6CA-7C5D-4DA1-B8AB-9419DA906984}" dt="2022-03-23T01:10:03.768" v="1869" actId="1076"/>
          <ac:picMkLst>
            <pc:docMk/>
            <pc:sldMk cId="2131206495" sldId="285"/>
            <ac:picMk id="3" creationId="{40F76211-F1A8-4650-8789-10C5CDE88215}"/>
          </ac:picMkLst>
        </pc:picChg>
        <pc:picChg chg="add mod">
          <ac:chgData name="ARJAV JAIN" userId="0c0bf2fd-5996-4b26-8ea0-493cd03236ea" providerId="ADAL" clId="{5BA3A6CA-7C5D-4DA1-B8AB-9419DA906984}" dt="2022-03-24T04:54:43.402" v="4958" actId="1076"/>
          <ac:picMkLst>
            <pc:docMk/>
            <pc:sldMk cId="2131206495" sldId="285"/>
            <ac:picMk id="4" creationId="{5CA24965-D7C0-4B07-BCC1-822C6A2B4FA0}"/>
          </ac:picMkLst>
        </pc:picChg>
        <pc:picChg chg="del mod">
          <ac:chgData name="ARJAV JAIN" userId="0c0bf2fd-5996-4b26-8ea0-493cd03236ea" providerId="ADAL" clId="{5BA3A6CA-7C5D-4DA1-B8AB-9419DA906984}" dt="2022-03-24T04:54:34.260" v="4951" actId="478"/>
          <ac:picMkLst>
            <pc:docMk/>
            <pc:sldMk cId="2131206495" sldId="285"/>
            <ac:picMk id="30" creationId="{F76F134A-88DC-42DF-AC24-D039DED227D6}"/>
          </ac:picMkLst>
        </pc:picChg>
        <pc:picChg chg="add mod">
          <ac:chgData name="ARJAV JAIN" userId="0c0bf2fd-5996-4b26-8ea0-493cd03236ea" providerId="ADAL" clId="{5BA3A6CA-7C5D-4DA1-B8AB-9419DA906984}" dt="2022-03-23T01:08:57.046" v="1826" actId="1076"/>
          <ac:picMkLst>
            <pc:docMk/>
            <pc:sldMk cId="2131206495" sldId="285"/>
            <ac:picMk id="37" creationId="{13942090-7A42-479B-97C0-35FEE6933915}"/>
          </ac:picMkLst>
        </pc:picChg>
      </pc:sldChg>
      <pc:sldChg chg="addSp delSp modSp add mod ord modAnim">
        <pc:chgData name="ARJAV JAIN" userId="0c0bf2fd-5996-4b26-8ea0-493cd03236ea" providerId="ADAL" clId="{5BA3A6CA-7C5D-4DA1-B8AB-9419DA906984}" dt="2022-03-27T04:53:49.908" v="7810" actId="1035"/>
        <pc:sldMkLst>
          <pc:docMk/>
          <pc:sldMk cId="2007949623" sldId="286"/>
        </pc:sldMkLst>
        <pc:spChg chg="del">
          <ac:chgData name="ARJAV JAIN" userId="0c0bf2fd-5996-4b26-8ea0-493cd03236ea" providerId="ADAL" clId="{5BA3A6CA-7C5D-4DA1-B8AB-9419DA906984}" dt="2022-03-24T06:16:48.951" v="5304" actId="478"/>
          <ac:spMkLst>
            <pc:docMk/>
            <pc:sldMk cId="2007949623" sldId="286"/>
            <ac:spMk id="2" creationId="{556ED1BB-D0A4-4FA1-989A-F2A12B5DCA29}"/>
          </ac:spMkLst>
        </pc:spChg>
        <pc:spChg chg="add mod">
          <ac:chgData name="ARJAV JAIN" userId="0c0bf2fd-5996-4b26-8ea0-493cd03236ea" providerId="ADAL" clId="{5BA3A6CA-7C5D-4DA1-B8AB-9419DA906984}" dt="2022-03-23T01:22:52.146" v="2294" actId="20577"/>
          <ac:spMkLst>
            <pc:docMk/>
            <pc:sldMk cId="2007949623" sldId="286"/>
            <ac:spMk id="6" creationId="{32881168-CDA2-4833-B357-3ABF7086602A}"/>
          </ac:spMkLst>
        </pc:spChg>
        <pc:spChg chg="add mod">
          <ac:chgData name="ARJAV JAIN" userId="0c0bf2fd-5996-4b26-8ea0-493cd03236ea" providerId="ADAL" clId="{5BA3A6CA-7C5D-4DA1-B8AB-9419DA906984}" dt="2022-03-23T01:22:45.365" v="2271"/>
          <ac:spMkLst>
            <pc:docMk/>
            <pc:sldMk cId="2007949623" sldId="286"/>
            <ac:spMk id="7" creationId="{C33B7BA8-B59D-4DA6-BA80-BAEE2A620F5C}"/>
          </ac:spMkLst>
        </pc:spChg>
        <pc:spChg chg="add mod">
          <ac:chgData name="ARJAV JAIN" userId="0c0bf2fd-5996-4b26-8ea0-493cd03236ea" providerId="ADAL" clId="{5BA3A6CA-7C5D-4DA1-B8AB-9419DA906984}" dt="2022-03-27T04:53:35.864" v="7790" actId="1076"/>
          <ac:spMkLst>
            <pc:docMk/>
            <pc:sldMk cId="2007949623" sldId="286"/>
            <ac:spMk id="14" creationId="{D18D486C-EF40-4A07-8D02-4024F4E25C21}"/>
          </ac:spMkLst>
        </pc:spChg>
        <pc:graphicFrameChg chg="add mod modGraphic">
          <ac:chgData name="ARJAV JAIN" userId="0c0bf2fd-5996-4b26-8ea0-493cd03236ea" providerId="ADAL" clId="{5BA3A6CA-7C5D-4DA1-B8AB-9419DA906984}" dt="2022-03-27T04:53:49.908" v="7810" actId="1035"/>
          <ac:graphicFrameMkLst>
            <pc:docMk/>
            <pc:sldMk cId="2007949623" sldId="286"/>
            <ac:graphicFrameMk id="10" creationId="{63AE9D09-8D24-4DE7-90DC-14694D909DB8}"/>
          </ac:graphicFrameMkLst>
        </pc:graphicFrameChg>
        <pc:picChg chg="mod">
          <ac:chgData name="ARJAV JAIN" userId="0c0bf2fd-5996-4b26-8ea0-493cd03236ea" providerId="ADAL" clId="{5BA3A6CA-7C5D-4DA1-B8AB-9419DA906984}" dt="2022-03-27T04:53:33.863" v="7789" actId="1076"/>
          <ac:picMkLst>
            <pc:docMk/>
            <pc:sldMk cId="2007949623" sldId="286"/>
            <ac:picMk id="3" creationId="{40F76211-F1A8-4650-8789-10C5CDE88215}"/>
          </ac:picMkLst>
        </pc:picChg>
        <pc:picChg chg="add del mod">
          <ac:chgData name="ARJAV JAIN" userId="0c0bf2fd-5996-4b26-8ea0-493cd03236ea" providerId="ADAL" clId="{5BA3A6CA-7C5D-4DA1-B8AB-9419DA906984}" dt="2022-03-27T04:53:49.908" v="7810" actId="1035"/>
          <ac:picMkLst>
            <pc:docMk/>
            <pc:sldMk cId="2007949623" sldId="286"/>
            <ac:picMk id="4" creationId="{3A990B9F-3C73-4400-82C1-915B3D2C6BD6}"/>
          </ac:picMkLst>
        </pc:picChg>
        <pc:picChg chg="add mod">
          <ac:chgData name="ARJAV JAIN" userId="0c0bf2fd-5996-4b26-8ea0-493cd03236ea" providerId="ADAL" clId="{5BA3A6CA-7C5D-4DA1-B8AB-9419DA906984}" dt="2022-03-23T01:22:45.365" v="2271"/>
          <ac:picMkLst>
            <pc:docMk/>
            <pc:sldMk cId="2007949623" sldId="286"/>
            <ac:picMk id="8" creationId="{D7FFC2CC-C54B-44A5-84C4-A27BA6038D60}"/>
          </ac:picMkLst>
        </pc:picChg>
        <pc:picChg chg="add del mod">
          <ac:chgData name="ARJAV JAIN" userId="0c0bf2fd-5996-4b26-8ea0-493cd03236ea" providerId="ADAL" clId="{5BA3A6CA-7C5D-4DA1-B8AB-9419DA906984}" dt="2022-03-27T04:50:10.233" v="7596" actId="478"/>
          <ac:picMkLst>
            <pc:docMk/>
            <pc:sldMk cId="2007949623" sldId="286"/>
            <ac:picMk id="9" creationId="{0E9E5FFC-DBE7-485C-AB29-BBB3864EC1B4}"/>
          </ac:picMkLst>
        </pc:picChg>
        <pc:picChg chg="add del mod">
          <ac:chgData name="ARJAV JAIN" userId="0c0bf2fd-5996-4b26-8ea0-493cd03236ea" providerId="ADAL" clId="{5BA3A6CA-7C5D-4DA1-B8AB-9419DA906984}" dt="2022-03-27T04:49:26.077" v="7593" actId="478"/>
          <ac:picMkLst>
            <pc:docMk/>
            <pc:sldMk cId="2007949623" sldId="286"/>
            <ac:picMk id="12" creationId="{466BD2D6-6BB4-4B26-BF48-4B903796B61A}"/>
          </ac:picMkLst>
        </pc:picChg>
        <pc:picChg chg="add mod">
          <ac:chgData name="ARJAV JAIN" userId="0c0bf2fd-5996-4b26-8ea0-493cd03236ea" providerId="ADAL" clId="{5BA3A6CA-7C5D-4DA1-B8AB-9419DA906984}" dt="2022-03-27T04:53:49.908" v="7810" actId="1035"/>
          <ac:picMkLst>
            <pc:docMk/>
            <pc:sldMk cId="2007949623" sldId="286"/>
            <ac:picMk id="13" creationId="{2D468788-A0D8-4436-BF75-9C89BA86F820}"/>
          </ac:picMkLst>
        </pc:picChg>
      </pc:sldChg>
      <pc:sldChg chg="add del">
        <pc:chgData name="ARJAV JAIN" userId="0c0bf2fd-5996-4b26-8ea0-493cd03236ea" providerId="ADAL" clId="{5BA3A6CA-7C5D-4DA1-B8AB-9419DA906984}" dt="2022-03-23T01:20:31.105" v="2175" actId="47"/>
        <pc:sldMkLst>
          <pc:docMk/>
          <pc:sldMk cId="2451498812" sldId="287"/>
        </pc:sldMkLst>
      </pc:sldChg>
      <pc:sldChg chg="addSp delSp modSp add mod">
        <pc:chgData name="ARJAV JAIN" userId="0c0bf2fd-5996-4b26-8ea0-493cd03236ea" providerId="ADAL" clId="{5BA3A6CA-7C5D-4DA1-B8AB-9419DA906984}" dt="2022-03-27T05:05:12.883" v="8034" actId="14100"/>
        <pc:sldMkLst>
          <pc:docMk/>
          <pc:sldMk cId="3456351672" sldId="287"/>
        </pc:sldMkLst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4" creationId="{DF735B75-5397-985C-A972-D19211851CB3}"/>
          </ac:spMkLst>
        </pc:spChg>
        <pc:spChg chg="del">
          <ac:chgData name="ARJAV JAIN" userId="0c0bf2fd-5996-4b26-8ea0-493cd03236ea" providerId="ADAL" clId="{5BA3A6CA-7C5D-4DA1-B8AB-9419DA906984}" dt="2022-03-27T05:04:38.200" v="8007" actId="478"/>
          <ac:spMkLst>
            <pc:docMk/>
            <pc:sldMk cId="3456351672" sldId="287"/>
            <ac:spMk id="5" creationId="{33F31467-AED1-4716-9E60-A90C2BA7B761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6" creationId="{25CBAB60-EC00-4287-A924-F53A11E53214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7" creationId="{57A88912-7A06-4DC9-B84F-8C8DBEB27E1A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9" creationId="{4BF4C4FF-901B-48BD-8434-C7F96742BFCB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11" creationId="{E1D6FCB5-C36A-4EC6-ACBD-34416559DE0A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13" creationId="{BAA7BEE1-4895-4490-BC1A-426181972755}"/>
          </ac:spMkLst>
        </pc:spChg>
        <pc:spChg chg="del">
          <ac:chgData name="ARJAV JAIN" userId="0c0bf2fd-5996-4b26-8ea0-493cd03236ea" providerId="ADAL" clId="{5BA3A6CA-7C5D-4DA1-B8AB-9419DA906984}" dt="2022-03-27T05:04:42.897" v="8009" actId="478"/>
          <ac:spMkLst>
            <pc:docMk/>
            <pc:sldMk cId="3456351672" sldId="287"/>
            <ac:spMk id="14" creationId="{B69DA02E-B58B-47BA-A9FA-3E0614A703B4}"/>
          </ac:spMkLst>
        </pc:spChg>
        <pc:spChg chg="add mod">
          <ac:chgData name="ARJAV JAIN" userId="0c0bf2fd-5996-4b26-8ea0-493cd03236ea" providerId="ADAL" clId="{5BA3A6CA-7C5D-4DA1-B8AB-9419DA906984}" dt="2022-03-27T05:05:12.883" v="8034" actId="14100"/>
          <ac:spMkLst>
            <pc:docMk/>
            <pc:sldMk cId="3456351672" sldId="287"/>
            <ac:spMk id="16" creationId="{742AF8E3-DC10-4863-83A2-2E61D6E9B161}"/>
          </ac:spMkLst>
        </pc:spChg>
        <pc:picChg chg="del">
          <ac:chgData name="ARJAV JAIN" userId="0c0bf2fd-5996-4b26-8ea0-493cd03236ea" providerId="ADAL" clId="{5BA3A6CA-7C5D-4DA1-B8AB-9419DA906984}" dt="2022-03-27T05:04:39.431" v="8008" actId="478"/>
          <ac:picMkLst>
            <pc:docMk/>
            <pc:sldMk cId="3456351672" sldId="287"/>
            <ac:picMk id="2" creationId="{E5897EE3-ACB7-3236-5519-D2C567E273DD}"/>
          </ac:picMkLst>
        </pc:picChg>
        <pc:picChg chg="del">
          <ac:chgData name="ARJAV JAIN" userId="0c0bf2fd-5996-4b26-8ea0-493cd03236ea" providerId="ADAL" clId="{5BA3A6CA-7C5D-4DA1-B8AB-9419DA906984}" dt="2022-03-27T05:04:42.897" v="8009" actId="478"/>
          <ac:picMkLst>
            <pc:docMk/>
            <pc:sldMk cId="3456351672" sldId="287"/>
            <ac:picMk id="8" creationId="{303DD28D-3240-406E-89C6-A56D493AAE9C}"/>
          </ac:picMkLst>
        </pc:picChg>
        <pc:picChg chg="del">
          <ac:chgData name="ARJAV JAIN" userId="0c0bf2fd-5996-4b26-8ea0-493cd03236ea" providerId="ADAL" clId="{5BA3A6CA-7C5D-4DA1-B8AB-9419DA906984}" dt="2022-03-27T05:04:42.897" v="8009" actId="478"/>
          <ac:picMkLst>
            <pc:docMk/>
            <pc:sldMk cId="3456351672" sldId="287"/>
            <ac:picMk id="12" creationId="{1E51FABE-F442-498C-9F26-3A43F8254669}"/>
          </ac:picMkLst>
        </pc:picChg>
        <pc:picChg chg="del">
          <ac:chgData name="ARJAV JAIN" userId="0c0bf2fd-5996-4b26-8ea0-493cd03236ea" providerId="ADAL" clId="{5BA3A6CA-7C5D-4DA1-B8AB-9419DA906984}" dt="2022-03-27T05:04:42.897" v="8009" actId="478"/>
          <ac:picMkLst>
            <pc:docMk/>
            <pc:sldMk cId="3456351672" sldId="287"/>
            <ac:picMk id="15" creationId="{E709D272-504B-4638-AC2A-C4698B5CBE0A}"/>
          </ac:picMkLst>
        </pc:picChg>
        <pc:picChg chg="del">
          <ac:chgData name="ARJAV JAIN" userId="0c0bf2fd-5996-4b26-8ea0-493cd03236ea" providerId="ADAL" clId="{5BA3A6CA-7C5D-4DA1-B8AB-9419DA906984}" dt="2022-03-27T05:04:42.897" v="8009" actId="478"/>
          <ac:picMkLst>
            <pc:docMk/>
            <pc:sldMk cId="3456351672" sldId="287"/>
            <ac:picMk id="17" creationId="{F2127348-0F2D-4658-97FD-298D180190FA}"/>
          </ac:picMkLst>
        </pc:picChg>
      </pc:sldChg>
      <pc:sldChg chg="add del">
        <pc:chgData name="ARJAV JAIN" userId="0c0bf2fd-5996-4b26-8ea0-493cd03236ea" providerId="ADAL" clId="{5BA3A6CA-7C5D-4DA1-B8AB-9419DA906984}" dt="2022-03-23T01:14:36.707" v="1993" actId="47"/>
        <pc:sldMkLst>
          <pc:docMk/>
          <pc:sldMk cId="146537951" sldId="288"/>
        </pc:sldMkLst>
      </pc:sldChg>
    </pc:docChg>
  </pc:docChgLst>
  <pc:docChgLst>
    <pc:chgData name="Guest User" userId="S::urn:spo:anon#bcf4ae2b5d1b6938af98b262ca09693389db5617b762dc160d4d60fbedaadefe::" providerId="AD" clId="Web-{EF129823-28DC-BF81-4788-6C47CFF43A6B}"/>
    <pc:docChg chg="modSld">
      <pc:chgData name="Guest User" userId="S::urn:spo:anon#bcf4ae2b5d1b6938af98b262ca09693389db5617b762dc160d4d60fbedaadefe::" providerId="AD" clId="Web-{EF129823-28DC-BF81-4788-6C47CFF43A6B}" dt="2022-03-21T22:18:12.532" v="49" actId="14100"/>
      <pc:docMkLst>
        <pc:docMk/>
      </pc:docMkLst>
      <pc:sldChg chg="addSp delSp modSp">
        <pc:chgData name="Guest User" userId="S::urn:spo:anon#bcf4ae2b5d1b6938af98b262ca09693389db5617b762dc160d4d60fbedaadefe::" providerId="AD" clId="Web-{EF129823-28DC-BF81-4788-6C47CFF43A6B}" dt="2022-03-21T22:18:12.532" v="49" actId="14100"/>
        <pc:sldMkLst>
          <pc:docMk/>
          <pc:sldMk cId="2300381119" sldId="268"/>
        </pc:sldMkLst>
        <pc:spChg chg="add del">
          <ac:chgData name="Guest User" userId="S::urn:spo:anon#bcf4ae2b5d1b6938af98b262ca09693389db5617b762dc160d4d60fbedaadefe::" providerId="AD" clId="Web-{EF129823-28DC-BF81-4788-6C47CFF43A6B}" dt="2022-03-21T22:05:34.308" v="14"/>
          <ac:spMkLst>
            <pc:docMk/>
            <pc:sldMk cId="2300381119" sldId="268"/>
            <ac:spMk id="13" creationId="{9D4A42BB-A5AA-429D-832E-715CDB5C9937}"/>
          </ac:spMkLst>
        </pc:spChg>
        <pc:spChg chg="add del">
          <ac:chgData name="Guest User" userId="S::urn:spo:anon#bcf4ae2b5d1b6938af98b262ca09693389db5617b762dc160d4d60fbedaadefe::" providerId="AD" clId="Web-{EF129823-28DC-BF81-4788-6C47CFF43A6B}" dt="2022-03-21T22:05:32.152" v="13"/>
          <ac:spMkLst>
            <pc:docMk/>
            <pc:sldMk cId="2300381119" sldId="268"/>
            <ac:spMk id="28" creationId="{67FE397A-A8B6-454F-8356-B3A9AEAFF5FB}"/>
          </ac:spMkLst>
        </pc:spChg>
        <pc:spChg chg="add mod">
          <ac:chgData name="Guest User" userId="S::urn:spo:anon#bcf4ae2b5d1b6938af98b262ca09693389db5617b762dc160d4d60fbedaadefe::" providerId="AD" clId="Web-{EF129823-28DC-BF81-4788-6C47CFF43A6B}" dt="2022-03-21T22:14:48.949" v="27" actId="1076"/>
          <ac:spMkLst>
            <pc:docMk/>
            <pc:sldMk cId="2300381119" sldId="268"/>
            <ac:spMk id="29" creationId="{091BB17A-FD0D-4689-B44F-A86B3CAF7930}"/>
          </ac:spMkLst>
        </pc:spChg>
        <pc:spChg chg="add">
          <ac:chgData name="Guest User" userId="S::urn:spo:anon#bcf4ae2b5d1b6938af98b262ca09693389db5617b762dc160d4d60fbedaadefe::" providerId="AD" clId="Web-{EF129823-28DC-BF81-4788-6C47CFF43A6B}" dt="2022-03-21T22:15:42.060" v="30"/>
          <ac:spMkLst>
            <pc:docMk/>
            <pc:sldMk cId="2300381119" sldId="268"/>
            <ac:spMk id="30" creationId="{26D6D4BF-CD8E-4234-AE05-7DAA7A3DAD81}"/>
          </ac:spMkLst>
        </pc:spChg>
        <pc:spChg chg="add mod">
          <ac:chgData name="Guest User" userId="S::urn:spo:anon#bcf4ae2b5d1b6938af98b262ca09693389db5617b762dc160d4d60fbedaadefe::" providerId="AD" clId="Web-{EF129823-28DC-BF81-4788-6C47CFF43A6B}" dt="2022-03-21T22:16:27.764" v="42" actId="1076"/>
          <ac:spMkLst>
            <pc:docMk/>
            <pc:sldMk cId="2300381119" sldId="268"/>
            <ac:spMk id="31" creationId="{26D6D4BF-CD8E-4234-AE05-7DAA7A3DAD81}"/>
          </ac:spMkLst>
        </pc:spChg>
        <pc:spChg chg="add mod">
          <ac:chgData name="Guest User" userId="S::urn:spo:anon#bcf4ae2b5d1b6938af98b262ca09693389db5617b762dc160d4d60fbedaadefe::" providerId="AD" clId="Web-{EF129823-28DC-BF81-4788-6C47CFF43A6B}" dt="2022-03-21T22:18:12.532" v="49" actId="14100"/>
          <ac:spMkLst>
            <pc:docMk/>
            <pc:sldMk cId="2300381119" sldId="268"/>
            <ac:spMk id="32" creationId="{7FEDCC65-74F3-4FCD-BB06-3BF0F3726A17}"/>
          </ac:spMkLst>
        </pc:spChg>
        <pc:picChg chg="mod">
          <ac:chgData name="Guest User" userId="S::urn:spo:anon#bcf4ae2b5d1b6938af98b262ca09693389db5617b762dc160d4d60fbedaadefe::" providerId="AD" clId="Web-{EF129823-28DC-BF81-4788-6C47CFF43A6B}" dt="2022-03-21T22:15:22.262" v="29" actId="1076"/>
          <ac:picMkLst>
            <pc:docMk/>
            <pc:sldMk cId="2300381119" sldId="268"/>
            <ac:picMk id="3" creationId="{40F76211-F1A8-4650-8789-10C5CDE88215}"/>
          </ac:picMkLst>
        </pc:picChg>
        <pc:picChg chg="mod">
          <ac:chgData name="Guest User" userId="S::urn:spo:anon#bcf4ae2b5d1b6938af98b262ca09693389db5617b762dc160d4d60fbedaadefe::" providerId="AD" clId="Web-{EF129823-28DC-BF81-4788-6C47CFF43A6B}" dt="2022-03-21T22:14:21.104" v="17" actId="1076"/>
          <ac:picMkLst>
            <pc:docMk/>
            <pc:sldMk cId="2300381119" sldId="268"/>
            <ac:picMk id="10" creationId="{7EBAA36C-A920-44E5-9A7C-140DE7D0C276}"/>
          </ac:picMkLst>
        </pc:picChg>
        <pc:cxnChg chg="add del mod">
          <ac:chgData name="Guest User" userId="S::urn:spo:anon#bcf4ae2b5d1b6938af98b262ca09693389db5617b762dc160d4d60fbedaadefe::" providerId="AD" clId="Web-{EF129823-28DC-BF81-4788-6C47CFF43A6B}" dt="2022-03-21T22:01:12.215" v="10"/>
          <ac:cxnSpMkLst>
            <pc:docMk/>
            <pc:sldMk cId="2300381119" sldId="268"/>
            <ac:cxnSpMk id="11" creationId="{AB8DE8BC-CFDB-46A9-B2FF-2975EC01C509}"/>
          </ac:cxnSpMkLst>
        </pc:cxnChg>
        <pc:cxnChg chg="add del mod">
          <ac:chgData name="Guest User" userId="S::urn:spo:anon#bcf4ae2b5d1b6938af98b262ca09693389db5617b762dc160d4d60fbedaadefe::" providerId="AD" clId="Web-{EF129823-28DC-BF81-4788-6C47CFF43A6B}" dt="2022-03-21T22:01:11.153" v="9"/>
          <ac:cxnSpMkLst>
            <pc:docMk/>
            <pc:sldMk cId="2300381119" sldId="268"/>
            <ac:cxnSpMk id="27" creationId="{C7502F04-01D4-4B43-A581-3EDF042840B5}"/>
          </ac:cxnSpMkLst>
        </pc:cxnChg>
      </pc:sldChg>
    </pc:docChg>
  </pc:docChgLst>
  <pc:docChgLst>
    <pc:chgData name="Guest User" userId="S::urn:spo:anon#bcf4ae2b5d1b6938af98b262ca09693389db5617b762dc160d4d60fbedaadefe::" providerId="AD" clId="Web-{E858CB89-34B8-65DE-5D51-BBC5D9AAD3D4}"/>
    <pc:docChg chg="modSld">
      <pc:chgData name="Guest User" userId="S::urn:spo:anon#bcf4ae2b5d1b6938af98b262ca09693389db5617b762dc160d4d60fbedaadefe::" providerId="AD" clId="Web-{E858CB89-34B8-65DE-5D51-BBC5D9AAD3D4}" dt="2022-03-22T10:54:28.758" v="12" actId="14100"/>
      <pc:docMkLst>
        <pc:docMk/>
      </pc:docMkLst>
      <pc:sldChg chg="addSp modSp">
        <pc:chgData name="Guest User" userId="S::urn:spo:anon#bcf4ae2b5d1b6938af98b262ca09693389db5617b762dc160d4d60fbedaadefe::" providerId="AD" clId="Web-{E858CB89-34B8-65DE-5D51-BBC5D9AAD3D4}" dt="2022-03-22T10:54:28.758" v="12" actId="14100"/>
        <pc:sldMkLst>
          <pc:docMk/>
          <pc:sldMk cId="1080467880" sldId="275"/>
        </pc:sldMkLst>
        <pc:spChg chg="mod">
          <ac:chgData name="Guest User" userId="S::urn:spo:anon#bcf4ae2b5d1b6938af98b262ca09693389db5617b762dc160d4d60fbedaadefe::" providerId="AD" clId="Web-{E858CB89-34B8-65DE-5D51-BBC5D9AAD3D4}" dt="2022-03-22T10:53:39.991" v="1" actId="1076"/>
          <ac:spMkLst>
            <pc:docMk/>
            <pc:sldMk cId="1080467880" sldId="275"/>
            <ac:spMk id="2" creationId="{556ED1BB-D0A4-4FA1-989A-F2A12B5DCA29}"/>
          </ac:spMkLst>
        </pc:spChg>
        <pc:picChg chg="add mod">
          <ac:chgData name="Guest User" userId="S::urn:spo:anon#bcf4ae2b5d1b6938af98b262ca09693389db5617b762dc160d4d60fbedaadefe::" providerId="AD" clId="Web-{E858CB89-34B8-65DE-5D51-BBC5D9AAD3D4}" dt="2022-03-22T10:54:23.180" v="11" actId="14100"/>
          <ac:picMkLst>
            <pc:docMk/>
            <pc:sldMk cId="1080467880" sldId="275"/>
            <ac:picMk id="4" creationId="{89D63BD1-43ED-C260-8D73-C4463C507C72}"/>
          </ac:picMkLst>
        </pc:picChg>
        <pc:picChg chg="add mod">
          <ac:chgData name="Guest User" userId="S::urn:spo:anon#bcf4ae2b5d1b6938af98b262ca09693389db5617b762dc160d4d60fbedaadefe::" providerId="AD" clId="Web-{E858CB89-34B8-65DE-5D51-BBC5D9AAD3D4}" dt="2022-03-22T10:54:28.758" v="12" actId="14100"/>
          <ac:picMkLst>
            <pc:docMk/>
            <pc:sldMk cId="1080467880" sldId="275"/>
            <ac:picMk id="6" creationId="{533646FC-5E8D-6FB5-B15A-147FC6DA5E9B}"/>
          </ac:picMkLst>
        </pc:picChg>
      </pc:sldChg>
    </pc:docChg>
  </pc:docChgLst>
  <pc:docChgLst>
    <pc:chgData name="Guest User" userId="S::urn:spo:anon#bcf4ae2b5d1b6938af98b262ca09693389db5617b762dc160d4d60fbedaadefe::" providerId="AD" clId="Web-{6D8351C4-C832-CB36-A0AB-E25B72C42961}"/>
    <pc:docChg chg="modSld">
      <pc:chgData name="Guest User" userId="S::urn:spo:anon#bcf4ae2b5d1b6938af98b262ca09693389db5617b762dc160d4d60fbedaadefe::" providerId="AD" clId="Web-{6D8351C4-C832-CB36-A0AB-E25B72C42961}" dt="2022-03-22T10:55:15.268" v="2" actId="14100"/>
      <pc:docMkLst>
        <pc:docMk/>
      </pc:docMkLst>
      <pc:sldChg chg="modSp">
        <pc:chgData name="Guest User" userId="S::urn:spo:anon#bcf4ae2b5d1b6938af98b262ca09693389db5617b762dc160d4d60fbedaadefe::" providerId="AD" clId="Web-{6D8351C4-C832-CB36-A0AB-E25B72C42961}" dt="2022-03-22T10:55:15.268" v="2" actId="14100"/>
        <pc:sldMkLst>
          <pc:docMk/>
          <pc:sldMk cId="1080467880" sldId="275"/>
        </pc:sldMkLst>
        <pc:picChg chg="mod">
          <ac:chgData name="Guest User" userId="S::urn:spo:anon#bcf4ae2b5d1b6938af98b262ca09693389db5617b762dc160d4d60fbedaadefe::" providerId="AD" clId="Web-{6D8351C4-C832-CB36-A0AB-E25B72C42961}" dt="2022-03-22T10:55:15.268" v="2" actId="14100"/>
          <ac:picMkLst>
            <pc:docMk/>
            <pc:sldMk cId="1080467880" sldId="275"/>
            <ac:picMk id="4" creationId="{89D63BD1-43ED-C260-8D73-C4463C507C72}"/>
          </ac:picMkLst>
        </pc:picChg>
        <pc:picChg chg="mod">
          <ac:chgData name="Guest User" userId="S::urn:spo:anon#bcf4ae2b5d1b6938af98b262ca09693389db5617b762dc160d4d60fbedaadefe::" providerId="AD" clId="Web-{6D8351C4-C832-CB36-A0AB-E25B72C42961}" dt="2022-03-22T10:55:06.908" v="1" actId="14100"/>
          <ac:picMkLst>
            <pc:docMk/>
            <pc:sldMk cId="1080467880" sldId="275"/>
            <ac:picMk id="6" creationId="{533646FC-5E8D-6FB5-B15A-147FC6DA5E9B}"/>
          </ac:picMkLst>
        </pc:picChg>
      </pc:sldChg>
    </pc:docChg>
  </pc:docChgLst>
  <pc:docChgLst>
    <pc:chgData name="Guest User" userId="S::urn:spo:anon#bcf4ae2b5d1b6938af98b262ca09693389db5617b762dc160d4d60fbedaadefe::" providerId="AD" clId="Web-{F78C4892-A53D-3C1E-619B-86D681C9631C}"/>
    <pc:docChg chg="modSld">
      <pc:chgData name="Guest User" userId="S::urn:spo:anon#bcf4ae2b5d1b6938af98b262ca09693389db5617b762dc160d4d60fbedaadefe::" providerId="AD" clId="Web-{F78C4892-A53D-3C1E-619B-86D681C9631C}" dt="2022-03-22T12:04:33.342" v="14" actId="14100"/>
      <pc:docMkLst>
        <pc:docMk/>
      </pc:docMkLst>
      <pc:sldChg chg="addSp delSp modSp">
        <pc:chgData name="Guest User" userId="S::urn:spo:anon#bcf4ae2b5d1b6938af98b262ca09693389db5617b762dc160d4d60fbedaadefe::" providerId="AD" clId="Web-{F78C4892-A53D-3C1E-619B-86D681C9631C}" dt="2022-03-22T12:04:33.342" v="14" actId="14100"/>
        <pc:sldMkLst>
          <pc:docMk/>
          <pc:sldMk cId="1080467880" sldId="275"/>
        </pc:sldMkLst>
        <pc:picChg chg="del">
          <ac:chgData name="Guest User" userId="S::urn:spo:anon#bcf4ae2b5d1b6938af98b262ca09693389db5617b762dc160d4d60fbedaadefe::" providerId="AD" clId="Web-{F78C4892-A53D-3C1E-619B-86D681C9631C}" dt="2022-03-22T12:00:50.228" v="0"/>
          <ac:picMkLst>
            <pc:docMk/>
            <pc:sldMk cId="1080467880" sldId="275"/>
            <ac:picMk id="4" creationId="{89D63BD1-43ED-C260-8D73-C4463C507C72}"/>
          </ac:picMkLst>
        </pc:picChg>
        <pc:picChg chg="mod">
          <ac:chgData name="Guest User" userId="S::urn:spo:anon#bcf4ae2b5d1b6938af98b262ca09693389db5617b762dc160d4d60fbedaadefe::" providerId="AD" clId="Web-{F78C4892-A53D-3C1E-619B-86D681C9631C}" dt="2022-03-22T12:02:01.964" v="5" actId="14100"/>
          <ac:picMkLst>
            <pc:docMk/>
            <pc:sldMk cId="1080467880" sldId="275"/>
            <ac:picMk id="6" creationId="{533646FC-5E8D-6FB5-B15A-147FC6DA5E9B}"/>
          </ac:picMkLst>
        </pc:picChg>
        <pc:picChg chg="add del mod">
          <ac:chgData name="Guest User" userId="S::urn:spo:anon#bcf4ae2b5d1b6938af98b262ca09693389db5617b762dc160d4d60fbedaadefe::" providerId="AD" clId="Web-{F78C4892-A53D-3C1E-619B-86D681C9631C}" dt="2022-03-22T12:02:14.058" v="6"/>
          <ac:picMkLst>
            <pc:docMk/>
            <pc:sldMk cId="1080467880" sldId="275"/>
            <ac:picMk id="7" creationId="{64FDB35D-19F4-B018-CC03-72348A2287B3}"/>
          </ac:picMkLst>
        </pc:picChg>
        <pc:picChg chg="add del mod">
          <ac:chgData name="Guest User" userId="S::urn:spo:anon#bcf4ae2b5d1b6938af98b262ca09693389db5617b762dc160d4d60fbedaadefe::" providerId="AD" clId="Web-{F78C4892-A53D-3C1E-619B-86D681C9631C}" dt="2022-03-22T12:04:22.748" v="11"/>
          <ac:picMkLst>
            <pc:docMk/>
            <pc:sldMk cId="1080467880" sldId="275"/>
            <ac:picMk id="8" creationId="{986E61CD-0327-42C3-9A1D-40CCE35360FA}"/>
          </ac:picMkLst>
        </pc:picChg>
        <pc:picChg chg="add mod">
          <ac:chgData name="Guest User" userId="S::urn:spo:anon#bcf4ae2b5d1b6938af98b262ca09693389db5617b762dc160d4d60fbedaadefe::" providerId="AD" clId="Web-{F78C4892-A53D-3C1E-619B-86D681C9631C}" dt="2022-03-22T12:04:33.342" v="14" actId="14100"/>
          <ac:picMkLst>
            <pc:docMk/>
            <pc:sldMk cId="1080467880" sldId="275"/>
            <ac:picMk id="9" creationId="{F3EC2DF6-D632-9F95-BAF6-69BC7B77FE0F}"/>
          </ac:picMkLst>
        </pc:picChg>
      </pc:sldChg>
    </pc:docChg>
  </pc:docChgLst>
  <pc:docChgLst>
    <pc:chgData name="Guest User" userId="S::urn:spo:anon#bcf4ae2b5d1b6938af98b262ca09693389db5617b762dc160d4d60fbedaadefe::" providerId="AD" clId="Web-{4A7F5E20-7C6C-EF81-7046-DA6188305C85}"/>
    <pc:docChg chg="modSld">
      <pc:chgData name="Guest User" userId="S::urn:spo:anon#bcf4ae2b5d1b6938af98b262ca09693389db5617b762dc160d4d60fbedaadefe::" providerId="AD" clId="Web-{4A7F5E20-7C6C-EF81-7046-DA6188305C85}" dt="2022-03-27T04:39:56.152" v="38" actId="20577"/>
      <pc:docMkLst>
        <pc:docMk/>
      </pc:docMkLst>
      <pc:sldChg chg="modSp">
        <pc:chgData name="Guest User" userId="S::urn:spo:anon#bcf4ae2b5d1b6938af98b262ca09693389db5617b762dc160d4d60fbedaadefe::" providerId="AD" clId="Web-{4A7F5E20-7C6C-EF81-7046-DA6188305C85}" dt="2022-03-27T04:38:19.290" v="37"/>
        <pc:sldMkLst>
          <pc:docMk/>
          <pc:sldMk cId="3463362221" sldId="261"/>
        </pc:sldMkLst>
        <pc:graphicFrameChg chg="mod modGraphic">
          <ac:chgData name="Guest User" userId="S::urn:spo:anon#bcf4ae2b5d1b6938af98b262ca09693389db5617b762dc160d4d60fbedaadefe::" providerId="AD" clId="Web-{4A7F5E20-7C6C-EF81-7046-DA6188305C85}" dt="2022-03-27T04:38:19.290" v="37"/>
          <ac:graphicFrameMkLst>
            <pc:docMk/>
            <pc:sldMk cId="3463362221" sldId="261"/>
            <ac:graphicFrameMk id="2" creationId="{E07459F9-FEF6-46B7-94AE-7B5803337545}"/>
          </ac:graphicFrameMkLst>
        </pc:graphicFrameChg>
      </pc:sldChg>
      <pc:sldChg chg="modSp">
        <pc:chgData name="Guest User" userId="S::urn:spo:anon#bcf4ae2b5d1b6938af98b262ca09693389db5617b762dc160d4d60fbedaadefe::" providerId="AD" clId="Web-{4A7F5E20-7C6C-EF81-7046-DA6188305C85}" dt="2022-03-27T04:39:56.152" v="38" actId="20577"/>
        <pc:sldMkLst>
          <pc:docMk/>
          <pc:sldMk cId="2245949286" sldId="276"/>
        </pc:sldMkLst>
        <pc:spChg chg="mod">
          <ac:chgData name="Guest User" userId="S::urn:spo:anon#bcf4ae2b5d1b6938af98b262ca09693389db5617b762dc160d4d60fbedaadefe::" providerId="AD" clId="Web-{4A7F5E20-7C6C-EF81-7046-DA6188305C85}" dt="2022-03-27T04:39:56.152" v="38" actId="20577"/>
          <ac:spMkLst>
            <pc:docMk/>
            <pc:sldMk cId="2245949286" sldId="276"/>
            <ac:spMk id="9" creationId="{78B01902-0CC6-4B8D-B89E-FDB2D50BA7F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3-22T07:53:48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14634 11224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BFA3-C61C-45BE-B424-4AF1960B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8D9BA-B2F7-4FC9-AF6D-EA424FD10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E070C-22D7-4908-B7BB-A532D515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0BF2A-5092-4333-9892-384024F07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20FF8-250D-41E2-99DC-85F5B013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1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77C-18FB-4F50-98CC-0841DF45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628F-B852-42FF-83AF-CD1864A66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586A-01D5-4160-85E3-F9E8EDF2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47A70-3E0D-4F56-8E0F-B3701B59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55389-0F0E-449A-A640-85EA5E69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2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7C46-C21C-46B1-99FD-7A1ED74D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58F88-6DFB-4085-B9F5-872FD214F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9502-1706-4CE4-B91F-D7DA5F2B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F7B2E-ECD1-4AFA-87CF-C7E10926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DBF35-BA38-4905-81D7-2A08AE57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1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3676-98A8-426A-9C26-A8451CEC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1F25-4C64-4B03-9B71-C4478732D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D458A-AD1F-4820-B4FA-C9FCD0277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5A74A-FA15-4AFC-8DAF-1B9E6D29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FE0C0-049B-4E6A-9920-1721FD8D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7BE67-69B3-456F-A952-5E5AE633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70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449F-9212-4AD8-AF5D-387E8C37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06D42-8042-4E7B-8AD7-133006A6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5024-9723-4273-886F-128008AEC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6F815-1FD1-4330-9084-C06157E8F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60D69-B700-46C5-908D-2957F401A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BD7D5-2557-4001-9CCE-D0A82B8E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3FBC9-7092-4166-A833-C862F7B0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84C98-3C38-4324-BF02-CE33CAD0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53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DDDC-E164-4B30-832C-59411BC2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DD8CB-E312-4524-9C42-7E60A68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E5CD2-BFEC-4F7C-996D-41C66111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CDE04-2BAE-462E-9866-AD49438D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8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45E67-4867-4ED5-B73F-5830CC7C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72CE5-3B5C-4AF1-B508-D4E0C68D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A64C8-F522-47E6-AC88-48B7C3A7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2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FD19-BD69-4DDA-A9FC-ECF11BC5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0BE-9961-4F82-BA6C-9C524CB83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74B6D-E2F9-425A-A12D-88A0A66EA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0197E-BC06-466F-8B7B-832267FC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92215-8B49-4B61-A5D9-B83CBE05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830FB-EE51-4CDF-BDF6-684E3F7F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87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F0D3-5E51-46A0-B160-693B106F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3F394-DBD6-49E4-81E2-990932BFC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C9E69-EB6B-44B4-A79E-345BDCC7E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10F2-F864-4606-B67F-2E332ABD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51A39-58F9-4C87-A2BB-23A4EFD7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D8A94-93A7-4FE7-9793-479F2926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21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7C86-5303-42D6-B494-7DD5A897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B294C-08DF-485E-B809-5EC58CF37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AD6B7-A4D7-4EAD-83A4-2E096957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3252A-CA6A-4FE0-9504-8A6994C4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84DBE-7E67-4EA9-AD21-5B3925EF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0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29A90-8669-498E-805F-3AF40FB10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D2211-D4B2-4756-B1B3-D14DE3CEA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7AEEA-7B4B-42D6-A7F7-272FDA36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474DA-7E89-44F5-9C69-14EF5DCC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D395-7EEA-4AD5-9BF0-DF89CB77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13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FFE4D-3AF8-40F9-81C9-1171E2A9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9CA77-CD74-4D82-9A4C-C67390B3F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140F1-576F-4869-A675-F83A35AB2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38417-9AF3-4143-8B80-DACE92E05ED1}" type="datetimeFigureOut">
              <a:rPr lang="en-IN" smtClean="0"/>
              <a:t>26-03-2022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87AA3-B7E7-4B42-B3AA-AE2AC601B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5774-6638-4E43-9D77-B1381BD12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1F82F-7512-4307-81F2-0B4E97A81C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8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customXml" Target="../ink/ink1.xml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36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1" y="3863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TEAM MEMBER DETAILS</a:t>
            </a:r>
          </a:p>
        </p:txBody>
      </p:sp>
      <p:graphicFrame>
        <p:nvGraphicFramePr>
          <p:cNvPr id="6" name="Google Shape;159;p33">
            <a:extLst>
              <a:ext uri="{FF2B5EF4-FFF2-40B4-BE49-F238E27FC236}">
                <a16:creationId xmlns:a16="http://schemas.microsoft.com/office/drawing/2014/main" id="{37127325-93BB-43EE-BFE3-8CAFD51AD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007285"/>
              </p:ext>
            </p:extLst>
          </p:nvPr>
        </p:nvGraphicFramePr>
        <p:xfrm>
          <a:off x="436940" y="1246784"/>
          <a:ext cx="11318119" cy="43644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19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7903">
                  <a:extLst>
                    <a:ext uri="{9D8B030D-6E8A-4147-A177-3AD203B41FA5}">
                      <a16:colId xmlns:a16="http://schemas.microsoft.com/office/drawing/2014/main" val="1640175348"/>
                    </a:ext>
                  </a:extLst>
                </a:gridCol>
              </a:tblGrid>
              <a:tr h="748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Team Name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BLAZZE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Institute Name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INDIAN INSTITUTE OF TECHNOLOGY ROORKEE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7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Team Members &gt;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 (Leader)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Name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err="1"/>
                        <a:t>Shreyam</a:t>
                      </a:r>
                      <a:r>
                        <a:rPr lang="en-US" sz="1800"/>
                        <a:t> Bansal</a:t>
                      </a:r>
                      <a:endParaRPr sz="18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Arjav Jain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err="1"/>
                        <a:t>Priyangsi</a:t>
                      </a:r>
                      <a:r>
                        <a:rPr lang="en-US" sz="2000"/>
                        <a:t> Dey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err="1"/>
                        <a:t>Arsh</a:t>
                      </a:r>
                      <a:r>
                        <a:rPr lang="en-US" sz="2000"/>
                        <a:t> Jindal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err="1"/>
                        <a:t>Lakshya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Ayan Shree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Batch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2023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2023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1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Area of expertise</a:t>
                      </a:r>
                      <a:endParaRPr sz="1400" b="1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Aero &amp; Thermal Mgmt.</a:t>
                      </a:r>
                      <a:endParaRPr sz="18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Powertrain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BMS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VCU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Accumulator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Vehicle Dynamics</a:t>
                      </a:r>
                      <a:endParaRPr sz="2000"/>
                    </a:p>
                  </a:txBody>
                  <a:tcPr marL="28575" marR="28575" marT="19050" marB="19050" anchor="ctr">
                    <a:lnL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97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Design Specifications (Summary)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B88D56-C80C-4224-9BA5-4B416586C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99035"/>
              </p:ext>
            </p:extLst>
          </p:nvPr>
        </p:nvGraphicFramePr>
        <p:xfrm>
          <a:off x="352021" y="820814"/>
          <a:ext cx="11487955" cy="5665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598">
                  <a:extLst>
                    <a:ext uri="{9D8B030D-6E8A-4147-A177-3AD203B41FA5}">
                      <a16:colId xmlns:a16="http://schemas.microsoft.com/office/drawing/2014/main" val="3600179503"/>
                    </a:ext>
                  </a:extLst>
                </a:gridCol>
                <a:gridCol w="3079329">
                  <a:extLst>
                    <a:ext uri="{9D8B030D-6E8A-4147-A177-3AD203B41FA5}">
                      <a16:colId xmlns:a16="http://schemas.microsoft.com/office/drawing/2014/main" val="3588276271"/>
                    </a:ext>
                  </a:extLst>
                </a:gridCol>
                <a:gridCol w="1815373">
                  <a:extLst>
                    <a:ext uri="{9D8B030D-6E8A-4147-A177-3AD203B41FA5}">
                      <a16:colId xmlns:a16="http://schemas.microsoft.com/office/drawing/2014/main" val="1669230364"/>
                    </a:ext>
                  </a:extLst>
                </a:gridCol>
                <a:gridCol w="634904">
                  <a:extLst>
                    <a:ext uri="{9D8B030D-6E8A-4147-A177-3AD203B41FA5}">
                      <a16:colId xmlns:a16="http://schemas.microsoft.com/office/drawing/2014/main" val="160804557"/>
                    </a:ext>
                  </a:extLst>
                </a:gridCol>
                <a:gridCol w="628245">
                  <a:extLst>
                    <a:ext uri="{9D8B030D-6E8A-4147-A177-3AD203B41FA5}">
                      <a16:colId xmlns:a16="http://schemas.microsoft.com/office/drawing/2014/main" val="663712140"/>
                    </a:ext>
                  </a:extLst>
                </a:gridCol>
                <a:gridCol w="1837308">
                  <a:extLst>
                    <a:ext uri="{9D8B030D-6E8A-4147-A177-3AD203B41FA5}">
                      <a16:colId xmlns:a16="http://schemas.microsoft.com/office/drawing/2014/main" val="536066412"/>
                    </a:ext>
                  </a:extLst>
                </a:gridCol>
                <a:gridCol w="2806198">
                  <a:extLst>
                    <a:ext uri="{9D8B030D-6E8A-4147-A177-3AD203B41FA5}">
                      <a16:colId xmlns:a16="http://schemas.microsoft.com/office/drawing/2014/main" val="3636471817"/>
                    </a:ext>
                  </a:extLst>
                </a:gridCol>
              </a:tblGrid>
              <a:tr h="344285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S/N</a:t>
                      </a:r>
                    </a:p>
                  </a:txBody>
                  <a:tcPr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Variable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IN" sz="11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IN" sz="11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06115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Vehicle Mass (kg)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16694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CG Height (mm)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036532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Mass Distribution (</a:t>
                      </a:r>
                      <a:r>
                        <a:rPr lang="en-IN" sz="1400" err="1"/>
                        <a:t>xxF-xxR</a:t>
                      </a:r>
                      <a:r>
                        <a:rPr lang="en-IN" sz="1400"/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40F60R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44F56R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951407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Wheelbase (mm)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/>
                        <a:t>1150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24947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Gradeability (Percentage)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Hand Calculations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35446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Range (km)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Powertrain Sizing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25100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Suspension Type (Front &amp; Rear)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9726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Brake System Type (Front &amp; Rear)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Disc Brake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Disc Brake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Comfort and rider 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365917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Frame Material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/>
                        <a:t>Al 6061 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559154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Frame Type/Construction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Tubular Space Frame/Laser cutting, welding of tubes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Light weight, High </a:t>
                      </a:r>
                      <a:r>
                        <a:rPr kumimoji="0" lang="en-IN" sz="14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strenth</a:t>
                      </a: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94244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Drive Type (FWD/RWD/AWD)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RWD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Most effective due to longitudinal load transfer during acceleration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440482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Motor (Technology, Model Number)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BLDC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LEISON 57BLF047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504361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Motor Power (kW)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92369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Battery Pack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Cylindrical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14s4p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0.4954 kWh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21782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Power Management / Control Features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Motor Controller, BMS, VCU and Shutdown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274044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IOT Features &amp; Instrumentation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GPS Module, GSM Module, PIC Microcontroller, 8MHz Crystal, Hall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031859"/>
                  </a:ext>
                </a:extLst>
              </a:tr>
              <a:tr h="312986">
                <a:tc>
                  <a:txBody>
                    <a:bodyPr/>
                    <a:lstStyle/>
                    <a:p>
                      <a:pPr algn="ctr"/>
                      <a:r>
                        <a:rPr lang="en-IN" sz="1400" b="0"/>
                        <a:t>17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Optional Information (if any)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endParaRPr lang="en-IN" sz="14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22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93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Cost Breakup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7459F9-FEF6-46B7-94AE-7B5803337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399677"/>
              </p:ext>
            </p:extLst>
          </p:nvPr>
        </p:nvGraphicFramePr>
        <p:xfrm>
          <a:off x="965915" y="971828"/>
          <a:ext cx="10307390" cy="43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60">
                  <a:extLst>
                    <a:ext uri="{9D8B030D-6E8A-4147-A177-3AD203B41FA5}">
                      <a16:colId xmlns:a16="http://schemas.microsoft.com/office/drawing/2014/main" val="3600179503"/>
                    </a:ext>
                  </a:extLst>
                </a:gridCol>
                <a:gridCol w="2691684">
                  <a:extLst>
                    <a:ext uri="{9D8B030D-6E8A-4147-A177-3AD203B41FA5}">
                      <a16:colId xmlns:a16="http://schemas.microsoft.com/office/drawing/2014/main" val="3588276271"/>
                    </a:ext>
                  </a:extLst>
                </a:gridCol>
                <a:gridCol w="2305318">
                  <a:extLst>
                    <a:ext uri="{9D8B030D-6E8A-4147-A177-3AD203B41FA5}">
                      <a16:colId xmlns:a16="http://schemas.microsoft.com/office/drawing/2014/main" val="1669230364"/>
                    </a:ext>
                  </a:extLst>
                </a:gridCol>
                <a:gridCol w="4614928">
                  <a:extLst>
                    <a:ext uri="{9D8B030D-6E8A-4147-A177-3AD203B41FA5}">
                      <a16:colId xmlns:a16="http://schemas.microsoft.com/office/drawing/2014/main" val="3636471817"/>
                    </a:ext>
                  </a:extLst>
                </a:gridCol>
              </a:tblGrid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S/N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Subsystem Name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Expected Cost (INR)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Comments (reasoning, if any)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061159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Frame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5000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16694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Suspension &amp; Braking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2000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036532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Powertrain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6080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951407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Battery Pack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53000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24947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Electronics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6150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9726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Miscellaneous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2770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365917"/>
                  </a:ext>
                </a:extLst>
              </a:tr>
              <a:tr h="481972"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559154"/>
                  </a:ext>
                </a:extLst>
              </a:tr>
              <a:tr h="481972">
                <a:tc gridSpan="2"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Total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75000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94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362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Overall Concept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0B731-771B-4522-B4DC-4D073FB0864D}"/>
              </a:ext>
            </a:extLst>
          </p:cNvPr>
          <p:cNvSpPr/>
          <p:nvPr/>
        </p:nvSpPr>
        <p:spPr>
          <a:xfrm>
            <a:off x="298888" y="909461"/>
            <a:ext cx="2667853" cy="5148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Reliability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9D046-8230-4C9E-A5B1-A0829CF9CC44}"/>
              </a:ext>
            </a:extLst>
          </p:cNvPr>
          <p:cNvSpPr/>
          <p:nvPr/>
        </p:nvSpPr>
        <p:spPr>
          <a:xfrm>
            <a:off x="298888" y="1478619"/>
            <a:ext cx="2667853" cy="5148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Manufacturability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4518E-995D-46FF-BA28-FAA740A3A038}"/>
              </a:ext>
            </a:extLst>
          </p:cNvPr>
          <p:cNvSpPr/>
          <p:nvPr/>
        </p:nvSpPr>
        <p:spPr>
          <a:xfrm>
            <a:off x="298886" y="2050494"/>
            <a:ext cx="2667854" cy="5148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User Comfort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02BF8-510F-4F56-8252-85786063B451}"/>
              </a:ext>
            </a:extLst>
          </p:cNvPr>
          <p:cNvSpPr/>
          <p:nvPr/>
        </p:nvSpPr>
        <p:spPr>
          <a:xfrm>
            <a:off x="298886" y="2619652"/>
            <a:ext cx="2667854" cy="5148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Economic Viability</a:t>
            </a:r>
          </a:p>
        </p:txBody>
      </p:sp>
      <p:sp>
        <p:nvSpPr>
          <p:cNvPr id="9" name="Google Shape;83;p14">
            <a:extLst>
              <a:ext uri="{FF2B5EF4-FFF2-40B4-BE49-F238E27FC236}">
                <a16:creationId xmlns:a16="http://schemas.microsoft.com/office/drawing/2014/main" id="{78B01902-0CC6-4B8D-B89E-FDB2D50BA7F7}"/>
              </a:ext>
            </a:extLst>
          </p:cNvPr>
          <p:cNvSpPr txBox="1"/>
          <p:nvPr/>
        </p:nvSpPr>
        <p:spPr>
          <a:xfrm>
            <a:off x="5933484" y="805744"/>
            <a:ext cx="5413073" cy="133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Features: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Calibri"/>
                <a:cs typeface="Calibri"/>
              </a:rPr>
              <a:t>GPS enabled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Calibri"/>
                <a:cs typeface="Calibri"/>
              </a:rPr>
              <a:t>Can travel 170km on single charge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Calibri"/>
                <a:cs typeface="Calibri"/>
              </a:rPr>
              <a:t>Speed and distance monitored and displayed on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3CDE2F-980D-4693-98BD-1B591A3A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58" y="3383556"/>
            <a:ext cx="4829017" cy="291584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B77003-004C-40DB-875B-A85680C8F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572" y="3383556"/>
            <a:ext cx="3806864" cy="28703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594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Frame Design &amp; Packaging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EBEE72-35C9-4B84-B81E-F660FC535AFC}"/>
              </a:ext>
            </a:extLst>
          </p:cNvPr>
          <p:cNvSpPr/>
          <p:nvPr/>
        </p:nvSpPr>
        <p:spPr>
          <a:xfrm>
            <a:off x="99837" y="5190566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Component Selection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30AC9B-8DC7-4BCD-907E-2805E4025BD6}"/>
              </a:ext>
            </a:extLst>
          </p:cNvPr>
          <p:cNvSpPr/>
          <p:nvPr/>
        </p:nvSpPr>
        <p:spPr>
          <a:xfrm>
            <a:off x="2233469" y="5190566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Preliminary Packaging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DCFF10-29F6-44D3-A5B5-446ED5F935B1}"/>
              </a:ext>
            </a:extLst>
          </p:cNvPr>
          <p:cNvSpPr/>
          <p:nvPr/>
        </p:nvSpPr>
        <p:spPr>
          <a:xfrm>
            <a:off x="4367101" y="5190566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Frame Design Finalization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A8E956-3C0A-4115-A3E4-7D72203AA905}"/>
              </a:ext>
            </a:extLst>
          </p:cNvPr>
          <p:cNvSpPr/>
          <p:nvPr/>
        </p:nvSpPr>
        <p:spPr>
          <a:xfrm>
            <a:off x="405442" y="1462318"/>
            <a:ext cx="2544790" cy="44569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Arial"/>
              </a:rPr>
              <a:t>Reliability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E4319D-F189-40A3-889F-48B5DD947ABD}"/>
              </a:ext>
            </a:extLst>
          </p:cNvPr>
          <p:cNvSpPr/>
          <p:nvPr/>
        </p:nvSpPr>
        <p:spPr>
          <a:xfrm>
            <a:off x="3266537" y="1289789"/>
            <a:ext cx="2659088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/>
                <a:ea typeface="Lato"/>
                <a:cs typeface="Lato"/>
              </a:rPr>
              <a:t>Accurate Manufacturing</a:t>
            </a:r>
            <a:endParaRPr lang="en-US" sz="140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33B84-413C-4863-9D75-7517099B3151}"/>
              </a:ext>
            </a:extLst>
          </p:cNvPr>
          <p:cNvSpPr/>
          <p:nvPr/>
        </p:nvSpPr>
        <p:spPr>
          <a:xfrm>
            <a:off x="74761" y="1361678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01D0B0BA-BB03-4065-8321-C69F3A757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9" y="1523063"/>
            <a:ext cx="347034" cy="361591"/>
          </a:xfrm>
          <a:prstGeom prst="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0348AD8-383C-438D-97B7-4E14FFAAA662}"/>
              </a:ext>
            </a:extLst>
          </p:cNvPr>
          <p:cNvCxnSpPr/>
          <p:nvPr/>
        </p:nvCxnSpPr>
        <p:spPr>
          <a:xfrm>
            <a:off x="2952750" y="1657132"/>
            <a:ext cx="298450" cy="2286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BF043F3-65A7-41B6-BD46-2D3AF63FABF3}"/>
              </a:ext>
            </a:extLst>
          </p:cNvPr>
          <p:cNvCxnSpPr>
            <a:cxnSpLocks/>
          </p:cNvCxnSpPr>
          <p:nvPr/>
        </p:nvCxnSpPr>
        <p:spPr>
          <a:xfrm flipV="1">
            <a:off x="2952749" y="1453932"/>
            <a:ext cx="298450" cy="2032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4A9D4E4-BD2C-4B3A-BEBD-219182CBEE0A}"/>
              </a:ext>
            </a:extLst>
          </p:cNvPr>
          <p:cNvSpPr/>
          <p:nvPr/>
        </p:nvSpPr>
        <p:spPr>
          <a:xfrm>
            <a:off x="3267804" y="1699719"/>
            <a:ext cx="3004864" cy="388188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/>
                <a:ea typeface="Lato"/>
                <a:cs typeface="Lato"/>
              </a:rPr>
              <a:t>Model-Based Design for Validation</a:t>
            </a:r>
            <a:endParaRPr lang="en-US" sz="140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5D94CB-EE50-44D2-AA6B-90223A151600}"/>
              </a:ext>
            </a:extLst>
          </p:cNvPr>
          <p:cNvSpPr/>
          <p:nvPr/>
        </p:nvSpPr>
        <p:spPr>
          <a:xfrm>
            <a:off x="405443" y="2121577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 Manufacturability</a:t>
            </a:r>
            <a:endParaRPr lang="en-US" sz="1600">
              <a:cs typeface="Arial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26B6DA9-F0AB-42BC-B2FC-4478531B8343}"/>
              </a:ext>
            </a:extLst>
          </p:cNvPr>
          <p:cNvSpPr/>
          <p:nvPr/>
        </p:nvSpPr>
        <p:spPr>
          <a:xfrm>
            <a:off x="74759" y="2020937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9">
            <a:extLst>
              <a:ext uri="{FF2B5EF4-FFF2-40B4-BE49-F238E27FC236}">
                <a16:creationId xmlns:a16="http://schemas.microsoft.com/office/drawing/2014/main" id="{3F7FE541-9A12-4FA2-8897-0A7DAC6F4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48" y="2148806"/>
            <a:ext cx="347213" cy="371116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D8CD943-2012-4AA7-B0D0-50F02A3A8512}"/>
              </a:ext>
            </a:extLst>
          </p:cNvPr>
          <p:cNvSpPr/>
          <p:nvPr/>
        </p:nvSpPr>
        <p:spPr>
          <a:xfrm>
            <a:off x="3266537" y="2168912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Automated Machining of Tubes</a:t>
            </a:r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D35AB34-2DDD-43E1-AFD7-8989752F8CAC}"/>
              </a:ext>
            </a:extLst>
          </p:cNvPr>
          <p:cNvCxnSpPr>
            <a:stCxn id="44" idx="3"/>
            <a:endCxn id="47" idx="1"/>
          </p:cNvCxnSpPr>
          <p:nvPr/>
        </p:nvCxnSpPr>
        <p:spPr>
          <a:xfrm flipV="1">
            <a:off x="2950233" y="2348629"/>
            <a:ext cx="316304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BE5BDFF-E1FF-46C7-980F-C089C4F8B622}"/>
              </a:ext>
            </a:extLst>
          </p:cNvPr>
          <p:cNvSpPr/>
          <p:nvPr/>
        </p:nvSpPr>
        <p:spPr>
          <a:xfrm>
            <a:off x="393937" y="2816060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 User Comfort</a:t>
            </a:r>
            <a:endParaRPr lang="en-US" sz="1600">
              <a:cs typeface="Arial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AC197EB-9B95-4582-B746-B02E89F2488B}"/>
              </a:ext>
            </a:extLst>
          </p:cNvPr>
          <p:cNvSpPr/>
          <p:nvPr/>
        </p:nvSpPr>
        <p:spPr>
          <a:xfrm>
            <a:off x="70446" y="2701296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Icon&#10;&#10;Description automatically generated">
            <a:extLst>
              <a:ext uri="{FF2B5EF4-FFF2-40B4-BE49-F238E27FC236}">
                <a16:creationId xmlns:a16="http://schemas.microsoft.com/office/drawing/2014/main" id="{6275B768-3F13-41F2-8C91-43DBF8A92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6" y="2776018"/>
            <a:ext cx="505732" cy="505732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8C935FB0-0405-48E5-9BEC-1A06242B01F7}"/>
              </a:ext>
            </a:extLst>
          </p:cNvPr>
          <p:cNvSpPr/>
          <p:nvPr/>
        </p:nvSpPr>
        <p:spPr>
          <a:xfrm>
            <a:off x="393937" y="3475259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Economic Viability</a:t>
            </a:r>
            <a:endParaRPr lang="en-US" sz="1600">
              <a:cs typeface="Arial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0745E08-F01B-4FFE-B0DC-F35D4266D0CE}"/>
              </a:ext>
            </a:extLst>
          </p:cNvPr>
          <p:cNvSpPr/>
          <p:nvPr/>
        </p:nvSpPr>
        <p:spPr>
          <a:xfrm>
            <a:off x="70446" y="3360495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15DF5103-A6B3-4094-B370-EA3C12F1AA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6" y="3401250"/>
            <a:ext cx="505732" cy="505732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2DF0D796-4BA3-46E9-B0A6-AD817B797A59}"/>
              </a:ext>
            </a:extLst>
          </p:cNvPr>
          <p:cNvSpPr/>
          <p:nvPr/>
        </p:nvSpPr>
        <p:spPr>
          <a:xfrm>
            <a:off x="3229631" y="2865120"/>
            <a:ext cx="2742060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Ergonomics Incorporated Design</a:t>
            </a:r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0A90BBB-D3EC-413A-896A-BD3EF8BCB6A2}"/>
              </a:ext>
            </a:extLst>
          </p:cNvPr>
          <p:cNvCxnSpPr>
            <a:cxnSpLocks/>
            <a:stCxn id="49" idx="3"/>
            <a:endCxn id="55" idx="1"/>
          </p:cNvCxnSpPr>
          <p:nvPr/>
        </p:nvCxnSpPr>
        <p:spPr>
          <a:xfrm flipV="1">
            <a:off x="2938727" y="3044837"/>
            <a:ext cx="290904" cy="1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F7E8F48-EB16-4DD4-A20D-A15FCF7FE842}"/>
              </a:ext>
            </a:extLst>
          </p:cNvPr>
          <p:cNvSpPr/>
          <p:nvPr/>
        </p:nvSpPr>
        <p:spPr>
          <a:xfrm>
            <a:off x="3220471" y="3296695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Reduced # of Chassis Tubes</a:t>
            </a:r>
            <a:endParaRPr lang="en-US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FCC7E39-8C90-4C0A-88C2-AD23EE75F8BA}"/>
              </a:ext>
            </a:extLst>
          </p:cNvPr>
          <p:cNvCxnSpPr/>
          <p:nvPr/>
        </p:nvCxnSpPr>
        <p:spPr>
          <a:xfrm>
            <a:off x="2932572" y="3704512"/>
            <a:ext cx="298450" cy="2286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1145D88-981F-43FD-8B6C-66905286E46B}"/>
              </a:ext>
            </a:extLst>
          </p:cNvPr>
          <p:cNvCxnSpPr>
            <a:cxnSpLocks/>
          </p:cNvCxnSpPr>
          <p:nvPr/>
        </p:nvCxnSpPr>
        <p:spPr>
          <a:xfrm flipV="1">
            <a:off x="2932571" y="3501312"/>
            <a:ext cx="298450" cy="2032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4A819DB-4794-4DA1-9DA5-02D22FDC5CD2}"/>
              </a:ext>
            </a:extLst>
          </p:cNvPr>
          <p:cNvSpPr/>
          <p:nvPr/>
        </p:nvSpPr>
        <p:spPr>
          <a:xfrm>
            <a:off x="3229631" y="3754050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Lesser Manufacturing Costs</a:t>
            </a:r>
            <a:endParaRPr lang="en-US"/>
          </a:p>
        </p:txBody>
      </p:sp>
      <p:sp>
        <p:nvSpPr>
          <p:cNvPr id="61" name="Google Shape;1675;p36">
            <a:extLst>
              <a:ext uri="{FF2B5EF4-FFF2-40B4-BE49-F238E27FC236}">
                <a16:creationId xmlns:a16="http://schemas.microsoft.com/office/drawing/2014/main" id="{7C1948DA-6F16-41C3-B642-44EA532178C5}"/>
              </a:ext>
            </a:extLst>
          </p:cNvPr>
          <p:cNvSpPr txBox="1"/>
          <p:nvPr/>
        </p:nvSpPr>
        <p:spPr>
          <a:xfrm>
            <a:off x="-17673" y="756394"/>
            <a:ext cx="4582053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Subsystem Level Goals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62" name="Google Shape;1676;p36">
            <a:extLst>
              <a:ext uri="{FF2B5EF4-FFF2-40B4-BE49-F238E27FC236}">
                <a16:creationId xmlns:a16="http://schemas.microsoft.com/office/drawing/2014/main" id="{D2AD96AD-08FD-424A-B5A6-D26D0A7A0514}"/>
              </a:ext>
            </a:extLst>
          </p:cNvPr>
          <p:cNvSpPr/>
          <p:nvPr/>
        </p:nvSpPr>
        <p:spPr>
          <a:xfrm>
            <a:off x="4367956" y="74845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63" name="Google Shape;1677;p36">
            <a:extLst>
              <a:ext uri="{FF2B5EF4-FFF2-40B4-BE49-F238E27FC236}">
                <a16:creationId xmlns:a16="http://schemas.microsoft.com/office/drawing/2014/main" id="{828B33A8-BDFC-47BC-99DE-6597DA0AF04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0956" t="10435" r="20375" b="11280"/>
          <a:stretch/>
        </p:blipFill>
        <p:spPr>
          <a:xfrm>
            <a:off x="4367101" y="792674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1675;p36">
            <a:extLst>
              <a:ext uri="{FF2B5EF4-FFF2-40B4-BE49-F238E27FC236}">
                <a16:creationId xmlns:a16="http://schemas.microsoft.com/office/drawing/2014/main" id="{4EC22879-2309-4C0B-9715-6C3B884ABF61}"/>
              </a:ext>
            </a:extLst>
          </p:cNvPr>
          <p:cNvSpPr txBox="1"/>
          <p:nvPr/>
        </p:nvSpPr>
        <p:spPr>
          <a:xfrm>
            <a:off x="-17673" y="4266153"/>
            <a:ext cx="4582053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Design Process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65" name="Google Shape;1676;p36">
            <a:extLst>
              <a:ext uri="{FF2B5EF4-FFF2-40B4-BE49-F238E27FC236}">
                <a16:creationId xmlns:a16="http://schemas.microsoft.com/office/drawing/2014/main" id="{BADDBC1F-CAAC-4E00-8142-31D03FD36903}"/>
              </a:ext>
            </a:extLst>
          </p:cNvPr>
          <p:cNvSpPr/>
          <p:nvPr/>
        </p:nvSpPr>
        <p:spPr>
          <a:xfrm>
            <a:off x="4367956" y="4258213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66" name="Google Shape;1677;p36">
            <a:extLst>
              <a:ext uri="{FF2B5EF4-FFF2-40B4-BE49-F238E27FC236}">
                <a16:creationId xmlns:a16="http://schemas.microsoft.com/office/drawing/2014/main" id="{1D9C86B3-95DC-446A-8D4C-5FC7895CDF7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0956" t="10435" r="20375" b="11280"/>
          <a:stretch/>
        </p:blipFill>
        <p:spPr>
          <a:xfrm>
            <a:off x="4367101" y="4302433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F641A3D-39AF-4557-BCA7-327DD6BEED51}"/>
              </a:ext>
            </a:extLst>
          </p:cNvPr>
          <p:cNvSpPr/>
          <p:nvPr/>
        </p:nvSpPr>
        <p:spPr>
          <a:xfrm>
            <a:off x="1837883" y="5370530"/>
            <a:ext cx="396582" cy="286402"/>
          </a:xfrm>
          <a:prstGeom prst="rightArrow">
            <a:avLst/>
          </a:prstGeom>
          <a:solidFill>
            <a:srgbClr val="49BD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E6AA959A-9176-41EF-9828-7AADB079D098}"/>
              </a:ext>
            </a:extLst>
          </p:cNvPr>
          <p:cNvSpPr/>
          <p:nvPr/>
        </p:nvSpPr>
        <p:spPr>
          <a:xfrm>
            <a:off x="3971515" y="5368539"/>
            <a:ext cx="396582" cy="286402"/>
          </a:xfrm>
          <a:prstGeom prst="rightArrow">
            <a:avLst/>
          </a:prstGeom>
          <a:solidFill>
            <a:srgbClr val="49BD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oogle Shape;1675;p36">
            <a:extLst>
              <a:ext uri="{FF2B5EF4-FFF2-40B4-BE49-F238E27FC236}">
                <a16:creationId xmlns:a16="http://schemas.microsoft.com/office/drawing/2014/main" id="{E3509129-ECB4-4FB4-9703-D5FF9DADEA01}"/>
              </a:ext>
            </a:extLst>
          </p:cNvPr>
          <p:cNvSpPr txBox="1"/>
          <p:nvPr/>
        </p:nvSpPr>
        <p:spPr>
          <a:xfrm>
            <a:off x="7632243" y="752451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Frame Design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2" name="Google Shape;1676;p36">
            <a:extLst>
              <a:ext uri="{FF2B5EF4-FFF2-40B4-BE49-F238E27FC236}">
                <a16:creationId xmlns:a16="http://schemas.microsoft.com/office/drawing/2014/main" id="{A8F919FD-DD3A-46D3-A2E8-2C522250F394}"/>
              </a:ext>
            </a:extLst>
          </p:cNvPr>
          <p:cNvSpPr/>
          <p:nvPr/>
        </p:nvSpPr>
        <p:spPr>
          <a:xfrm>
            <a:off x="7433170" y="752451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73" name="Google Shape;1677;p36">
            <a:extLst>
              <a:ext uri="{FF2B5EF4-FFF2-40B4-BE49-F238E27FC236}">
                <a16:creationId xmlns:a16="http://schemas.microsoft.com/office/drawing/2014/main" id="{5BA04D89-A782-4907-A841-902BEE45AB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0956" t="10435" r="20375" b="11280"/>
          <a:stretch/>
        </p:blipFill>
        <p:spPr>
          <a:xfrm>
            <a:off x="7432315" y="796671"/>
            <a:ext cx="360900" cy="31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B21D4-EF01-4B97-B3B6-9AFA6EDC4C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682" y="1429852"/>
            <a:ext cx="4665577" cy="369256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8" name="Google Shape;83;p14">
            <a:extLst>
              <a:ext uri="{FF2B5EF4-FFF2-40B4-BE49-F238E27FC236}">
                <a16:creationId xmlns:a16="http://schemas.microsoft.com/office/drawing/2014/main" id="{1C75A2E5-A361-4F3A-82DF-BBCE8CF559BB}"/>
              </a:ext>
            </a:extLst>
          </p:cNvPr>
          <p:cNvSpPr txBox="1"/>
          <p:nvPr/>
        </p:nvSpPr>
        <p:spPr>
          <a:xfrm>
            <a:off x="6166146" y="5300593"/>
            <a:ext cx="6059052" cy="10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Material used: Al 6061 T6 (Lightweight and durable with high yield strength)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Minimalistic unisex design with least possible number of tubes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7365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Frame Design &amp; Packaging</a:t>
            </a:r>
          </a:p>
        </p:txBody>
      </p:sp>
      <p:sp>
        <p:nvSpPr>
          <p:cNvPr id="6" name="Google Shape;1675;p36">
            <a:extLst>
              <a:ext uri="{FF2B5EF4-FFF2-40B4-BE49-F238E27FC236}">
                <a16:creationId xmlns:a16="http://schemas.microsoft.com/office/drawing/2014/main" id="{BA5F203A-CC83-4D2E-8AB1-9657AE6FB88A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Vehicle Packaging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" name="Google Shape;1676;p36">
            <a:extLst>
              <a:ext uri="{FF2B5EF4-FFF2-40B4-BE49-F238E27FC236}">
                <a16:creationId xmlns:a16="http://schemas.microsoft.com/office/drawing/2014/main" id="{E898E1C3-2037-460C-90EE-DB198A61069E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8" name="Google Shape;1677;p36">
            <a:extLst>
              <a:ext uri="{FF2B5EF4-FFF2-40B4-BE49-F238E27FC236}">
                <a16:creationId xmlns:a16="http://schemas.microsoft.com/office/drawing/2014/main" id="{E5376826-6DD6-40FE-9635-8FC19E66B8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E21E1C-DABB-4162-9C10-8B79A00CC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7" y="1919466"/>
            <a:ext cx="5706412" cy="348077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DFEE95DA-940B-4E4E-B1BA-57E0D0281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958010"/>
              </p:ext>
            </p:extLst>
          </p:nvPr>
        </p:nvGraphicFramePr>
        <p:xfrm>
          <a:off x="7069394" y="2674718"/>
          <a:ext cx="4559885" cy="1508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3098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1133317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  <a:gridCol w="1203470">
                  <a:extLst>
                    <a:ext uri="{9D8B030D-6E8A-4147-A177-3AD203B41FA5}">
                      <a16:colId xmlns:a16="http://schemas.microsoft.com/office/drawing/2014/main" val="1530181627"/>
                    </a:ext>
                  </a:extLst>
                </a:gridCol>
              </a:tblGrid>
              <a:tr h="617665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Specifications</a:t>
                      </a:r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W/o Driver &amp; Payload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With Driver &amp; Payload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2868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CG Height (mm)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  <a:tr h="3020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Weight Distribution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40F60R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44F56R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674828"/>
                  </a:ext>
                </a:extLst>
              </a:tr>
              <a:tr h="3020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Total Payload Volume (</a:t>
                      </a:r>
                      <a:r>
                        <a:rPr lang="en-US" sz="1200" b="0" i="0" u="none" strike="noStrike" noProof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litres</a:t>
                      </a: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)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115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7010429"/>
                  </a:ext>
                </a:extLst>
              </a:tr>
            </a:tbl>
          </a:graphicData>
        </a:graphic>
      </p:graphicFrame>
      <p:sp>
        <p:nvSpPr>
          <p:cNvPr id="14" name="Google Shape;83;p14">
            <a:extLst>
              <a:ext uri="{FF2B5EF4-FFF2-40B4-BE49-F238E27FC236}">
                <a16:creationId xmlns:a16="http://schemas.microsoft.com/office/drawing/2014/main" id="{A779A95B-B72F-4939-B0D1-8DA50E1E47DF}"/>
              </a:ext>
            </a:extLst>
          </p:cNvPr>
          <p:cNvSpPr txBox="1"/>
          <p:nvPr/>
        </p:nvSpPr>
        <p:spPr>
          <a:xfrm>
            <a:off x="6210286" y="4979359"/>
            <a:ext cx="6059052" cy="10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The entire payload was divided into 2 storage boxes of 57.5 litres each for optimum weight distribution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9711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Powertrain Design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9D282F-65CC-4C99-AEB6-933EBCFEE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66" y="1439461"/>
            <a:ext cx="5731673" cy="253014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2CD02D-F09C-4280-970F-A06B0F7A5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342610"/>
              </p:ext>
            </p:extLst>
          </p:nvPr>
        </p:nvGraphicFramePr>
        <p:xfrm>
          <a:off x="7025241" y="4487148"/>
          <a:ext cx="4452321" cy="1570890"/>
        </p:xfrm>
        <a:graphic>
          <a:graphicData uri="http://schemas.openxmlformats.org/drawingml/2006/table">
            <a:tbl>
              <a:tblPr/>
              <a:tblGrid>
                <a:gridCol w="413256">
                  <a:extLst>
                    <a:ext uri="{9D8B030D-6E8A-4147-A177-3AD203B41FA5}">
                      <a16:colId xmlns:a16="http://schemas.microsoft.com/office/drawing/2014/main" val="882682182"/>
                    </a:ext>
                  </a:extLst>
                </a:gridCol>
                <a:gridCol w="615580">
                  <a:extLst>
                    <a:ext uri="{9D8B030D-6E8A-4147-A177-3AD203B41FA5}">
                      <a16:colId xmlns:a16="http://schemas.microsoft.com/office/drawing/2014/main" val="1631338472"/>
                    </a:ext>
                  </a:extLst>
                </a:gridCol>
                <a:gridCol w="902688">
                  <a:extLst>
                    <a:ext uri="{9D8B030D-6E8A-4147-A177-3AD203B41FA5}">
                      <a16:colId xmlns:a16="http://schemas.microsoft.com/office/drawing/2014/main" val="2813274975"/>
                    </a:ext>
                  </a:extLst>
                </a:gridCol>
                <a:gridCol w="674160">
                  <a:extLst>
                    <a:ext uri="{9D8B030D-6E8A-4147-A177-3AD203B41FA5}">
                      <a16:colId xmlns:a16="http://schemas.microsoft.com/office/drawing/2014/main" val="667921057"/>
                    </a:ext>
                  </a:extLst>
                </a:gridCol>
                <a:gridCol w="981325">
                  <a:extLst>
                    <a:ext uri="{9D8B030D-6E8A-4147-A177-3AD203B41FA5}">
                      <a16:colId xmlns:a16="http://schemas.microsoft.com/office/drawing/2014/main" val="678344307"/>
                    </a:ext>
                  </a:extLst>
                </a:gridCol>
                <a:gridCol w="865312">
                  <a:extLst>
                    <a:ext uri="{9D8B030D-6E8A-4147-A177-3AD203B41FA5}">
                      <a16:colId xmlns:a16="http://schemas.microsoft.com/office/drawing/2014/main" val="4229641400"/>
                    </a:ext>
                  </a:extLst>
                </a:gridCol>
              </a:tblGrid>
              <a:tr h="34254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S/N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Velocity (km/h)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Acceleration (m/s</a:t>
                      </a:r>
                      <a:r>
                        <a:rPr lang="en-US" sz="800" b="1" i="0" u="none" strike="noStrike" baseline="30000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Gradient (degree) 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Required Torque (Nm)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Motor Power (W)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0803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1.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30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238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01662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2.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54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87883"/>
                  </a:ext>
                </a:extLst>
              </a:tr>
              <a:tr h="31767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3.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89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447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344259"/>
                  </a:ext>
                </a:extLst>
              </a:tr>
              <a:tr h="27532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4.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0.5</a:t>
                      </a:r>
                      <a:endParaRPr lang="en-US">
                        <a:effectLst/>
                      </a:endParaRPr>
                    </a:p>
                  </a:txBody>
                  <a:tcPr marL="76200" marR="76200" marT="22860" marB="2286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76200" marR="76200" marT="22860" marB="2286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113</a:t>
                      </a:r>
                      <a:endParaRPr lang="en-US">
                        <a:effectLst/>
                      </a:endParaRPr>
                    </a:p>
                  </a:txBody>
                  <a:tcPr marL="76200" marR="76200" marT="22860" marB="2286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76200" marR="76200" marT="22860" marB="2286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15463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9B8F121A-EEF2-422B-A6A5-ABF33A0F9DFB}"/>
              </a:ext>
            </a:extLst>
          </p:cNvPr>
          <p:cNvSpPr/>
          <p:nvPr/>
        </p:nvSpPr>
        <p:spPr>
          <a:xfrm>
            <a:off x="405442" y="1442654"/>
            <a:ext cx="2544790" cy="44569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Arial"/>
              </a:rPr>
              <a:t>Reliability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8FA47B-0228-4977-9836-D22C32577A88}"/>
              </a:ext>
            </a:extLst>
          </p:cNvPr>
          <p:cNvSpPr/>
          <p:nvPr/>
        </p:nvSpPr>
        <p:spPr>
          <a:xfrm>
            <a:off x="3266537" y="1270125"/>
            <a:ext cx="2659088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/>
                <a:ea typeface="Lato"/>
                <a:cs typeface="Lato"/>
              </a:rPr>
              <a:t>High Quality Components</a:t>
            </a:r>
            <a:endParaRPr lang="en-US" sz="140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484F265-EF73-4A5C-A0B2-A81E75A66CEF}"/>
              </a:ext>
            </a:extLst>
          </p:cNvPr>
          <p:cNvSpPr/>
          <p:nvPr/>
        </p:nvSpPr>
        <p:spPr>
          <a:xfrm>
            <a:off x="74761" y="1342014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1">
            <a:extLst>
              <a:ext uri="{FF2B5EF4-FFF2-40B4-BE49-F238E27FC236}">
                <a16:creationId xmlns:a16="http://schemas.microsoft.com/office/drawing/2014/main" id="{B0CADFD1-5B1D-4498-9B55-95899BA74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39" y="1503399"/>
            <a:ext cx="347034" cy="361591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8DA40BA-D790-44C2-AE97-AA0282892371}"/>
              </a:ext>
            </a:extLst>
          </p:cNvPr>
          <p:cNvCxnSpPr/>
          <p:nvPr/>
        </p:nvCxnSpPr>
        <p:spPr>
          <a:xfrm>
            <a:off x="2952750" y="1637468"/>
            <a:ext cx="298450" cy="2286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BDD27E7-527D-4E63-9352-CF65336A04CA}"/>
              </a:ext>
            </a:extLst>
          </p:cNvPr>
          <p:cNvCxnSpPr>
            <a:cxnSpLocks/>
          </p:cNvCxnSpPr>
          <p:nvPr/>
        </p:nvCxnSpPr>
        <p:spPr>
          <a:xfrm flipV="1">
            <a:off x="2952749" y="1434268"/>
            <a:ext cx="298450" cy="2032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AD7B4-C25D-480E-97CB-5B3A385DD83B}"/>
              </a:ext>
            </a:extLst>
          </p:cNvPr>
          <p:cNvSpPr/>
          <p:nvPr/>
        </p:nvSpPr>
        <p:spPr>
          <a:xfrm>
            <a:off x="3267804" y="1680055"/>
            <a:ext cx="3004864" cy="388188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/>
                <a:ea typeface="Lato"/>
                <a:cs typeface="Lato"/>
              </a:rPr>
              <a:t>Model-Based Design for Validation</a:t>
            </a:r>
            <a:endParaRPr lang="en-US" sz="140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FEB755-F27C-402F-B6FF-77A0730C172C}"/>
              </a:ext>
            </a:extLst>
          </p:cNvPr>
          <p:cNvSpPr/>
          <p:nvPr/>
        </p:nvSpPr>
        <p:spPr>
          <a:xfrm>
            <a:off x="405443" y="2101913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 Manufacturability</a:t>
            </a:r>
            <a:endParaRPr lang="en-US" sz="1600">
              <a:cs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AAE7D6-DBCC-4792-A571-348DA9D57774}"/>
              </a:ext>
            </a:extLst>
          </p:cNvPr>
          <p:cNvSpPr/>
          <p:nvPr/>
        </p:nvSpPr>
        <p:spPr>
          <a:xfrm>
            <a:off x="74759" y="2001273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9">
            <a:extLst>
              <a:ext uri="{FF2B5EF4-FFF2-40B4-BE49-F238E27FC236}">
                <a16:creationId xmlns:a16="http://schemas.microsoft.com/office/drawing/2014/main" id="{E6C292D3-9098-459F-B097-0DBE5B7B2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48" y="2129142"/>
            <a:ext cx="347213" cy="37111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BF4BE6C-1185-413D-8406-96791590B2E1}"/>
              </a:ext>
            </a:extLst>
          </p:cNvPr>
          <p:cNvSpPr/>
          <p:nvPr/>
        </p:nvSpPr>
        <p:spPr>
          <a:xfrm>
            <a:off x="3266537" y="2149248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CNC Laser Cutting of Mounts</a:t>
            </a:r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15AACE-0D61-47BE-BD93-3887FA4A3F47}"/>
              </a:ext>
            </a:extLst>
          </p:cNvPr>
          <p:cNvCxnSpPr>
            <a:stCxn id="22" idx="3"/>
            <a:endCxn id="26" idx="1"/>
          </p:cNvCxnSpPr>
          <p:nvPr/>
        </p:nvCxnSpPr>
        <p:spPr>
          <a:xfrm flipV="1">
            <a:off x="2950233" y="2328965"/>
            <a:ext cx="316304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BC7F9C-FF9B-476F-857A-D5B0F1984A1D}"/>
              </a:ext>
            </a:extLst>
          </p:cNvPr>
          <p:cNvSpPr/>
          <p:nvPr/>
        </p:nvSpPr>
        <p:spPr>
          <a:xfrm>
            <a:off x="393937" y="2796396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 User Comfort</a:t>
            </a:r>
            <a:endParaRPr lang="en-US" sz="1600">
              <a:cs typeface="Arial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6982D8-0BB2-4BC6-B160-1857D80B2384}"/>
              </a:ext>
            </a:extLst>
          </p:cNvPr>
          <p:cNvSpPr/>
          <p:nvPr/>
        </p:nvSpPr>
        <p:spPr>
          <a:xfrm>
            <a:off x="70446" y="2681632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F52A9581-56BF-4017-A385-6DF363A76A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6" y="2756354"/>
            <a:ext cx="505732" cy="50573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BCF205A-C331-462D-9092-E65FDB9206D3}"/>
              </a:ext>
            </a:extLst>
          </p:cNvPr>
          <p:cNvSpPr/>
          <p:nvPr/>
        </p:nvSpPr>
        <p:spPr>
          <a:xfrm>
            <a:off x="393937" y="3455595"/>
            <a:ext cx="2544790" cy="46007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latin typeface="Lato"/>
                <a:ea typeface="Lato"/>
                <a:cs typeface="Lato"/>
              </a:rPr>
              <a:t>Economic Viability</a:t>
            </a:r>
            <a:endParaRPr lang="en-US" sz="1600">
              <a:cs typeface="Arial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BCFF00-A0A8-4160-BF95-F926F72981FB}"/>
              </a:ext>
            </a:extLst>
          </p:cNvPr>
          <p:cNvSpPr/>
          <p:nvPr/>
        </p:nvSpPr>
        <p:spPr>
          <a:xfrm>
            <a:off x="70446" y="3340831"/>
            <a:ext cx="646982" cy="646981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203C8D48-049F-4BFF-87D5-F89FD266B5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6" y="3381586"/>
            <a:ext cx="505732" cy="505732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7EAE990-2209-4E16-855A-1F17798055CA}"/>
              </a:ext>
            </a:extLst>
          </p:cNvPr>
          <p:cNvSpPr/>
          <p:nvPr/>
        </p:nvSpPr>
        <p:spPr>
          <a:xfrm>
            <a:off x="3229631" y="2845456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Smooth Operating Components</a:t>
            </a:r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566DE3-0313-4927-983C-A74DBA700861}"/>
              </a:ext>
            </a:extLst>
          </p:cNvPr>
          <p:cNvCxnSpPr>
            <a:cxnSpLocks/>
            <a:stCxn id="37" idx="3"/>
            <a:endCxn id="46" idx="1"/>
          </p:cNvCxnSpPr>
          <p:nvPr/>
        </p:nvCxnSpPr>
        <p:spPr>
          <a:xfrm flipV="1">
            <a:off x="2938727" y="3025173"/>
            <a:ext cx="290904" cy="1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1952F27-1075-4F60-A112-6D29A4FDF5B0}"/>
              </a:ext>
            </a:extLst>
          </p:cNvPr>
          <p:cNvSpPr/>
          <p:nvPr/>
        </p:nvSpPr>
        <p:spPr>
          <a:xfrm>
            <a:off x="3220471" y="3277031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Cheaper Components</a:t>
            </a:r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9D9879C-6729-4BD6-BA51-DB07B2C2EA09}"/>
              </a:ext>
            </a:extLst>
          </p:cNvPr>
          <p:cNvCxnSpPr/>
          <p:nvPr/>
        </p:nvCxnSpPr>
        <p:spPr>
          <a:xfrm>
            <a:off x="2932572" y="3684848"/>
            <a:ext cx="298450" cy="2286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C7DFF2B-C368-4940-8B34-3444506E8744}"/>
              </a:ext>
            </a:extLst>
          </p:cNvPr>
          <p:cNvCxnSpPr>
            <a:cxnSpLocks/>
          </p:cNvCxnSpPr>
          <p:nvPr/>
        </p:nvCxnSpPr>
        <p:spPr>
          <a:xfrm flipV="1">
            <a:off x="2932571" y="3481648"/>
            <a:ext cx="298450" cy="203200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FFB19755-D76C-4638-999C-FA332D1BCF64}"/>
              </a:ext>
            </a:extLst>
          </p:cNvPr>
          <p:cNvSpPr/>
          <p:nvPr/>
        </p:nvSpPr>
        <p:spPr>
          <a:xfrm>
            <a:off x="3229631" y="3734386"/>
            <a:ext cx="2705154" cy="35943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  <a:sym typeface="Lato"/>
              </a:rPr>
              <a:t>Lesser Manufacturing Costs</a:t>
            </a:r>
            <a:endParaRPr lang="en-US"/>
          </a:p>
        </p:txBody>
      </p:sp>
      <p:sp>
        <p:nvSpPr>
          <p:cNvPr id="72" name="Google Shape;1675;p36">
            <a:extLst>
              <a:ext uri="{FF2B5EF4-FFF2-40B4-BE49-F238E27FC236}">
                <a16:creationId xmlns:a16="http://schemas.microsoft.com/office/drawing/2014/main" id="{E8313C76-E05B-4ABD-92A8-D4D96EC64C88}"/>
              </a:ext>
            </a:extLst>
          </p:cNvPr>
          <p:cNvSpPr txBox="1"/>
          <p:nvPr/>
        </p:nvSpPr>
        <p:spPr>
          <a:xfrm>
            <a:off x="-17673" y="756394"/>
            <a:ext cx="4582053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Subsystem Level Goals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3" name="Google Shape;1676;p36">
            <a:extLst>
              <a:ext uri="{FF2B5EF4-FFF2-40B4-BE49-F238E27FC236}">
                <a16:creationId xmlns:a16="http://schemas.microsoft.com/office/drawing/2014/main" id="{54BE4646-44C3-4AF5-BC57-4CBD1FB6119E}"/>
              </a:ext>
            </a:extLst>
          </p:cNvPr>
          <p:cNvSpPr/>
          <p:nvPr/>
        </p:nvSpPr>
        <p:spPr>
          <a:xfrm>
            <a:off x="4367956" y="74845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74" name="Google Shape;1677;p36">
            <a:extLst>
              <a:ext uri="{FF2B5EF4-FFF2-40B4-BE49-F238E27FC236}">
                <a16:creationId xmlns:a16="http://schemas.microsoft.com/office/drawing/2014/main" id="{ABBB6CDD-1D31-4A71-ACF5-C61169FE229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0956" t="10435" r="20375" b="11280"/>
          <a:stretch/>
        </p:blipFill>
        <p:spPr>
          <a:xfrm>
            <a:off x="4367101" y="792674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1675;p36">
            <a:extLst>
              <a:ext uri="{FF2B5EF4-FFF2-40B4-BE49-F238E27FC236}">
                <a16:creationId xmlns:a16="http://schemas.microsoft.com/office/drawing/2014/main" id="{69477922-9098-421C-B3EF-EC809CE86205}"/>
              </a:ext>
            </a:extLst>
          </p:cNvPr>
          <p:cNvSpPr txBox="1"/>
          <p:nvPr/>
        </p:nvSpPr>
        <p:spPr>
          <a:xfrm>
            <a:off x="-17673" y="4266153"/>
            <a:ext cx="4582053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Design Process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6" name="Google Shape;1676;p36">
            <a:extLst>
              <a:ext uri="{FF2B5EF4-FFF2-40B4-BE49-F238E27FC236}">
                <a16:creationId xmlns:a16="http://schemas.microsoft.com/office/drawing/2014/main" id="{4BE90912-D874-444C-9261-E26030421084}"/>
              </a:ext>
            </a:extLst>
          </p:cNvPr>
          <p:cNvSpPr/>
          <p:nvPr/>
        </p:nvSpPr>
        <p:spPr>
          <a:xfrm>
            <a:off x="4367956" y="4258213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77" name="Google Shape;1677;p36">
            <a:extLst>
              <a:ext uri="{FF2B5EF4-FFF2-40B4-BE49-F238E27FC236}">
                <a16:creationId xmlns:a16="http://schemas.microsoft.com/office/drawing/2014/main" id="{D00FE5E0-CBC7-43D9-9AE2-312742B92C5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0956" t="10435" r="20375" b="11280"/>
          <a:stretch/>
        </p:blipFill>
        <p:spPr>
          <a:xfrm>
            <a:off x="4367101" y="4302433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FDCF62DA-AA0E-42DA-BF69-25A3253201A7}"/>
              </a:ext>
            </a:extLst>
          </p:cNvPr>
          <p:cNvSpPr/>
          <p:nvPr/>
        </p:nvSpPr>
        <p:spPr>
          <a:xfrm>
            <a:off x="139721" y="5210405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Performance Baselining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792C502-AF99-4D02-9491-976C87DF830D}"/>
              </a:ext>
            </a:extLst>
          </p:cNvPr>
          <p:cNvSpPr/>
          <p:nvPr/>
        </p:nvSpPr>
        <p:spPr>
          <a:xfrm>
            <a:off x="2273353" y="5210405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Preliminary Modeling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97183FA-9E6C-4D6E-A367-87A20B148B7B}"/>
              </a:ext>
            </a:extLst>
          </p:cNvPr>
          <p:cNvSpPr/>
          <p:nvPr/>
        </p:nvSpPr>
        <p:spPr>
          <a:xfrm>
            <a:off x="4406985" y="5210405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Parameters Finalization</a:t>
            </a: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6A021866-1531-405F-9B35-1DF4844B4583}"/>
              </a:ext>
            </a:extLst>
          </p:cNvPr>
          <p:cNvSpPr/>
          <p:nvPr/>
        </p:nvSpPr>
        <p:spPr>
          <a:xfrm>
            <a:off x="1877767" y="5390369"/>
            <a:ext cx="396582" cy="286402"/>
          </a:xfrm>
          <a:prstGeom prst="rightArrow">
            <a:avLst/>
          </a:prstGeom>
          <a:solidFill>
            <a:srgbClr val="49BD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3BE89710-3148-4817-8987-4807A12C49C1}"/>
              </a:ext>
            </a:extLst>
          </p:cNvPr>
          <p:cNvSpPr/>
          <p:nvPr/>
        </p:nvSpPr>
        <p:spPr>
          <a:xfrm>
            <a:off x="4011399" y="5388378"/>
            <a:ext cx="396582" cy="286402"/>
          </a:xfrm>
          <a:prstGeom prst="rightArrow">
            <a:avLst/>
          </a:prstGeom>
          <a:solidFill>
            <a:srgbClr val="49BD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Google Shape;1675;p36">
            <a:extLst>
              <a:ext uri="{FF2B5EF4-FFF2-40B4-BE49-F238E27FC236}">
                <a16:creationId xmlns:a16="http://schemas.microsoft.com/office/drawing/2014/main" id="{E217DD35-6DC8-447C-BF7B-ABE9B1E97AD1}"/>
              </a:ext>
            </a:extLst>
          </p:cNvPr>
          <p:cNvSpPr txBox="1"/>
          <p:nvPr/>
        </p:nvSpPr>
        <p:spPr>
          <a:xfrm>
            <a:off x="7632243" y="752451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Motor Sizing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84" name="Google Shape;1676;p36">
            <a:extLst>
              <a:ext uri="{FF2B5EF4-FFF2-40B4-BE49-F238E27FC236}">
                <a16:creationId xmlns:a16="http://schemas.microsoft.com/office/drawing/2014/main" id="{70D44495-B46C-4BA1-96C8-C1B0BFE39C36}"/>
              </a:ext>
            </a:extLst>
          </p:cNvPr>
          <p:cNvSpPr/>
          <p:nvPr/>
        </p:nvSpPr>
        <p:spPr>
          <a:xfrm>
            <a:off x="7433170" y="752451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85" name="Google Shape;1677;p36">
            <a:extLst>
              <a:ext uri="{FF2B5EF4-FFF2-40B4-BE49-F238E27FC236}">
                <a16:creationId xmlns:a16="http://schemas.microsoft.com/office/drawing/2014/main" id="{EA319ED2-DED6-467C-A16B-1E36938E768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20956" t="10435" r="20375" b="11280"/>
          <a:stretch/>
        </p:blipFill>
        <p:spPr>
          <a:xfrm>
            <a:off x="7432315" y="796671"/>
            <a:ext cx="360900" cy="3186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001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7B13B69-AA06-4A2F-BD35-D41357CD2C5F}"/>
              </a:ext>
            </a:extLst>
          </p:cNvPr>
          <p:cNvSpPr/>
          <p:nvPr/>
        </p:nvSpPr>
        <p:spPr>
          <a:xfrm>
            <a:off x="6518427" y="2565639"/>
            <a:ext cx="3749446" cy="302559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       EMC Certified</a:t>
            </a:r>
            <a:endParaRPr lang="en-US" sz="1200">
              <a:solidFill>
                <a:schemeClr val="bg1">
                  <a:lumMod val="95000"/>
                </a:schemeClr>
              </a:solidFill>
              <a:latin typeface="Lato"/>
              <a:ea typeface="Lato"/>
              <a:cs typeface="Lato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Powertrain Design</a:t>
            </a:r>
          </a:p>
        </p:txBody>
      </p:sp>
      <p:sp>
        <p:nvSpPr>
          <p:cNvPr id="11" name="Google Shape;1675;p36">
            <a:extLst>
              <a:ext uri="{FF2B5EF4-FFF2-40B4-BE49-F238E27FC236}">
                <a16:creationId xmlns:a16="http://schemas.microsoft.com/office/drawing/2014/main" id="{81C23E81-05E0-4CAD-9D1B-062815CBC22C}"/>
              </a:ext>
            </a:extLst>
          </p:cNvPr>
          <p:cNvSpPr txBox="1"/>
          <p:nvPr/>
        </p:nvSpPr>
        <p:spPr>
          <a:xfrm>
            <a:off x="0" y="752451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Market Research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8C02A047-A055-48A5-9A2A-8B703F8561E6}"/>
              </a:ext>
            </a:extLst>
          </p:cNvPr>
          <p:cNvSpPr/>
          <p:nvPr/>
        </p:nvSpPr>
        <p:spPr>
          <a:xfrm>
            <a:off x="4307415" y="746543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3" name="Google Shape;1677;p36">
            <a:extLst>
              <a:ext uri="{FF2B5EF4-FFF2-40B4-BE49-F238E27FC236}">
                <a16:creationId xmlns:a16="http://schemas.microsoft.com/office/drawing/2014/main" id="{96422BD7-A034-4C6E-878F-8F98462958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4306560" y="790763"/>
            <a:ext cx="360900" cy="3186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2462AE-F638-4F9B-9AB2-0A82CE657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43358"/>
              </p:ext>
            </p:extLst>
          </p:nvPr>
        </p:nvGraphicFramePr>
        <p:xfrm>
          <a:off x="373781" y="1282602"/>
          <a:ext cx="4937359" cy="3781423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492020234"/>
                    </a:ext>
                  </a:extLst>
                </a:gridCol>
                <a:gridCol w="736199">
                  <a:extLst>
                    <a:ext uri="{9D8B030D-6E8A-4147-A177-3AD203B41FA5}">
                      <a16:colId xmlns:a16="http://schemas.microsoft.com/office/drawing/2014/main" val="740698865"/>
                    </a:ext>
                  </a:extLst>
                </a:gridCol>
                <a:gridCol w="789389">
                  <a:extLst>
                    <a:ext uri="{9D8B030D-6E8A-4147-A177-3AD203B41FA5}">
                      <a16:colId xmlns:a16="http://schemas.microsoft.com/office/drawing/2014/main" val="513547204"/>
                    </a:ext>
                  </a:extLst>
                </a:gridCol>
                <a:gridCol w="1035383">
                  <a:extLst>
                    <a:ext uri="{9D8B030D-6E8A-4147-A177-3AD203B41FA5}">
                      <a16:colId xmlns:a16="http://schemas.microsoft.com/office/drawing/2014/main" val="3655034313"/>
                    </a:ext>
                  </a:extLst>
                </a:gridCol>
                <a:gridCol w="788888">
                  <a:extLst>
                    <a:ext uri="{9D8B030D-6E8A-4147-A177-3AD203B41FA5}">
                      <a16:colId xmlns:a16="http://schemas.microsoft.com/office/drawing/2014/main" val="1610007916"/>
                    </a:ext>
                  </a:extLst>
                </a:gridCol>
              </a:tblGrid>
              <a:tr h="4881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Specifications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ROBU MY1016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 err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EMFi</a:t>
                      </a:r>
                      <a:endParaRPr lang="en-US" sz="1050" b="1">
                        <a:solidFill>
                          <a:schemeClr val="bg1"/>
                        </a:solidFill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BL-IR-48-350-3000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LEISON 57BLF047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</a:rPr>
                        <a:t>LEISON 57B06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06697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Motor Type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BLDC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BLDC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BLDC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BLDC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68997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Peak/Continuous Power (W)</a:t>
                      </a:r>
                      <a:endParaRPr lang="en-US" sz="900" b="1">
                        <a:solidFill>
                          <a:srgbClr val="13363B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500/250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Lato"/>
                        <a:ea typeface="Lato" panose="020B0604020202020204" charset="0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700/350</a:t>
                      </a:r>
                      <a:endParaRPr lang="en-IN" sz="900" b="0">
                        <a:solidFill>
                          <a:schemeClr val="tx1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750/250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900" b="0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500/138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51766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Weight (Kg)</a:t>
                      </a:r>
                      <a:endParaRPr lang="en-US" sz="900" b="1">
                        <a:solidFill>
                          <a:srgbClr val="13363B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1.9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4.5</a:t>
                      </a:r>
                      <a:endParaRPr lang="en-US" sz="900" b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1.25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20769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Efficiency (%)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75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85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88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83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498539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Cost (INR)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3,300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8,000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2,200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1,722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854892"/>
                  </a:ext>
                </a:extLst>
              </a:tr>
              <a:tr h="3798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i="0" u="none" strike="noStrike" noProof="0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Peak/Continuous Torque (Nm)</a:t>
                      </a:r>
                      <a:endParaRPr lang="en-US" sz="900" b="1">
                        <a:solidFill>
                          <a:srgbClr val="13363B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7/1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11.5/1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2.4/0.8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1.6/0.44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09080"/>
                  </a:ext>
                </a:extLst>
              </a:tr>
              <a:tr h="3362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Max. Operating Speed (RPM)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3,000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3,500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3,700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3,700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693294"/>
                  </a:ext>
                </a:extLst>
              </a:tr>
              <a:tr h="3362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Thermal Management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Air Cooled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Air Cooled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Air Cooled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Air Cooled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121213"/>
                  </a:ext>
                </a:extLst>
              </a:tr>
              <a:tr h="3417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rgbClr val="13363B"/>
                          </a:solidFill>
                          <a:latin typeface="Lato"/>
                          <a:ea typeface="Lato"/>
                          <a:cs typeface="Lato"/>
                        </a:rPr>
                        <a:t>Nominal Battery Voltage (V)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24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48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48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851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7E338AA-1F52-418E-9020-8FE4E8B65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08585"/>
              </p:ext>
            </p:extLst>
          </p:nvPr>
        </p:nvGraphicFramePr>
        <p:xfrm>
          <a:off x="142504" y="5266313"/>
          <a:ext cx="2104698" cy="827924"/>
        </p:xfrm>
        <a:graphic>
          <a:graphicData uri="http://schemas.openxmlformats.org/drawingml/2006/table">
            <a:tbl>
              <a:tblPr firstRow="1" bandRow="1">
                <a:effectLst/>
                <a:tableStyleId>{18603FDC-E32A-4AB5-989C-0864C3EAD2B8}</a:tableStyleId>
              </a:tblPr>
              <a:tblGrid>
                <a:gridCol w="1304506">
                  <a:extLst>
                    <a:ext uri="{9D8B030D-6E8A-4147-A177-3AD203B41FA5}">
                      <a16:colId xmlns:a16="http://schemas.microsoft.com/office/drawing/2014/main" val="344114058"/>
                    </a:ext>
                  </a:extLst>
                </a:gridCol>
                <a:gridCol w="800192">
                  <a:extLst>
                    <a:ext uri="{9D8B030D-6E8A-4147-A177-3AD203B41FA5}">
                      <a16:colId xmlns:a16="http://schemas.microsoft.com/office/drawing/2014/main" val="2004894780"/>
                    </a:ext>
                  </a:extLst>
                </a:gridCol>
              </a:tblGrid>
              <a:tr h="23285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Priority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74000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47668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Moderate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0820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965773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4E5CA5-3E01-4AEA-8992-25C16B4E60E7}"/>
              </a:ext>
            </a:extLst>
          </p:cNvPr>
          <p:cNvSpPr/>
          <p:nvPr/>
        </p:nvSpPr>
        <p:spPr>
          <a:xfrm>
            <a:off x="7042945" y="2210627"/>
            <a:ext cx="3749446" cy="302559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       EMC Certified</a:t>
            </a:r>
            <a:endParaRPr lang="en-US" sz="1200">
              <a:solidFill>
                <a:schemeClr val="bg1">
                  <a:lumMod val="95000"/>
                </a:schemeClr>
              </a:solidFill>
              <a:latin typeface="Lato"/>
              <a:ea typeface="Lato"/>
              <a:cs typeface="Lato" panose="020B060402020202020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CF1CCE-4121-4000-AE74-8B066AD88174}"/>
              </a:ext>
            </a:extLst>
          </p:cNvPr>
          <p:cNvSpPr/>
          <p:nvPr/>
        </p:nvSpPr>
        <p:spPr>
          <a:xfrm>
            <a:off x="7066675" y="1509651"/>
            <a:ext cx="4299269" cy="302559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                          Best in class Efficiency of </a:t>
            </a:r>
            <a:r>
              <a:rPr lang="en-US" sz="1600" b="1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88%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C138B0-9854-4B9F-9864-122F648D700F}"/>
              </a:ext>
            </a:extLst>
          </p:cNvPr>
          <p:cNvSpPr/>
          <p:nvPr/>
        </p:nvSpPr>
        <p:spPr>
          <a:xfrm>
            <a:off x="7103404" y="1875361"/>
            <a:ext cx="4047406" cy="302559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                     Peak Torque of </a:t>
            </a:r>
            <a:r>
              <a:rPr lang="en-US" sz="1600" b="1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2.4 Nm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6C11FD-D5D4-4A08-A732-73D3E96F73BB}"/>
              </a:ext>
            </a:extLst>
          </p:cNvPr>
          <p:cNvSpPr/>
          <p:nvPr/>
        </p:nvSpPr>
        <p:spPr>
          <a:xfrm>
            <a:off x="7495139" y="1127365"/>
            <a:ext cx="3655671" cy="335711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    Best in class Power Density of </a:t>
            </a:r>
            <a:r>
              <a:rPr lang="en-US" sz="1600" b="1">
                <a:solidFill>
                  <a:schemeClr val="bg1">
                    <a:lumMod val="95000"/>
                  </a:schemeClr>
                </a:solidFill>
                <a:latin typeface="Lato"/>
                <a:ea typeface="Lato"/>
                <a:cs typeface="Lato"/>
              </a:rPr>
              <a:t>375 W/kg</a:t>
            </a:r>
          </a:p>
        </p:txBody>
      </p:sp>
      <p:sp>
        <p:nvSpPr>
          <p:cNvPr id="27" name="Google Shape;1656;p35">
            <a:extLst>
              <a:ext uri="{FF2B5EF4-FFF2-40B4-BE49-F238E27FC236}">
                <a16:creationId xmlns:a16="http://schemas.microsoft.com/office/drawing/2014/main" id="{69D43C0A-1CDC-498A-BF01-D7DAB39B7D97}"/>
              </a:ext>
            </a:extLst>
          </p:cNvPr>
          <p:cNvSpPr/>
          <p:nvPr/>
        </p:nvSpPr>
        <p:spPr>
          <a:xfrm>
            <a:off x="5780638" y="780059"/>
            <a:ext cx="2002493" cy="205656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37E7001-E65D-41CA-95EB-1F3F6D5762BA}"/>
              </a:ext>
            </a:extLst>
          </p:cNvPr>
          <p:cNvSpPr/>
          <p:nvPr/>
        </p:nvSpPr>
        <p:spPr>
          <a:xfrm>
            <a:off x="5819593" y="737341"/>
            <a:ext cx="6222898" cy="302559"/>
          </a:xfrm>
          <a:prstGeom prst="roundRect">
            <a:avLst>
              <a:gd name="adj" fmla="val 5675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23656F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LEISON 57BLF047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6CF33A-18BE-4EFB-816F-319186C7AB68}"/>
              </a:ext>
            </a:extLst>
          </p:cNvPr>
          <p:cNvSpPr/>
          <p:nvPr/>
        </p:nvSpPr>
        <p:spPr>
          <a:xfrm>
            <a:off x="3455791" y="1196788"/>
            <a:ext cx="1094516" cy="3925068"/>
          </a:xfrm>
          <a:prstGeom prst="rect">
            <a:avLst/>
          </a:prstGeom>
          <a:noFill/>
          <a:ln w="25400" cmpd="sng">
            <a:solidFill>
              <a:srgbClr val="FF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AB358-2782-4384-BC3F-0C2D9181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213" y="1187891"/>
            <a:ext cx="1533763" cy="1240920"/>
          </a:xfrm>
          <a:prstGeom prst="rect">
            <a:avLst/>
          </a:prstGeom>
        </p:spPr>
      </p:pic>
      <p:sp>
        <p:nvSpPr>
          <p:cNvPr id="20" name="Google Shape;1675;p36">
            <a:extLst>
              <a:ext uri="{FF2B5EF4-FFF2-40B4-BE49-F238E27FC236}">
                <a16:creationId xmlns:a16="http://schemas.microsoft.com/office/drawing/2014/main" id="{150C2464-948D-42C5-9953-AB15AE82CF0B}"/>
              </a:ext>
            </a:extLst>
          </p:cNvPr>
          <p:cNvSpPr txBox="1"/>
          <p:nvPr/>
        </p:nvSpPr>
        <p:spPr>
          <a:xfrm>
            <a:off x="7632317" y="2911604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Drivetrain Design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1" name="Google Shape;1676;p36">
            <a:extLst>
              <a:ext uri="{FF2B5EF4-FFF2-40B4-BE49-F238E27FC236}">
                <a16:creationId xmlns:a16="http://schemas.microsoft.com/office/drawing/2014/main" id="{407D15D7-5620-4E3C-848D-40B925B6B31E}"/>
              </a:ext>
            </a:extLst>
          </p:cNvPr>
          <p:cNvSpPr/>
          <p:nvPr/>
        </p:nvSpPr>
        <p:spPr>
          <a:xfrm>
            <a:off x="7433244" y="291160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2" name="Google Shape;1677;p36">
            <a:extLst>
              <a:ext uri="{FF2B5EF4-FFF2-40B4-BE49-F238E27FC236}">
                <a16:creationId xmlns:a16="http://schemas.microsoft.com/office/drawing/2014/main" id="{EF7BB7DE-9466-4345-A6CA-C679313F7A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7432389" y="2955824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83;p14">
            <a:extLst>
              <a:ext uri="{FF2B5EF4-FFF2-40B4-BE49-F238E27FC236}">
                <a16:creationId xmlns:a16="http://schemas.microsoft.com/office/drawing/2014/main" id="{AC49ACF3-3062-4984-AFFA-95FB5959BF35}"/>
              </a:ext>
            </a:extLst>
          </p:cNvPr>
          <p:cNvSpPr txBox="1"/>
          <p:nvPr/>
        </p:nvSpPr>
        <p:spPr>
          <a:xfrm>
            <a:off x="2462828" y="5192984"/>
            <a:ext cx="9327462" cy="133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A 1:30 planteary gearbox was used for torque multiplication and speed reduction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Further 2 gear ratios of 0.4 &amp; 1.6 were selected in order to drive the cycle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The final gear ratios were obtained as 48 and 12 to achieve the required value for gradeability and top speed respectivelty.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6594DFB-1550-44A4-A15C-734FD123D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6932" y="3487063"/>
            <a:ext cx="3275560" cy="206427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4EF7AC-B3D6-4469-AF4C-764A43415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138" y="3535922"/>
            <a:ext cx="1980417" cy="15041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D162C6E-C0EE-4E9D-A6AA-3DB30F797579}"/>
              </a:ext>
            </a:extLst>
          </p:cNvPr>
          <p:cNvSpPr txBox="1"/>
          <p:nvPr/>
        </p:nvSpPr>
        <p:spPr>
          <a:xfrm>
            <a:off x="3804346" y="50549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solidFill>
                  <a:srgbClr val="23656F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BLD300 Controller</a:t>
            </a:r>
          </a:p>
        </p:txBody>
      </p:sp>
    </p:spTree>
    <p:extLst>
      <p:ext uri="{BB962C8B-B14F-4D97-AF65-F5344CB8AC3E}">
        <p14:creationId xmlns:p14="http://schemas.microsoft.com/office/powerpoint/2010/main" val="33346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/>
      <p:bldP spid="28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Battery Pack Design</a:t>
            </a:r>
          </a:p>
        </p:txBody>
      </p:sp>
      <p:sp>
        <p:nvSpPr>
          <p:cNvPr id="6" name="Google Shape;1675;p36">
            <a:extLst>
              <a:ext uri="{FF2B5EF4-FFF2-40B4-BE49-F238E27FC236}">
                <a16:creationId xmlns:a16="http://schemas.microsoft.com/office/drawing/2014/main" id="{0B5BB539-ACAD-4957-9337-7AA0361F20F2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Accumulator Sizing Model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" name="Google Shape;1676;p36">
            <a:extLst>
              <a:ext uri="{FF2B5EF4-FFF2-40B4-BE49-F238E27FC236}">
                <a16:creationId xmlns:a16="http://schemas.microsoft.com/office/drawing/2014/main" id="{B943D926-2630-4258-A7D3-5C300CA3B681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8" name="Google Shape;1677;p36">
            <a:extLst>
              <a:ext uri="{FF2B5EF4-FFF2-40B4-BE49-F238E27FC236}">
                <a16:creationId xmlns:a16="http://schemas.microsoft.com/office/drawing/2014/main" id="{C2B14A9C-6207-4A4F-96E9-A3B7DE0528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71;p14">
            <a:extLst>
              <a:ext uri="{FF2B5EF4-FFF2-40B4-BE49-F238E27FC236}">
                <a16:creationId xmlns:a16="http://schemas.microsoft.com/office/drawing/2014/main" id="{28A81775-3531-4383-B914-2A65C7CAF565}"/>
              </a:ext>
            </a:extLst>
          </p:cNvPr>
          <p:cNvSpPr txBox="1"/>
          <p:nvPr/>
        </p:nvSpPr>
        <p:spPr>
          <a:xfrm>
            <a:off x="9199288" y="3064188"/>
            <a:ext cx="97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Power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Loss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72;p14">
            <a:extLst>
              <a:ext uri="{FF2B5EF4-FFF2-40B4-BE49-F238E27FC236}">
                <a16:creationId xmlns:a16="http://schemas.microsoft.com/office/drawing/2014/main" id="{B4A79F37-8653-42BD-A553-86CE876BAA02}"/>
              </a:ext>
            </a:extLst>
          </p:cNvPr>
          <p:cNvSpPr txBox="1"/>
          <p:nvPr/>
        </p:nvSpPr>
        <p:spPr>
          <a:xfrm>
            <a:off x="11118254" y="1665289"/>
            <a:ext cx="11352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1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Battery</a:t>
            </a:r>
            <a:endParaRPr sz="11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1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Consumption</a:t>
            </a:r>
            <a:endParaRPr sz="11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73;p14">
            <a:extLst>
              <a:ext uri="{FF2B5EF4-FFF2-40B4-BE49-F238E27FC236}">
                <a16:creationId xmlns:a16="http://schemas.microsoft.com/office/drawing/2014/main" id="{84E7B257-E619-4E8C-AF91-3F128D608CF8}"/>
              </a:ext>
            </a:extLst>
          </p:cNvPr>
          <p:cNvSpPr txBox="1"/>
          <p:nvPr/>
        </p:nvSpPr>
        <p:spPr>
          <a:xfrm>
            <a:off x="1289387" y="2250988"/>
            <a:ext cx="10228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Accel</a:t>
            </a:r>
            <a:r>
              <a:rPr lang="en" sz="11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1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84;p14">
            <a:extLst>
              <a:ext uri="{FF2B5EF4-FFF2-40B4-BE49-F238E27FC236}">
                <a16:creationId xmlns:a16="http://schemas.microsoft.com/office/drawing/2014/main" id="{70E56E0A-19E0-4BDD-BDA7-D4A346D24AE3}"/>
              </a:ext>
            </a:extLst>
          </p:cNvPr>
          <p:cNvSpPr/>
          <p:nvPr/>
        </p:nvSpPr>
        <p:spPr>
          <a:xfrm>
            <a:off x="40820" y="2053254"/>
            <a:ext cx="1367600" cy="1815600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b" anchorCtr="0">
            <a:noAutofit/>
          </a:bodyPr>
          <a:lstStyle/>
          <a:p>
            <a:pPr algn="ctr"/>
            <a:r>
              <a:rPr lang="en" sz="16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Drive Cycle</a:t>
            </a:r>
            <a:endParaRPr sz="16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85;p14">
            <a:extLst>
              <a:ext uri="{FF2B5EF4-FFF2-40B4-BE49-F238E27FC236}">
                <a16:creationId xmlns:a16="http://schemas.microsoft.com/office/drawing/2014/main" id="{9D892673-3A6A-4675-B1AE-B16FD6A7B6F8}"/>
              </a:ext>
            </a:extLst>
          </p:cNvPr>
          <p:cNvSpPr/>
          <p:nvPr/>
        </p:nvSpPr>
        <p:spPr>
          <a:xfrm>
            <a:off x="2219087" y="1617922"/>
            <a:ext cx="1561200" cy="1488800"/>
          </a:xfrm>
          <a:prstGeom prst="rect">
            <a:avLst/>
          </a:prstGeom>
          <a:solidFill>
            <a:srgbClr val="CFE2F3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b" anchorCtr="0">
            <a:noAutofit/>
          </a:bodyPr>
          <a:lstStyle/>
          <a:p>
            <a:pPr algn="ctr"/>
            <a:r>
              <a:rPr lang="en" sz="13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Road Load Forces</a:t>
            </a:r>
            <a:endParaRPr sz="13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86;p14">
            <a:extLst>
              <a:ext uri="{FF2B5EF4-FFF2-40B4-BE49-F238E27FC236}">
                <a16:creationId xmlns:a16="http://schemas.microsoft.com/office/drawing/2014/main" id="{B2DDE23F-69A0-4288-9816-3FF9C351A03E}"/>
              </a:ext>
            </a:extLst>
          </p:cNvPr>
          <p:cNvSpPr/>
          <p:nvPr/>
        </p:nvSpPr>
        <p:spPr>
          <a:xfrm>
            <a:off x="4680555" y="1942554"/>
            <a:ext cx="1462400" cy="19888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7F6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16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Drivetrain</a:t>
            </a:r>
            <a:endParaRPr sz="16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1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(Gear Reduction &amp; Drivetrain Losses)</a:t>
            </a:r>
            <a:endParaRPr sz="11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87;p14">
            <a:extLst>
              <a:ext uri="{FF2B5EF4-FFF2-40B4-BE49-F238E27FC236}">
                <a16:creationId xmlns:a16="http://schemas.microsoft.com/office/drawing/2014/main" id="{AA55BD2F-037E-4726-9FFC-19E6864E2A72}"/>
              </a:ext>
            </a:extLst>
          </p:cNvPr>
          <p:cNvSpPr/>
          <p:nvPr/>
        </p:nvSpPr>
        <p:spPr>
          <a:xfrm>
            <a:off x="7063487" y="1665289"/>
            <a:ext cx="2135600" cy="22516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6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1900" rIns="0" bIns="121900" anchor="b" anchorCtr="0">
            <a:noAutofit/>
          </a:bodyPr>
          <a:lstStyle/>
          <a:p>
            <a:pPr algn="ctr"/>
            <a:r>
              <a:rPr lang="en" sz="16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Motor &amp; Controller</a:t>
            </a:r>
            <a:endParaRPr sz="16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1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(Efficiencies &amp; Current Calculation)</a:t>
            </a:r>
            <a:endParaRPr sz="11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88;p14">
            <a:extLst>
              <a:ext uri="{FF2B5EF4-FFF2-40B4-BE49-F238E27FC236}">
                <a16:creationId xmlns:a16="http://schemas.microsoft.com/office/drawing/2014/main" id="{33B9AA22-88AB-4898-9144-2A5B636FF1F6}"/>
              </a:ext>
            </a:extLst>
          </p:cNvPr>
          <p:cNvSpPr/>
          <p:nvPr/>
        </p:nvSpPr>
        <p:spPr>
          <a:xfrm>
            <a:off x="10158783" y="1528402"/>
            <a:ext cx="1070904" cy="1180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2012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15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Battery</a:t>
            </a:r>
            <a:endParaRPr sz="15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89;p14">
            <a:extLst>
              <a:ext uri="{FF2B5EF4-FFF2-40B4-BE49-F238E27FC236}">
                <a16:creationId xmlns:a16="http://schemas.microsoft.com/office/drawing/2014/main" id="{2534F41C-2C99-46D3-B1A0-99FC8D30CF6F}"/>
              </a:ext>
            </a:extLst>
          </p:cNvPr>
          <p:cNvSpPr/>
          <p:nvPr/>
        </p:nvSpPr>
        <p:spPr>
          <a:xfrm>
            <a:off x="10148486" y="2812056"/>
            <a:ext cx="1979600" cy="14384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" sz="16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Results </a:t>
            </a:r>
            <a:endParaRPr sz="16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" name="Google Shape;91;p14">
            <a:extLst>
              <a:ext uri="{FF2B5EF4-FFF2-40B4-BE49-F238E27FC236}">
                <a16:creationId xmlns:a16="http://schemas.microsoft.com/office/drawing/2014/main" id="{2003395E-82AF-48D7-AC46-09EAA9622D8F}"/>
              </a:ext>
            </a:extLst>
          </p:cNvPr>
          <p:cNvCxnSpPr/>
          <p:nvPr/>
        </p:nvCxnSpPr>
        <p:spPr>
          <a:xfrm>
            <a:off x="1399488" y="2362321"/>
            <a:ext cx="81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92;p14">
            <a:extLst>
              <a:ext uri="{FF2B5EF4-FFF2-40B4-BE49-F238E27FC236}">
                <a16:creationId xmlns:a16="http://schemas.microsoft.com/office/drawing/2014/main" id="{A62AC765-7B78-42F2-A956-FC1343BF519F}"/>
              </a:ext>
            </a:extLst>
          </p:cNvPr>
          <p:cNvCxnSpPr/>
          <p:nvPr/>
        </p:nvCxnSpPr>
        <p:spPr>
          <a:xfrm>
            <a:off x="1399521" y="3384955"/>
            <a:ext cx="327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93;p14">
            <a:extLst>
              <a:ext uri="{FF2B5EF4-FFF2-40B4-BE49-F238E27FC236}">
                <a16:creationId xmlns:a16="http://schemas.microsoft.com/office/drawing/2014/main" id="{CBF241C5-1E24-4A56-AF61-560D6ED3EC72}"/>
              </a:ext>
            </a:extLst>
          </p:cNvPr>
          <p:cNvCxnSpPr/>
          <p:nvPr/>
        </p:nvCxnSpPr>
        <p:spPr>
          <a:xfrm>
            <a:off x="3800871" y="2382456"/>
            <a:ext cx="87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94;p14">
            <a:extLst>
              <a:ext uri="{FF2B5EF4-FFF2-40B4-BE49-F238E27FC236}">
                <a16:creationId xmlns:a16="http://schemas.microsoft.com/office/drawing/2014/main" id="{EE1BFD0A-7E7D-4656-8699-C0DE167597B6}"/>
              </a:ext>
            </a:extLst>
          </p:cNvPr>
          <p:cNvCxnSpPr/>
          <p:nvPr/>
        </p:nvCxnSpPr>
        <p:spPr>
          <a:xfrm rot="10800000">
            <a:off x="1676119" y="2797222"/>
            <a:ext cx="0" cy="59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95;p14">
            <a:extLst>
              <a:ext uri="{FF2B5EF4-FFF2-40B4-BE49-F238E27FC236}">
                <a16:creationId xmlns:a16="http://schemas.microsoft.com/office/drawing/2014/main" id="{EC0C3F32-86C1-4E9A-B1E2-F519FF54A170}"/>
              </a:ext>
            </a:extLst>
          </p:cNvPr>
          <p:cNvCxnSpPr/>
          <p:nvPr/>
        </p:nvCxnSpPr>
        <p:spPr>
          <a:xfrm>
            <a:off x="1676119" y="2791088"/>
            <a:ext cx="55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96;p14">
            <a:extLst>
              <a:ext uri="{FF2B5EF4-FFF2-40B4-BE49-F238E27FC236}">
                <a16:creationId xmlns:a16="http://schemas.microsoft.com/office/drawing/2014/main" id="{CDC25C94-0A43-4DE3-8A02-C8101915C83A}"/>
              </a:ext>
            </a:extLst>
          </p:cNvPr>
          <p:cNvCxnSpPr/>
          <p:nvPr/>
        </p:nvCxnSpPr>
        <p:spPr>
          <a:xfrm>
            <a:off x="6152220" y="2382456"/>
            <a:ext cx="92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97;p14">
            <a:extLst>
              <a:ext uri="{FF2B5EF4-FFF2-40B4-BE49-F238E27FC236}">
                <a16:creationId xmlns:a16="http://schemas.microsoft.com/office/drawing/2014/main" id="{887A40CD-694D-490A-998E-396B60E3BA11}"/>
              </a:ext>
            </a:extLst>
          </p:cNvPr>
          <p:cNvCxnSpPr/>
          <p:nvPr/>
        </p:nvCxnSpPr>
        <p:spPr>
          <a:xfrm>
            <a:off x="6152220" y="3384955"/>
            <a:ext cx="90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98;p14">
            <a:extLst>
              <a:ext uri="{FF2B5EF4-FFF2-40B4-BE49-F238E27FC236}">
                <a16:creationId xmlns:a16="http://schemas.microsoft.com/office/drawing/2014/main" id="{8C1C9091-7DBD-4A14-9AA3-01ED2A47E339}"/>
              </a:ext>
            </a:extLst>
          </p:cNvPr>
          <p:cNvCxnSpPr/>
          <p:nvPr/>
        </p:nvCxnSpPr>
        <p:spPr>
          <a:xfrm>
            <a:off x="9199288" y="2180471"/>
            <a:ext cx="94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99;p14">
            <a:extLst>
              <a:ext uri="{FF2B5EF4-FFF2-40B4-BE49-F238E27FC236}">
                <a16:creationId xmlns:a16="http://schemas.microsoft.com/office/drawing/2014/main" id="{BA3D5A8F-2632-4AF8-87EC-2D3F527E7C85}"/>
              </a:ext>
            </a:extLst>
          </p:cNvPr>
          <p:cNvCxnSpPr/>
          <p:nvPr/>
        </p:nvCxnSpPr>
        <p:spPr>
          <a:xfrm>
            <a:off x="9210688" y="3156638"/>
            <a:ext cx="94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100;p14">
            <a:extLst>
              <a:ext uri="{FF2B5EF4-FFF2-40B4-BE49-F238E27FC236}">
                <a16:creationId xmlns:a16="http://schemas.microsoft.com/office/drawing/2014/main" id="{9EABF9B8-82CA-42B3-9EEB-95DA3EB4C46F}"/>
              </a:ext>
            </a:extLst>
          </p:cNvPr>
          <p:cNvCxnSpPr/>
          <p:nvPr/>
        </p:nvCxnSpPr>
        <p:spPr>
          <a:xfrm>
            <a:off x="9199288" y="3679771"/>
            <a:ext cx="94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101;p14">
            <a:extLst>
              <a:ext uri="{FF2B5EF4-FFF2-40B4-BE49-F238E27FC236}">
                <a16:creationId xmlns:a16="http://schemas.microsoft.com/office/drawing/2014/main" id="{EE09C242-D6F9-4BF2-960A-4E3AE10CAC09}"/>
              </a:ext>
            </a:extLst>
          </p:cNvPr>
          <p:cNvCxnSpPr/>
          <p:nvPr/>
        </p:nvCxnSpPr>
        <p:spPr>
          <a:xfrm>
            <a:off x="9683321" y="2908121"/>
            <a:ext cx="46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102;p14">
            <a:extLst>
              <a:ext uri="{FF2B5EF4-FFF2-40B4-BE49-F238E27FC236}">
                <a16:creationId xmlns:a16="http://schemas.microsoft.com/office/drawing/2014/main" id="{F9939C77-ECA1-4CD5-BB0C-C3FBEDBD1471}"/>
              </a:ext>
            </a:extLst>
          </p:cNvPr>
          <p:cNvCxnSpPr/>
          <p:nvPr/>
        </p:nvCxnSpPr>
        <p:spPr>
          <a:xfrm rot="10800000">
            <a:off x="9676986" y="2191856"/>
            <a:ext cx="0" cy="72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103;p14">
            <a:extLst>
              <a:ext uri="{FF2B5EF4-FFF2-40B4-BE49-F238E27FC236}">
                <a16:creationId xmlns:a16="http://schemas.microsoft.com/office/drawing/2014/main" id="{E3970551-43FD-45DC-A498-E138C510E3BC}"/>
              </a:ext>
            </a:extLst>
          </p:cNvPr>
          <p:cNvCxnSpPr/>
          <p:nvPr/>
        </p:nvCxnSpPr>
        <p:spPr>
          <a:xfrm>
            <a:off x="11229687" y="2180471"/>
            <a:ext cx="797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04;p14">
            <a:extLst>
              <a:ext uri="{FF2B5EF4-FFF2-40B4-BE49-F238E27FC236}">
                <a16:creationId xmlns:a16="http://schemas.microsoft.com/office/drawing/2014/main" id="{EF1E328B-5C8E-43ED-B7E9-272695848EF7}"/>
              </a:ext>
            </a:extLst>
          </p:cNvPr>
          <p:cNvCxnSpPr/>
          <p:nvPr/>
        </p:nvCxnSpPr>
        <p:spPr>
          <a:xfrm>
            <a:off x="12021387" y="2191856"/>
            <a:ext cx="0" cy="62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" name="Google Shape;105;p14">
            <a:extLst>
              <a:ext uri="{FF2B5EF4-FFF2-40B4-BE49-F238E27FC236}">
                <a16:creationId xmlns:a16="http://schemas.microsoft.com/office/drawing/2014/main" id="{B1019C56-B508-4A74-9DEE-172A423FE59D}"/>
              </a:ext>
            </a:extLst>
          </p:cNvPr>
          <p:cNvSpPr txBox="1"/>
          <p:nvPr/>
        </p:nvSpPr>
        <p:spPr>
          <a:xfrm>
            <a:off x="2497588" y="3315838"/>
            <a:ext cx="1193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Vehicle Speed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106;p14">
            <a:extLst>
              <a:ext uri="{FF2B5EF4-FFF2-40B4-BE49-F238E27FC236}">
                <a16:creationId xmlns:a16="http://schemas.microsoft.com/office/drawing/2014/main" id="{EE4A9834-1FC2-4B0B-9F70-B8431CFD47A4}"/>
              </a:ext>
            </a:extLst>
          </p:cNvPr>
          <p:cNvSpPr txBox="1"/>
          <p:nvPr/>
        </p:nvSpPr>
        <p:spPr>
          <a:xfrm>
            <a:off x="3778588" y="2312888"/>
            <a:ext cx="886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Total</a:t>
            </a:r>
            <a:b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Tractive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Force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" name="Google Shape;107;p14">
            <a:extLst>
              <a:ext uri="{FF2B5EF4-FFF2-40B4-BE49-F238E27FC236}">
                <a16:creationId xmlns:a16="http://schemas.microsoft.com/office/drawing/2014/main" id="{5419BAE8-A06C-4670-8BF2-2B875CF807DE}"/>
              </a:ext>
            </a:extLst>
          </p:cNvPr>
          <p:cNvSpPr txBox="1"/>
          <p:nvPr/>
        </p:nvSpPr>
        <p:spPr>
          <a:xfrm>
            <a:off x="6165187" y="2312921"/>
            <a:ext cx="9204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Motor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Torque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" name="Google Shape;108;p14">
            <a:extLst>
              <a:ext uri="{FF2B5EF4-FFF2-40B4-BE49-F238E27FC236}">
                <a16:creationId xmlns:a16="http://schemas.microsoft.com/office/drawing/2014/main" id="{36E8875C-5705-4428-9539-63A59EB89E7D}"/>
              </a:ext>
            </a:extLst>
          </p:cNvPr>
          <p:cNvSpPr txBox="1"/>
          <p:nvPr/>
        </p:nvSpPr>
        <p:spPr>
          <a:xfrm>
            <a:off x="6155754" y="3299373"/>
            <a:ext cx="97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Motor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RPM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" name="Google Shape;109;p14">
            <a:extLst>
              <a:ext uri="{FF2B5EF4-FFF2-40B4-BE49-F238E27FC236}">
                <a16:creationId xmlns:a16="http://schemas.microsoft.com/office/drawing/2014/main" id="{8423D3E3-A2CB-4B72-81D6-803852DC7F8D}"/>
              </a:ext>
            </a:extLst>
          </p:cNvPr>
          <p:cNvSpPr txBox="1"/>
          <p:nvPr/>
        </p:nvSpPr>
        <p:spPr>
          <a:xfrm>
            <a:off x="9187888" y="1627121"/>
            <a:ext cx="972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Battery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Current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110;p14">
            <a:extLst>
              <a:ext uri="{FF2B5EF4-FFF2-40B4-BE49-F238E27FC236}">
                <a16:creationId xmlns:a16="http://schemas.microsoft.com/office/drawing/2014/main" id="{EBD1A5C9-74B1-4E83-800D-7AE90450FDDD}"/>
              </a:ext>
            </a:extLst>
          </p:cNvPr>
          <p:cNvSpPr txBox="1"/>
          <p:nvPr/>
        </p:nvSpPr>
        <p:spPr>
          <a:xfrm>
            <a:off x="9199288" y="3594021"/>
            <a:ext cx="9720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12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Efficiency</a:t>
            </a:r>
            <a:endParaRPr sz="12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" name="Google Shape;112;p14" descr="Diagram, engineering drawing&#10;&#10;Description automatically generated">
            <a:extLst>
              <a:ext uri="{FF2B5EF4-FFF2-40B4-BE49-F238E27FC236}">
                <a16:creationId xmlns:a16="http://schemas.microsoft.com/office/drawing/2014/main" id="{54F21A00-A3C5-4452-A499-0FDDDE477B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11621"/>
          <a:stretch/>
        </p:blipFill>
        <p:spPr>
          <a:xfrm>
            <a:off x="2315039" y="1705682"/>
            <a:ext cx="1367600" cy="911471"/>
          </a:xfrm>
          <a:prstGeom prst="rect">
            <a:avLst/>
          </a:prstGeom>
          <a:noFill/>
          <a:ln w="9525" cap="flat" cmpd="sng">
            <a:solidFill>
              <a:srgbClr val="25252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" name="Google Shape;90;p14">
            <a:extLst>
              <a:ext uri="{FF2B5EF4-FFF2-40B4-BE49-F238E27FC236}">
                <a16:creationId xmlns:a16="http://schemas.microsoft.com/office/drawing/2014/main" id="{C6FFC8C6-0C8D-44EC-9FE2-DEE0E1FA8C34}"/>
              </a:ext>
            </a:extLst>
          </p:cNvPr>
          <p:cNvSpPr txBox="1"/>
          <p:nvPr/>
        </p:nvSpPr>
        <p:spPr>
          <a:xfrm>
            <a:off x="329189" y="1111835"/>
            <a:ext cx="6333919" cy="52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>
                <a:solidFill>
                  <a:srgbClr val="23656F"/>
                </a:solidFill>
                <a:latin typeface="Lato Black"/>
                <a:ea typeface="Lato Black"/>
                <a:cs typeface="Lato Black"/>
                <a:sym typeface="Open Sans ExtraBold"/>
              </a:rPr>
              <a:t>Wheel to Well (Reverse) Model:</a:t>
            </a:r>
            <a:endParaRPr lang="en-US">
              <a:solidFill>
                <a:srgbClr val="23656F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2BCB4D-49D4-4350-82DD-3CBC1B0A42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078" t="6247" r="14078" b="9026"/>
          <a:stretch/>
        </p:blipFill>
        <p:spPr>
          <a:xfrm>
            <a:off x="10259921" y="1582000"/>
            <a:ext cx="857273" cy="780321"/>
          </a:xfrm>
          <a:prstGeom prst="rect">
            <a:avLst/>
          </a:prstGeom>
        </p:spPr>
      </p:pic>
      <p:pic>
        <p:nvPicPr>
          <p:cNvPr id="43" name="Picture 8" descr="A picture containing chain, wheel&#10;&#10;Description automatically generated">
            <a:extLst>
              <a:ext uri="{FF2B5EF4-FFF2-40B4-BE49-F238E27FC236}">
                <a16:creationId xmlns:a16="http://schemas.microsoft.com/office/drawing/2014/main" id="{7135E66C-B5C3-4FD8-AC1D-C96882CAD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931" y="2138548"/>
            <a:ext cx="1457324" cy="1000128"/>
          </a:xfrm>
          <a:prstGeom prst="rect">
            <a:avLst/>
          </a:prstGeom>
        </p:spPr>
      </p:pic>
      <p:pic>
        <p:nvPicPr>
          <p:cNvPr id="44" name="Picture 31" descr="Chart, histogram&#10;&#10;Description automatically generated">
            <a:extLst>
              <a:ext uri="{FF2B5EF4-FFF2-40B4-BE49-F238E27FC236}">
                <a16:creationId xmlns:a16="http://schemas.microsoft.com/office/drawing/2014/main" id="{FFA4D34E-ECD8-4450-8426-06BFD9F07BF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719" t="5892" r="2279" b="21150"/>
          <a:stretch/>
        </p:blipFill>
        <p:spPr>
          <a:xfrm>
            <a:off x="10292126" y="3384348"/>
            <a:ext cx="791529" cy="44564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5" name="Picture 33" descr="Chart, histogram&#10;&#10;Description automatically generated">
            <a:extLst>
              <a:ext uri="{FF2B5EF4-FFF2-40B4-BE49-F238E27FC236}">
                <a16:creationId xmlns:a16="http://schemas.microsoft.com/office/drawing/2014/main" id="{860BDC06-C585-47C5-86BD-A64DDE9F69C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809" t="11113" r="1994" b="20211"/>
          <a:stretch/>
        </p:blipFill>
        <p:spPr>
          <a:xfrm>
            <a:off x="11151464" y="3384955"/>
            <a:ext cx="861300" cy="44504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6" name="Picture 25" descr="Chart&#10;&#10;Description automatically generated">
            <a:extLst>
              <a:ext uri="{FF2B5EF4-FFF2-40B4-BE49-F238E27FC236}">
                <a16:creationId xmlns:a16="http://schemas.microsoft.com/office/drawing/2014/main" id="{42B7F9E1-BDBF-4A2E-B6DC-3A36C93C312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970" t="776" r="3029" b="22437"/>
          <a:stretch/>
        </p:blipFill>
        <p:spPr>
          <a:xfrm>
            <a:off x="10295821" y="2894156"/>
            <a:ext cx="786244" cy="44798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7" name="Picture 27" descr="Chart, histogram&#10;&#10;Description automatically generated">
            <a:extLst>
              <a:ext uri="{FF2B5EF4-FFF2-40B4-BE49-F238E27FC236}">
                <a16:creationId xmlns:a16="http://schemas.microsoft.com/office/drawing/2014/main" id="{1A0ECBF9-11F4-45C4-8B50-860702D9461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3932" t="13335" r="3989" b="21473"/>
          <a:stretch/>
        </p:blipFill>
        <p:spPr>
          <a:xfrm>
            <a:off x="11151464" y="2894156"/>
            <a:ext cx="851436" cy="44928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aphicFrame>
        <p:nvGraphicFramePr>
          <p:cNvPr id="49" name="Table 6">
            <a:extLst>
              <a:ext uri="{FF2B5EF4-FFF2-40B4-BE49-F238E27FC236}">
                <a16:creationId xmlns:a16="http://schemas.microsoft.com/office/drawing/2014/main" id="{02FB40A5-B494-4006-9F6C-B6E3123DB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516723"/>
              </p:ext>
            </p:extLst>
          </p:nvPr>
        </p:nvGraphicFramePr>
        <p:xfrm>
          <a:off x="7266258" y="4730655"/>
          <a:ext cx="4815259" cy="1348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7762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1238930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1789560291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2392527361"/>
                    </a:ext>
                  </a:extLst>
                </a:gridCol>
              </a:tblGrid>
              <a:tr h="457810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Parameters</a:t>
                      </a:r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Model Output (w/o Regen)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Model Output (with Regen)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Adjusted Design Value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Battery Size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2316 W-h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495.4 W-h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600 W-h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536519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Avg. Power Loss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7.515 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7.515 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 W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  <a:tr h="296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Avg. Current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2.508 A</a:t>
                      </a:r>
                      <a:endParaRPr lang="en-US" sz="1200" b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2.508 A</a:t>
                      </a:r>
                      <a:endParaRPr lang="en-US" sz="1200" b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2.75 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674828"/>
                  </a:ext>
                </a:extLst>
              </a:tr>
            </a:tbl>
          </a:graphicData>
        </a:graphic>
      </p:graphicFrame>
      <p:sp>
        <p:nvSpPr>
          <p:cNvPr id="52" name="Google Shape;83;p14">
            <a:extLst>
              <a:ext uri="{FF2B5EF4-FFF2-40B4-BE49-F238E27FC236}">
                <a16:creationId xmlns:a16="http://schemas.microsoft.com/office/drawing/2014/main" id="{B5FEBE4A-8087-40E7-8632-1DFE4702B333}"/>
              </a:ext>
            </a:extLst>
          </p:cNvPr>
          <p:cNvSpPr txBox="1"/>
          <p:nvPr/>
        </p:nvSpPr>
        <p:spPr>
          <a:xfrm>
            <a:off x="52259" y="4607371"/>
            <a:ext cx="7355697" cy="165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"/>
              <a:buChar char="●"/>
            </a:pP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Model predicted the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Battery Consumption</a:t>
            </a:r>
            <a:r>
              <a:rPr lang="en" sz="1300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 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to be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2316 Wh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170 km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(w/o Regen)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"/>
              <a:buChar char="●"/>
            </a:pP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Model predicted the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Battery Consumption</a:t>
            </a:r>
            <a:r>
              <a:rPr lang="en" sz="1300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 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to be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495.4 Wh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170 km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(with Regen)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Lato"/>
              <a:buChar char="●"/>
            </a:pP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Current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Heat Generation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profiles were also produced to design the</a:t>
            </a:r>
            <a:r>
              <a:rPr lang="en" sz="1300">
                <a:solidFill>
                  <a:srgbClr val="274E13"/>
                </a:solidFill>
                <a:latin typeface="Lato"/>
                <a:ea typeface="Lato"/>
                <a:cs typeface="Lato"/>
                <a:sym typeface="Lato Black"/>
              </a:rPr>
              <a:t> </a:t>
            </a:r>
            <a:r>
              <a:rPr lang="en-US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Thermal Management System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FC71DC-41C7-4E60-A52A-C1DE61949C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4"/>
          <a:stretch/>
        </p:blipFill>
        <p:spPr bwMode="auto">
          <a:xfrm>
            <a:off x="61867" y="2138548"/>
            <a:ext cx="1308070" cy="1157126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42DCDB9-6FBA-4B63-9836-36BE9376A7D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930"/>
          <a:stretch/>
        </p:blipFill>
        <p:spPr>
          <a:xfrm>
            <a:off x="7382169" y="1749554"/>
            <a:ext cx="1463602" cy="14354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24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Battery Pack Design</a:t>
            </a:r>
          </a:p>
        </p:txBody>
      </p:sp>
      <p:graphicFrame>
        <p:nvGraphicFramePr>
          <p:cNvPr id="11" name="Table 18">
            <a:extLst>
              <a:ext uri="{FF2B5EF4-FFF2-40B4-BE49-F238E27FC236}">
                <a16:creationId xmlns:a16="http://schemas.microsoft.com/office/drawing/2014/main" id="{A01D96D5-2654-422E-AF77-540CDB176B67}"/>
              </a:ext>
            </a:extLst>
          </p:cNvPr>
          <p:cNvGraphicFramePr>
            <a:graphicFrameLocks noGrp="1"/>
          </p:cNvGraphicFramePr>
          <p:nvPr/>
        </p:nvGraphicFramePr>
        <p:xfrm>
          <a:off x="0" y="5602854"/>
          <a:ext cx="2104698" cy="827924"/>
        </p:xfrm>
        <a:graphic>
          <a:graphicData uri="http://schemas.openxmlformats.org/drawingml/2006/table">
            <a:tbl>
              <a:tblPr firstRow="1" bandRow="1">
                <a:effectLst/>
                <a:tableStyleId>{18603FDC-E32A-4AB5-989C-0864C3EAD2B8}</a:tableStyleId>
              </a:tblPr>
              <a:tblGrid>
                <a:gridCol w="1304506">
                  <a:extLst>
                    <a:ext uri="{9D8B030D-6E8A-4147-A177-3AD203B41FA5}">
                      <a16:colId xmlns:a16="http://schemas.microsoft.com/office/drawing/2014/main" val="344114058"/>
                    </a:ext>
                  </a:extLst>
                </a:gridCol>
                <a:gridCol w="800192">
                  <a:extLst>
                    <a:ext uri="{9D8B030D-6E8A-4147-A177-3AD203B41FA5}">
                      <a16:colId xmlns:a16="http://schemas.microsoft.com/office/drawing/2014/main" val="2004894780"/>
                    </a:ext>
                  </a:extLst>
                </a:gridCol>
              </a:tblGrid>
              <a:tr h="23285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Priority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574000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High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47668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Moderate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0820"/>
                  </a:ext>
                </a:extLst>
              </a:tr>
              <a:tr h="1983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Low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965773"/>
                  </a:ext>
                </a:extLst>
              </a:tr>
            </a:tbl>
          </a:graphicData>
        </a:graphic>
      </p:graphicFrame>
      <p:graphicFrame>
        <p:nvGraphicFramePr>
          <p:cNvPr id="12" name="Table 15">
            <a:extLst>
              <a:ext uri="{FF2B5EF4-FFF2-40B4-BE49-F238E27FC236}">
                <a16:creationId xmlns:a16="http://schemas.microsoft.com/office/drawing/2014/main" id="{BD4E247E-2DAD-47BB-A5DE-B94EC9BFB207}"/>
              </a:ext>
            </a:extLst>
          </p:cNvPr>
          <p:cNvGraphicFramePr>
            <a:graphicFrameLocks noGrp="1"/>
          </p:cNvGraphicFramePr>
          <p:nvPr/>
        </p:nvGraphicFramePr>
        <p:xfrm>
          <a:off x="0" y="1321617"/>
          <a:ext cx="5293323" cy="3663717"/>
        </p:xfrm>
        <a:graphic>
          <a:graphicData uri="http://schemas.openxmlformats.org/drawingml/2006/table">
            <a:tbl>
              <a:tblPr firstRow="1" bandRow="1">
                <a:effectLst/>
                <a:tableStyleId>{284E427A-3D55-4303-BF80-6455036E1DE7}</a:tableStyleId>
              </a:tblPr>
              <a:tblGrid>
                <a:gridCol w="1394602">
                  <a:extLst>
                    <a:ext uri="{9D8B030D-6E8A-4147-A177-3AD203B41FA5}">
                      <a16:colId xmlns:a16="http://schemas.microsoft.com/office/drawing/2014/main" val="2178167388"/>
                    </a:ext>
                  </a:extLst>
                </a:gridCol>
                <a:gridCol w="805131">
                  <a:extLst>
                    <a:ext uri="{9D8B030D-6E8A-4147-A177-3AD203B41FA5}">
                      <a16:colId xmlns:a16="http://schemas.microsoft.com/office/drawing/2014/main" val="976865855"/>
                    </a:ext>
                  </a:extLst>
                </a:gridCol>
                <a:gridCol w="992037">
                  <a:extLst>
                    <a:ext uri="{9D8B030D-6E8A-4147-A177-3AD203B41FA5}">
                      <a16:colId xmlns:a16="http://schemas.microsoft.com/office/drawing/2014/main" val="1049622239"/>
                    </a:ext>
                  </a:extLst>
                </a:gridCol>
                <a:gridCol w="916263">
                  <a:extLst>
                    <a:ext uri="{9D8B030D-6E8A-4147-A177-3AD203B41FA5}">
                      <a16:colId xmlns:a16="http://schemas.microsoft.com/office/drawing/2014/main" val="4058477611"/>
                    </a:ext>
                  </a:extLst>
                </a:gridCol>
                <a:gridCol w="1185290">
                  <a:extLst>
                    <a:ext uri="{9D8B030D-6E8A-4147-A177-3AD203B41FA5}">
                      <a16:colId xmlns:a16="http://schemas.microsoft.com/office/drawing/2014/main" val="1300919148"/>
                    </a:ext>
                  </a:extLst>
                </a:gridCol>
              </a:tblGrid>
              <a:tr h="67751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/>
                          <a:ea typeface="Lato"/>
                          <a:cs typeface="Lato"/>
                        </a:rPr>
                        <a:t>Property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Lato"/>
                          <a:ea typeface="Lato"/>
                          <a:cs typeface="Lato"/>
                        </a:rPr>
                        <a:t>Melasta</a:t>
                      </a:r>
                      <a:r>
                        <a:rPr lang="en-US" sz="1200">
                          <a:latin typeface="Lato"/>
                          <a:ea typeface="Lato"/>
                          <a:cs typeface="Lato"/>
                        </a:rPr>
                        <a:t> Pouch Cells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Lato"/>
                          <a:ea typeface="Lato"/>
                          <a:cs typeface="Lato"/>
                        </a:rPr>
                        <a:t>Melasta</a:t>
                      </a:r>
                      <a:r>
                        <a:rPr lang="en-US" sz="1200">
                          <a:latin typeface="Lato"/>
                          <a:ea typeface="Lato"/>
                          <a:cs typeface="Lato"/>
                        </a:rPr>
                        <a:t> Prismatic Cells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/>
                          <a:ea typeface="Lato"/>
                          <a:cs typeface="Lato"/>
                        </a:rPr>
                        <a:t>Cylindrical Cells (Self Assembly)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Lato"/>
                          <a:ea typeface="Lato"/>
                          <a:cs typeface="Lato"/>
                        </a:rPr>
                        <a:t>Preassembled Cylindrical Modules</a:t>
                      </a:r>
                    </a:p>
                  </a:txBody>
                  <a:tcPr marL="0" marR="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08511"/>
                  </a:ext>
                </a:extLst>
              </a:tr>
              <a:tr h="301116">
                <a:tc>
                  <a:txBody>
                    <a:bodyPr/>
                    <a:lstStyle/>
                    <a:p>
                      <a:pPr algn="ctr"/>
                      <a:r>
                        <a:rPr lang="en-US" sz="1100" b="1" err="1">
                          <a:latin typeface="Lato"/>
                          <a:ea typeface="Lato"/>
                          <a:cs typeface="Lato"/>
                        </a:rPr>
                        <a:t>Manufacturabilty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  <a:endParaRPr lang="en-US" b="1" i="0" u="none" strike="noStrike" noProof="0">
                        <a:solidFill>
                          <a:srgbClr val="005426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8899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Energy Density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 (190Wh/kg)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(100 </a:t>
                      </a:r>
                      <a:r>
                        <a:rPr lang="en-US" sz="1100" err="1">
                          <a:latin typeface="Lato"/>
                          <a:ea typeface="Lato"/>
                          <a:cs typeface="Lato"/>
                        </a:rPr>
                        <a:t>Wh</a:t>
                      </a: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/kg)</a:t>
                      </a: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(~220Wh/kg)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(~200 </a:t>
                      </a:r>
                      <a:r>
                        <a:rPr lang="en-US" sz="1100" err="1">
                          <a:latin typeface="Lato"/>
                          <a:ea typeface="Lato"/>
                          <a:cs typeface="Lato"/>
                        </a:rPr>
                        <a:t>Wh</a:t>
                      </a: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/kg)</a:t>
                      </a:r>
                    </a:p>
                  </a:txBody>
                  <a:tcPr marL="45720" marR="4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853070"/>
                  </a:ext>
                </a:extLst>
              </a:tr>
              <a:tr h="3011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 Electrical Safety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  <a:endParaRPr lang="en-US" b="1" i="0" u="none" strike="noStrike" noProof="0">
                        <a:solidFill>
                          <a:srgbClr val="005426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211836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Cost 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(INR</a:t>
                      </a: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 7L+</a:t>
                      </a: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(INR </a:t>
                      </a: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10L+</a:t>
                      </a: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(INR </a:t>
                      </a: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4L+)</a:t>
                      </a:r>
                      <a:endParaRPr lang="en-US" sz="1100"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(INR </a:t>
                      </a:r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10L+)</a:t>
                      </a:r>
                      <a:endParaRPr lang="en-US" sz="1100"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32651"/>
                  </a:ext>
                </a:extLst>
              </a:tr>
              <a:tr h="301116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Peak Discharge Current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(~500A)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(~500A)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(~300A)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rgbClr val="0F5E31"/>
                          </a:solidFill>
                          <a:latin typeface="Lato"/>
                          <a:ea typeface="Lato"/>
                          <a:cs typeface="Lato"/>
                        </a:rPr>
                        <a:t>(~300A)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265499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Lato"/>
                          <a:ea typeface="Lato"/>
                          <a:cs typeface="Lato"/>
                        </a:rPr>
                        <a:t>Int. Resistance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  <a:b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(&lt; 1mohm)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 b="0" i="0" u="none" strike="noStrike" noProof="0">
                          <a:latin typeface="Lato"/>
                          <a:ea typeface="Lato"/>
                          <a:cs typeface="Lato"/>
                        </a:rPr>
                        <a:t>(&lt; 1mohm)</a:t>
                      </a:r>
                      <a:endParaRPr lang="en-US" sz="1100"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(2-3mohm)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100">
                          <a:latin typeface="Lato"/>
                          <a:ea typeface="Lato"/>
                          <a:cs typeface="Lato"/>
                        </a:rPr>
                        <a:t>(2-3mohm)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28195"/>
                  </a:ext>
                </a:extLst>
              </a:tr>
              <a:tr h="301116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ato"/>
                          <a:ea typeface="Lato"/>
                          <a:cs typeface="Lato"/>
                        </a:rPr>
                        <a:t>Thermal Mgmt.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Low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C00000"/>
                          </a:solidFill>
                        </a:rPr>
                        <a:t>Low</a:t>
                      </a:r>
                      <a:endParaRPr lang="en-US" sz="1100" b="1">
                        <a:solidFill>
                          <a:schemeClr val="accent4">
                            <a:lumMod val="50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High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646225"/>
                  </a:ext>
                </a:extLst>
              </a:tr>
              <a:tr h="3011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latin typeface="Lato"/>
                          <a:ea typeface="Lato"/>
                          <a:cs typeface="Lato"/>
                        </a:rPr>
                        <a:t>Mech. Robustness</a:t>
                      </a:r>
                      <a:endParaRPr lang="en-US" sz="1100" b="1">
                        <a:latin typeface="Lato"/>
                        <a:ea typeface="Lato"/>
                        <a:cs typeface="Lato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C00000"/>
                          </a:solidFill>
                          <a:latin typeface="Lato"/>
                          <a:ea typeface="Lato"/>
                          <a:cs typeface="Lato"/>
                        </a:rPr>
                        <a:t>Very Low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Moderate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rgbClr val="005426"/>
                          </a:solidFill>
                          <a:latin typeface="Lato"/>
                          <a:ea typeface="Lato"/>
                          <a:cs typeface="Lato"/>
                        </a:rPr>
                        <a:t>Very High</a:t>
                      </a: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1342"/>
                  </a:ext>
                </a:extLst>
              </a:tr>
            </a:tbl>
          </a:graphicData>
        </a:graphic>
      </p:graphicFrame>
      <p:sp>
        <p:nvSpPr>
          <p:cNvPr id="17" name="Parallelogram 16">
            <a:extLst>
              <a:ext uri="{FF2B5EF4-FFF2-40B4-BE49-F238E27FC236}">
                <a16:creationId xmlns:a16="http://schemas.microsoft.com/office/drawing/2014/main" id="{91DDEA93-0F66-4F0B-BFDE-70CF218CDA82}"/>
              </a:ext>
            </a:extLst>
          </p:cNvPr>
          <p:cNvSpPr/>
          <p:nvPr/>
        </p:nvSpPr>
        <p:spPr>
          <a:xfrm>
            <a:off x="9612267" y="1256026"/>
            <a:ext cx="2271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Sony-Murata VTC5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7B5E81-E644-4942-B798-E423344CD75E}"/>
              </a:ext>
            </a:extLst>
          </p:cNvPr>
          <p:cNvSpPr/>
          <p:nvPr/>
        </p:nvSpPr>
        <p:spPr>
          <a:xfrm>
            <a:off x="6935345" y="2242018"/>
            <a:ext cx="2332969" cy="360068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  <a:latin typeface="Lato"/>
                <a:ea typeface="Lato"/>
                <a:cs typeface="Lato"/>
              </a:rPr>
              <a:t>       Very Low Assembly Time</a:t>
            </a:r>
            <a:endParaRPr lang="en-US" sz="1050">
              <a:solidFill>
                <a:schemeClr val="bg1"/>
              </a:solidFill>
              <a:latin typeface="Lato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E05EC9-B56E-4B3C-9508-C4A4023B75A3}"/>
              </a:ext>
            </a:extLst>
          </p:cNvPr>
          <p:cNvSpPr/>
          <p:nvPr/>
        </p:nvSpPr>
        <p:spPr>
          <a:xfrm>
            <a:off x="5834813" y="1863658"/>
            <a:ext cx="3452012" cy="360068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  <a:latin typeface="Lato"/>
                <a:ea typeface="Lato"/>
                <a:cs typeface="Lato"/>
              </a:rPr>
              <a:t>	         In-Built Fuses &amp; Temp. Sensors</a:t>
            </a:r>
            <a:endParaRPr lang="en-US" sz="1200" b="1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400860-4756-42EA-A702-AC8935B62606}"/>
              </a:ext>
            </a:extLst>
          </p:cNvPr>
          <p:cNvSpPr/>
          <p:nvPr/>
        </p:nvSpPr>
        <p:spPr>
          <a:xfrm>
            <a:off x="6422684" y="2631411"/>
            <a:ext cx="2760111" cy="360068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  <a:latin typeface="Lato"/>
                <a:ea typeface="Lato"/>
                <a:cs typeface="Lato"/>
              </a:rPr>
              <a:t>               UL94v-0 Rated Robust Frame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08B7A7-ABDE-40E5-9B9D-0E2598DDAD2A}"/>
              </a:ext>
            </a:extLst>
          </p:cNvPr>
          <p:cNvSpPr/>
          <p:nvPr/>
        </p:nvSpPr>
        <p:spPr>
          <a:xfrm>
            <a:off x="6501937" y="1470566"/>
            <a:ext cx="2559546" cy="360068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  <a:latin typeface="Lato"/>
                <a:ea typeface="Lato"/>
                <a:cs typeface="Lato"/>
              </a:rPr>
              <a:t>                 Pre-Assembled OEM Modules</a:t>
            </a:r>
            <a:endParaRPr lang="en-US" sz="1050">
              <a:solidFill>
                <a:schemeClr val="bg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2" name="Google Shape;1656;p35">
            <a:extLst>
              <a:ext uri="{FF2B5EF4-FFF2-40B4-BE49-F238E27FC236}">
                <a16:creationId xmlns:a16="http://schemas.microsoft.com/office/drawing/2014/main" id="{BCA94582-758B-41C3-8B78-F6B28027382D}"/>
              </a:ext>
            </a:extLst>
          </p:cNvPr>
          <p:cNvSpPr/>
          <p:nvPr/>
        </p:nvSpPr>
        <p:spPr>
          <a:xfrm>
            <a:off x="5614162" y="1388364"/>
            <a:ext cx="1629670" cy="163873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7451DB-5EFD-4F1B-9938-FCB392692BCB}"/>
              </a:ext>
            </a:extLst>
          </p:cNvPr>
          <p:cNvSpPr/>
          <p:nvPr/>
        </p:nvSpPr>
        <p:spPr>
          <a:xfrm>
            <a:off x="9295521" y="800192"/>
            <a:ext cx="2918261" cy="388823"/>
          </a:xfrm>
          <a:prstGeom prst="roundRect">
            <a:avLst>
              <a:gd name="adj" fmla="val 5675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Lato"/>
                <a:ea typeface="Lato"/>
                <a:cs typeface="Lato"/>
              </a:rPr>
              <a:t>Cells Available </a:t>
            </a:r>
            <a:r>
              <a:rPr lang="en-US" sz="1600" b="1">
                <a:solidFill>
                  <a:schemeClr val="bg1"/>
                </a:solidFill>
                <a:latin typeface="Lato"/>
                <a:ea typeface="Lato"/>
                <a:cs typeface="Lato"/>
              </a:rPr>
              <a:t>at </a:t>
            </a:r>
            <a:r>
              <a:rPr lang="en-US" sz="1600" b="1" err="1">
                <a:solidFill>
                  <a:schemeClr val="bg1"/>
                </a:solidFill>
                <a:latin typeface="Lato"/>
                <a:ea typeface="Lato"/>
                <a:cs typeface="Lato"/>
              </a:rPr>
              <a:t>EnergusPS</a:t>
            </a:r>
            <a:endParaRPr lang="en-US" sz="16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5A15CE5-A412-4124-8BF2-C0C88B34A281}"/>
              </a:ext>
            </a:extLst>
          </p:cNvPr>
          <p:cNvSpPr/>
          <p:nvPr/>
        </p:nvSpPr>
        <p:spPr>
          <a:xfrm>
            <a:off x="9597889" y="1615460"/>
            <a:ext cx="2271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Samsung 25R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957998BD-D565-439D-954C-7028DC1F99C6}"/>
              </a:ext>
            </a:extLst>
          </p:cNvPr>
          <p:cNvSpPr/>
          <p:nvPr/>
        </p:nvSpPr>
        <p:spPr>
          <a:xfrm>
            <a:off x="9612267" y="1989272"/>
            <a:ext cx="2271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Sony-Murata VTC6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DCA4462-B433-47A1-BA91-B6753D7A21A2}"/>
              </a:ext>
            </a:extLst>
          </p:cNvPr>
          <p:cNvSpPr/>
          <p:nvPr/>
        </p:nvSpPr>
        <p:spPr>
          <a:xfrm>
            <a:off x="9612266" y="2348705"/>
            <a:ext cx="2271622" cy="330680"/>
          </a:xfrm>
          <a:prstGeom prst="parallelogram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Samsung 30Q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31" name="Google Shape;1675;p36">
            <a:extLst>
              <a:ext uri="{FF2B5EF4-FFF2-40B4-BE49-F238E27FC236}">
                <a16:creationId xmlns:a16="http://schemas.microsoft.com/office/drawing/2014/main" id="{98EB8C91-94D1-457D-AB56-7214B70E231F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Cell Selection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32" name="Google Shape;1676;p36">
            <a:extLst>
              <a:ext uri="{FF2B5EF4-FFF2-40B4-BE49-F238E27FC236}">
                <a16:creationId xmlns:a16="http://schemas.microsoft.com/office/drawing/2014/main" id="{AA7CB81A-5C40-45E8-BE8E-5CE5F7BD5420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33" name="Google Shape;1677;p36">
            <a:extLst>
              <a:ext uri="{FF2B5EF4-FFF2-40B4-BE49-F238E27FC236}">
                <a16:creationId xmlns:a16="http://schemas.microsoft.com/office/drawing/2014/main" id="{912A2A83-129E-42AB-82DF-169CA53546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" name="Table 17">
            <a:extLst>
              <a:ext uri="{FF2B5EF4-FFF2-40B4-BE49-F238E27FC236}">
                <a16:creationId xmlns:a16="http://schemas.microsoft.com/office/drawing/2014/main" id="{A8CA3673-4103-4B91-9786-FBD5BC7881FD}"/>
              </a:ext>
            </a:extLst>
          </p:cNvPr>
          <p:cNvGraphicFramePr>
            <a:graphicFrameLocks noGrp="1"/>
          </p:cNvGraphicFramePr>
          <p:nvPr/>
        </p:nvGraphicFramePr>
        <p:xfrm>
          <a:off x="0" y="5025256"/>
          <a:ext cx="531217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650">
                  <a:extLst>
                    <a:ext uri="{9D8B030D-6E8A-4147-A177-3AD203B41FA5}">
                      <a16:colId xmlns:a16="http://schemas.microsoft.com/office/drawing/2014/main" val="1686287163"/>
                    </a:ext>
                  </a:extLst>
                </a:gridCol>
                <a:gridCol w="829204">
                  <a:extLst>
                    <a:ext uri="{9D8B030D-6E8A-4147-A177-3AD203B41FA5}">
                      <a16:colId xmlns:a16="http://schemas.microsoft.com/office/drawing/2014/main" val="1225455079"/>
                    </a:ext>
                  </a:extLst>
                </a:gridCol>
                <a:gridCol w="932450">
                  <a:extLst>
                    <a:ext uri="{9D8B030D-6E8A-4147-A177-3AD203B41FA5}">
                      <a16:colId xmlns:a16="http://schemas.microsoft.com/office/drawing/2014/main" val="2903221480"/>
                    </a:ext>
                  </a:extLst>
                </a:gridCol>
                <a:gridCol w="945585">
                  <a:extLst>
                    <a:ext uri="{9D8B030D-6E8A-4147-A177-3AD203B41FA5}">
                      <a16:colId xmlns:a16="http://schemas.microsoft.com/office/drawing/2014/main" val="3445921393"/>
                    </a:ext>
                  </a:extLst>
                </a:gridCol>
                <a:gridCol w="1179287">
                  <a:extLst>
                    <a:ext uri="{9D8B030D-6E8A-4147-A177-3AD203B41FA5}">
                      <a16:colId xmlns:a16="http://schemas.microsoft.com/office/drawing/2014/main" val="693926463"/>
                    </a:ext>
                  </a:extLst>
                </a:gridCol>
              </a:tblGrid>
              <a:tr h="15375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Lato"/>
                          <a:ea typeface="Lato"/>
                          <a:cs typeface="Lato"/>
                        </a:rPr>
                        <a:t>Weighted Average</a:t>
                      </a: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3.38/</a:t>
                      </a:r>
                      <a:r>
                        <a:rPr lang="en-US" sz="1400" b="1" i="0" u="none" strike="noStrike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3.44/</a:t>
                      </a:r>
                      <a:r>
                        <a:rPr lang="en-US" sz="1400" b="1" i="0" u="none" strike="noStrike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3.38/</a:t>
                      </a:r>
                      <a:r>
                        <a:rPr lang="en-US" sz="1400" b="1" i="0" u="none" strike="noStrike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3.94/</a:t>
                      </a:r>
                      <a:r>
                        <a:rPr lang="en-US" sz="14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</a:p>
                  </a:txBody>
                  <a:tcPr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395441"/>
                  </a:ext>
                </a:extLst>
              </a:tr>
            </a:tbl>
          </a:graphicData>
        </a:graphic>
      </p:graphicFrame>
      <p:sp>
        <p:nvSpPr>
          <p:cNvPr id="35" name="Google Shape;1675;p36">
            <a:extLst>
              <a:ext uri="{FF2B5EF4-FFF2-40B4-BE49-F238E27FC236}">
                <a16:creationId xmlns:a16="http://schemas.microsoft.com/office/drawing/2014/main" id="{AB3BC83F-DC1E-4DF5-B918-87AEE2D093C7}"/>
              </a:ext>
            </a:extLst>
          </p:cNvPr>
          <p:cNvSpPr txBox="1"/>
          <p:nvPr/>
        </p:nvSpPr>
        <p:spPr>
          <a:xfrm>
            <a:off x="7639198" y="3212534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Cell Chemistry Selection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36" name="Google Shape;1676;p36">
            <a:extLst>
              <a:ext uri="{FF2B5EF4-FFF2-40B4-BE49-F238E27FC236}">
                <a16:creationId xmlns:a16="http://schemas.microsoft.com/office/drawing/2014/main" id="{75B92B0B-A2F2-42D4-A158-3108E8BEAA4E}"/>
              </a:ext>
            </a:extLst>
          </p:cNvPr>
          <p:cNvSpPr/>
          <p:nvPr/>
        </p:nvSpPr>
        <p:spPr>
          <a:xfrm>
            <a:off x="7440125" y="3212534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37" name="Google Shape;1677;p36">
            <a:extLst>
              <a:ext uri="{FF2B5EF4-FFF2-40B4-BE49-F238E27FC236}">
                <a16:creationId xmlns:a16="http://schemas.microsoft.com/office/drawing/2014/main" id="{13942090-7A42-479B-97C0-35FEE69339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7439270" y="3256754"/>
            <a:ext cx="360900" cy="3186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" name="Table 51">
            <a:extLst>
              <a:ext uri="{FF2B5EF4-FFF2-40B4-BE49-F238E27FC236}">
                <a16:creationId xmlns:a16="http://schemas.microsoft.com/office/drawing/2014/main" id="{0E34C2D7-8964-4815-AC10-0C92F8E2A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47759"/>
              </p:ext>
            </p:extLst>
          </p:nvPr>
        </p:nvGraphicFramePr>
        <p:xfrm>
          <a:off x="7911770" y="3696876"/>
          <a:ext cx="4297903" cy="2718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936">
                  <a:extLst>
                    <a:ext uri="{9D8B030D-6E8A-4147-A177-3AD203B41FA5}">
                      <a16:colId xmlns:a16="http://schemas.microsoft.com/office/drawing/2014/main" val="392022118"/>
                    </a:ext>
                  </a:extLst>
                </a:gridCol>
                <a:gridCol w="682735">
                  <a:extLst>
                    <a:ext uri="{9D8B030D-6E8A-4147-A177-3AD203B41FA5}">
                      <a16:colId xmlns:a16="http://schemas.microsoft.com/office/drawing/2014/main" val="1884208310"/>
                    </a:ext>
                  </a:extLst>
                </a:gridCol>
                <a:gridCol w="728250">
                  <a:extLst>
                    <a:ext uri="{9D8B030D-6E8A-4147-A177-3AD203B41FA5}">
                      <a16:colId xmlns:a16="http://schemas.microsoft.com/office/drawing/2014/main" val="3444946170"/>
                    </a:ext>
                  </a:extLst>
                </a:gridCol>
                <a:gridCol w="806279">
                  <a:extLst>
                    <a:ext uri="{9D8B030D-6E8A-4147-A177-3AD203B41FA5}">
                      <a16:colId xmlns:a16="http://schemas.microsoft.com/office/drawing/2014/main" val="1815726110"/>
                    </a:ext>
                  </a:extLst>
                </a:gridCol>
                <a:gridCol w="825703">
                  <a:extLst>
                    <a:ext uri="{9D8B030D-6E8A-4147-A177-3AD203B41FA5}">
                      <a16:colId xmlns:a16="http://schemas.microsoft.com/office/drawing/2014/main" val="2326766348"/>
                    </a:ext>
                  </a:extLst>
                </a:gridCol>
              </a:tblGrid>
              <a:tr h="4094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Property</a:t>
                      </a:r>
                      <a:endParaRPr lang="en-US" sz="1100" b="1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Sony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VTC5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Samsung 25R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Sony 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VTC6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Samsung 30Q</a:t>
                      </a:r>
                    </a:p>
                  </a:txBody>
                  <a:tcPr marL="0" marR="0" marT="0" marB="0" anchor="ctr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28602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Chemistry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NMC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NMC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NCA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2688724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Voltage(Nom/Max)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3.6/4.2 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3.6/4.2 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3.6/4.2 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3.6/4.2 V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1492657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Capacity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2.6 Ah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2.5 Ah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3.0 Ah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 Ah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550521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Mass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44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32371796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Energy Density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212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237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235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926259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Cost (per cell)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Moderate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Moderate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High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High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4265197"/>
                  </a:ext>
                </a:extLst>
              </a:tr>
              <a:tr h="360312"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Max. Discharge (Continuous/Peak)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10C / 18C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5C / 18C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5C / 15C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5C / 12C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2154223"/>
                  </a:ext>
                </a:extLst>
              </a:tr>
              <a:tr h="278423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Int. Resistance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13m-ohm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/>
                        <a:t>13 m-ohm</a:t>
                      </a: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m-ohm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7300039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B62C70D9-7EA5-466A-845E-74875D27DB50}"/>
              </a:ext>
            </a:extLst>
          </p:cNvPr>
          <p:cNvSpPr/>
          <p:nvPr/>
        </p:nvSpPr>
        <p:spPr>
          <a:xfrm>
            <a:off x="9061483" y="3632176"/>
            <a:ext cx="873781" cy="2850537"/>
          </a:xfrm>
          <a:prstGeom prst="rect">
            <a:avLst/>
          </a:prstGeom>
          <a:noFill/>
          <a:ln w="25400" cmpd="sng">
            <a:solidFill>
              <a:srgbClr val="FF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Google Shape;83;p14">
            <a:extLst>
              <a:ext uri="{FF2B5EF4-FFF2-40B4-BE49-F238E27FC236}">
                <a16:creationId xmlns:a16="http://schemas.microsoft.com/office/drawing/2014/main" id="{68234F22-9228-42A0-A241-7FA0BD93B6BD}"/>
              </a:ext>
            </a:extLst>
          </p:cNvPr>
          <p:cNvSpPr txBox="1"/>
          <p:nvPr/>
        </p:nvSpPr>
        <p:spPr>
          <a:xfrm>
            <a:off x="2960353" y="5442979"/>
            <a:ext cx="4970270" cy="112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211455">
              <a:lnSpc>
                <a:spcPct val="125000"/>
              </a:lnSpc>
              <a:buClr>
                <a:srgbClr val="595959"/>
              </a:buClr>
              <a:buSzPts val="1100"/>
            </a:pP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Due to moderate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Energy Density,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low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Internal Resistance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, less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mass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low cost </a:t>
            </a: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we went for</a:t>
            </a:r>
            <a:r>
              <a:rPr lang="en" sz="1300">
                <a:solidFill>
                  <a:srgbClr val="274E13"/>
                </a:solidFill>
                <a:latin typeface="Lato"/>
                <a:ea typeface="Lato"/>
                <a:cs typeface="Lato"/>
                <a:sym typeface="Lato Black"/>
              </a:rPr>
              <a:t> </a:t>
            </a:r>
            <a:r>
              <a:rPr lang="en-US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Sony VTC5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4" name="Picture 3" descr="A close-up of a computer chip&#10;&#10;Description automatically generated with low confidence">
            <a:extLst>
              <a:ext uri="{FF2B5EF4-FFF2-40B4-BE49-F238E27FC236}">
                <a16:creationId xmlns:a16="http://schemas.microsoft.com/office/drawing/2014/main" id="{5CA24965-D7C0-4B07-BCC1-822C6A2B4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256" y="1629484"/>
            <a:ext cx="1156498" cy="115649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071A0A1-CCCC-4B46-976F-0E58C3FB5A19}"/>
              </a:ext>
            </a:extLst>
          </p:cNvPr>
          <p:cNvSpPr/>
          <p:nvPr/>
        </p:nvSpPr>
        <p:spPr>
          <a:xfrm>
            <a:off x="4052340" y="1276975"/>
            <a:ext cx="1330122" cy="4259408"/>
          </a:xfrm>
          <a:prstGeom prst="rect">
            <a:avLst/>
          </a:prstGeom>
          <a:noFill/>
          <a:ln w="25400" cmpd="sng">
            <a:solidFill>
              <a:srgbClr val="FF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3120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40" grpId="0" animBg="1"/>
      <p:bldP spid="41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Battery Pack Design</a:t>
            </a:r>
          </a:p>
        </p:txBody>
      </p:sp>
      <p:sp>
        <p:nvSpPr>
          <p:cNvPr id="6" name="Google Shape;1675;p36">
            <a:extLst>
              <a:ext uri="{FF2B5EF4-FFF2-40B4-BE49-F238E27FC236}">
                <a16:creationId xmlns:a16="http://schemas.microsoft.com/office/drawing/2014/main" id="{32881168-CDA2-4833-B357-3ABF7086602A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Battery Pack Design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" name="Google Shape;1676;p36">
            <a:extLst>
              <a:ext uri="{FF2B5EF4-FFF2-40B4-BE49-F238E27FC236}">
                <a16:creationId xmlns:a16="http://schemas.microsoft.com/office/drawing/2014/main" id="{C33B7BA8-B59D-4DA6-BA80-BAEE2A620F5C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8" name="Google Shape;1677;p36">
            <a:extLst>
              <a:ext uri="{FF2B5EF4-FFF2-40B4-BE49-F238E27FC236}">
                <a16:creationId xmlns:a16="http://schemas.microsoft.com/office/drawing/2014/main" id="{D7FFC2CC-C54B-44A5-84C4-A27BA6038D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63AE9D09-8D24-4DE7-90DC-14694D909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83447"/>
              </p:ext>
            </p:extLst>
          </p:nvPr>
        </p:nvGraphicFramePr>
        <p:xfrm>
          <a:off x="8364842" y="2344285"/>
          <a:ext cx="3683513" cy="1714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5032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1088481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</a:tblGrid>
              <a:tr h="295602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Specifications</a:t>
                      </a:r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Value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2265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Mass of 1xBattery Module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0.43 kg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  <a:tr h="2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No. of Battery Modules (2s4p)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674828"/>
                  </a:ext>
                </a:extLst>
              </a:tr>
              <a:tr h="2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Total Mass of Accumulator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7010429"/>
                  </a:ext>
                </a:extLst>
              </a:tr>
              <a:tr h="2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Peak Discharge Current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224.6 A (18C)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7672251"/>
                  </a:ext>
                </a:extLst>
              </a:tr>
              <a:tr h="2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Nominal Voltage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50.4 V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9034187"/>
                  </a:ext>
                </a:extLst>
              </a:tr>
              <a:tr h="2384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Total Capacity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</a:rPr>
                        <a:t>495.4 W-h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165456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A990B9F-3C73-4400-82C1-915B3D2C6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710" y="1374493"/>
            <a:ext cx="3025631" cy="365393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468788-A0D8-4436-BF75-9C89BA86F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45" y="1675002"/>
            <a:ext cx="4844334" cy="30529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4" name="Google Shape;83;p14">
            <a:extLst>
              <a:ext uri="{FF2B5EF4-FFF2-40B4-BE49-F238E27FC236}">
                <a16:creationId xmlns:a16="http://schemas.microsoft.com/office/drawing/2014/main" id="{D18D486C-EF40-4A07-8D02-4024F4E25C21}"/>
              </a:ext>
            </a:extLst>
          </p:cNvPr>
          <p:cNvSpPr txBox="1"/>
          <p:nvPr/>
        </p:nvSpPr>
        <p:spPr>
          <a:xfrm>
            <a:off x="561003" y="5225313"/>
            <a:ext cx="11069992" cy="83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"/>
              <a:buChar char="●"/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Body panels with ducts and slots used to protect the cells from outside environment and perform necessary passive cooling respectively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0794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Electronics</a:t>
            </a:r>
          </a:p>
        </p:txBody>
      </p:sp>
      <p:pic>
        <p:nvPicPr>
          <p:cNvPr id="6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5FEDF05-8C3C-DCEB-16DD-5B7E37EE8D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1" b="49235"/>
          <a:stretch/>
        </p:blipFill>
        <p:spPr>
          <a:xfrm>
            <a:off x="5754307" y="1536469"/>
            <a:ext cx="3374259" cy="19813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7" name="Picture 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67D141F-1730-8EA9-5ECD-F021691249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416" r="433" b="-377"/>
          <a:stretch/>
        </p:blipFill>
        <p:spPr>
          <a:xfrm>
            <a:off x="8167918" y="2527123"/>
            <a:ext cx="3159949" cy="183119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9" name="Google Shape;1675;p36">
            <a:extLst>
              <a:ext uri="{FF2B5EF4-FFF2-40B4-BE49-F238E27FC236}">
                <a16:creationId xmlns:a16="http://schemas.microsoft.com/office/drawing/2014/main" id="{51BC165A-B8D5-4C4E-9E8A-537FF597DC2B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IoT Features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0" name="Google Shape;1676;p36">
            <a:extLst>
              <a:ext uri="{FF2B5EF4-FFF2-40B4-BE49-F238E27FC236}">
                <a16:creationId xmlns:a16="http://schemas.microsoft.com/office/drawing/2014/main" id="{27E261FF-F954-4512-83A6-8C7968867EAF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1" name="Google Shape;1677;p36">
            <a:extLst>
              <a:ext uri="{FF2B5EF4-FFF2-40B4-BE49-F238E27FC236}">
                <a16:creationId xmlns:a16="http://schemas.microsoft.com/office/drawing/2014/main" id="{9D33F172-FFAB-4515-9C86-BD407253D6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3;p14">
            <a:extLst>
              <a:ext uri="{FF2B5EF4-FFF2-40B4-BE49-F238E27FC236}">
                <a16:creationId xmlns:a16="http://schemas.microsoft.com/office/drawing/2014/main" id="{BC115A9B-DCDA-4EDE-B16C-960881C01684}"/>
              </a:ext>
            </a:extLst>
          </p:cNvPr>
          <p:cNvSpPr txBox="1"/>
          <p:nvPr/>
        </p:nvSpPr>
        <p:spPr>
          <a:xfrm>
            <a:off x="561003" y="5075878"/>
            <a:ext cx="11069992" cy="112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"/>
              <a:buChar char="●"/>
            </a:pP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GPS Module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used to fetch coordinates of vehicle, sent as text message to mobile number through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Arduino and GSM Module SIM 900D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Lato"/>
              <a:buChar char="●"/>
            </a:pP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Simulated using </a:t>
            </a:r>
            <a:r>
              <a:rPr lang="en-US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Proteus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where location sent can be seen through</a:t>
            </a:r>
            <a:r>
              <a:rPr lang="en" sz="1300">
                <a:solidFill>
                  <a:srgbClr val="274E13"/>
                </a:solidFill>
                <a:latin typeface="Lato"/>
                <a:ea typeface="Lato"/>
                <a:cs typeface="Lato"/>
                <a:sym typeface="Lato Black"/>
              </a:rPr>
              <a:t> </a:t>
            </a:r>
            <a:r>
              <a:rPr lang="en-US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Virtual Terminal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DCDF7AAC-3C61-0F35-103D-6C1886C84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95" y="1534074"/>
            <a:ext cx="4400883" cy="2974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306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-2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Electronics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51B126CE-7ABB-46CB-B8A1-27FD1A75FAAB}"/>
                  </a:ext>
                </a:extLst>
              </p14:cNvPr>
              <p14:cNvContentPartPr/>
              <p14:nvPr/>
            </p14:nvContentPartPr>
            <p14:xfrm>
              <a:off x="-1310409" y="1697181"/>
              <a:ext cx="19050" cy="1905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51B126CE-7ABB-46CB-B8A1-27FD1A75FA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86659" y="1220931"/>
                <a:ext cx="952500" cy="952500"/>
              </a:xfrm>
              <a:prstGeom prst="rect">
                <a:avLst/>
              </a:prstGeom>
            </p:spPr>
          </p:pic>
        </mc:Fallback>
      </mc:AlternateContent>
      <p:cxnSp>
        <p:nvCxnSpPr>
          <p:cNvPr id="342" name="Google Shape;263;p19">
            <a:extLst>
              <a:ext uri="{FF2B5EF4-FFF2-40B4-BE49-F238E27FC236}">
                <a16:creationId xmlns:a16="http://schemas.microsoft.com/office/drawing/2014/main" id="{594B56DD-38B9-939B-5833-1A7D0CCE651E}"/>
              </a:ext>
            </a:extLst>
          </p:cNvPr>
          <p:cNvCxnSpPr/>
          <p:nvPr/>
        </p:nvCxnSpPr>
        <p:spPr>
          <a:xfrm flipH="1">
            <a:off x="10013020" y="1513010"/>
            <a:ext cx="123582" cy="0"/>
          </a:xfrm>
          <a:prstGeom prst="straightConnector1">
            <a:avLst/>
          </a:prstGeom>
          <a:noFill/>
          <a:ln w="15875" cap="flat" cmpd="sng">
            <a:solidFill>
              <a:srgbClr val="0D0D0D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D414AAC-B0A6-2B0E-AAFC-BD957928C7E3}"/>
              </a:ext>
            </a:extLst>
          </p:cNvPr>
          <p:cNvGrpSpPr/>
          <p:nvPr/>
        </p:nvGrpSpPr>
        <p:grpSpPr>
          <a:xfrm>
            <a:off x="1094981" y="1327352"/>
            <a:ext cx="10002035" cy="4010221"/>
            <a:chOff x="281033" y="1494558"/>
            <a:chExt cx="11629946" cy="4726033"/>
          </a:xfrm>
        </p:grpSpPr>
        <p:sp>
          <p:nvSpPr>
            <p:cNvPr id="341" name="Google Shape;173;p19">
              <a:extLst>
                <a:ext uri="{FF2B5EF4-FFF2-40B4-BE49-F238E27FC236}">
                  <a16:creationId xmlns:a16="http://schemas.microsoft.com/office/drawing/2014/main" id="{FC0CD3DE-8AC3-8DAA-3F2F-13F556D34CE5}"/>
                </a:ext>
              </a:extLst>
            </p:cNvPr>
            <p:cNvSpPr/>
            <p:nvPr/>
          </p:nvSpPr>
          <p:spPr>
            <a:xfrm>
              <a:off x="11582979" y="1586839"/>
              <a:ext cx="328000" cy="316800"/>
            </a:xfrm>
            <a:prstGeom prst="ellipse">
              <a:avLst/>
            </a:prstGeom>
            <a:noFill/>
            <a:ln w="12700" cap="flat" cmpd="sng">
              <a:solidFill>
                <a:srgbClr val="0D0D0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A0C43CF-BF03-883C-E978-2E68E5579D92}"/>
                </a:ext>
              </a:extLst>
            </p:cNvPr>
            <p:cNvGrpSpPr/>
            <p:nvPr/>
          </p:nvGrpSpPr>
          <p:grpSpPr>
            <a:xfrm>
              <a:off x="281033" y="1494558"/>
              <a:ext cx="11595719" cy="4726033"/>
              <a:chOff x="281033" y="1494558"/>
              <a:chExt cx="11595719" cy="4726033"/>
            </a:xfrm>
          </p:grpSpPr>
          <p:sp>
            <p:nvSpPr>
              <p:cNvPr id="243" name="Google Shape;148;p19">
                <a:extLst>
                  <a:ext uri="{FF2B5EF4-FFF2-40B4-BE49-F238E27FC236}">
                    <a16:creationId xmlns:a16="http://schemas.microsoft.com/office/drawing/2014/main" id="{C06556CC-B218-5B58-1AF6-AB3A8B323AB0}"/>
                  </a:ext>
                </a:extLst>
              </p:cNvPr>
              <p:cNvSpPr/>
              <p:nvPr/>
            </p:nvSpPr>
            <p:spPr>
              <a:xfrm>
                <a:off x="9942752" y="2448398"/>
                <a:ext cx="1934000" cy="2317600"/>
              </a:xfrm>
              <a:prstGeom prst="roundRect">
                <a:avLst>
                  <a:gd name="adj" fmla="val 4946"/>
                </a:avLst>
              </a:prstGeom>
              <a:solidFill>
                <a:srgbClr val="F9F9F9"/>
              </a:solidFill>
              <a:ln w="19050" cap="flat" cmpd="sng">
                <a:solidFill>
                  <a:srgbClr val="25252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600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Other Stacked  AMS </a:t>
                </a:r>
                <a:r>
                  <a:rPr lang="en-IN" sz="1600">
                    <a:solidFill>
                      <a:srgbClr val="0D0D0D"/>
                    </a:solidFill>
                  </a:rPr>
                  <a:t> </a:t>
                </a:r>
              </a:p>
            </p:txBody>
          </p:sp>
          <p:sp>
            <p:nvSpPr>
              <p:cNvPr id="376" name="Google Shape;326;p19">
                <a:extLst>
                  <a:ext uri="{FF2B5EF4-FFF2-40B4-BE49-F238E27FC236}">
                    <a16:creationId xmlns:a16="http://schemas.microsoft.com/office/drawing/2014/main" id="{A4D9E05C-2C68-89AB-9980-81A6EE005BCB}"/>
                  </a:ext>
                </a:extLst>
              </p:cNvPr>
              <p:cNvSpPr/>
              <p:nvPr/>
            </p:nvSpPr>
            <p:spPr>
              <a:xfrm>
                <a:off x="7954509" y="5713791"/>
                <a:ext cx="1449600" cy="506800"/>
              </a:xfrm>
              <a:prstGeom prst="roundRect">
                <a:avLst>
                  <a:gd name="adj" fmla="val 4946"/>
                </a:avLst>
              </a:prstGeom>
              <a:solidFill>
                <a:srgbClr val="F9F9F9"/>
              </a:solidFill>
              <a:ln w="19050" cap="flat" cmpd="sng">
                <a:solidFill>
                  <a:srgbClr val="25252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67" b="1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AMS AIR</a:t>
                </a:r>
                <a:r>
                  <a:rPr lang="en-US" sz="1867">
                    <a:solidFill>
                      <a:srgbClr val="0D0D0D"/>
                    </a:solidFill>
                  </a:rPr>
                  <a:t> 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B39392-A339-5CA8-DA88-A9132024162A}"/>
                  </a:ext>
                </a:extLst>
              </p:cNvPr>
              <p:cNvGrpSpPr/>
              <p:nvPr/>
            </p:nvGrpSpPr>
            <p:grpSpPr>
              <a:xfrm>
                <a:off x="281033" y="1494558"/>
                <a:ext cx="11462946" cy="4650329"/>
                <a:chOff x="281033" y="1494558"/>
                <a:chExt cx="11462946" cy="4650329"/>
              </a:xfrm>
            </p:grpSpPr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CA7C2AF9-A570-4743-1F41-F6AE0621A11A}"/>
                    </a:ext>
                  </a:extLst>
                </p:cNvPr>
                <p:cNvGrpSpPr/>
                <p:nvPr/>
              </p:nvGrpSpPr>
              <p:grpSpPr>
                <a:xfrm>
                  <a:off x="6052667" y="1801450"/>
                  <a:ext cx="159696" cy="475449"/>
                  <a:chOff x="6052667" y="1801450"/>
                  <a:chExt cx="159696" cy="464058"/>
                </a:xfrm>
              </p:grpSpPr>
              <p:pic>
                <p:nvPicPr>
                  <p:cNvPr id="443" name="Picture 442">
                    <a:extLst>
                      <a:ext uri="{FF2B5EF4-FFF2-40B4-BE49-F238E27FC236}">
                        <a16:creationId xmlns:a16="http://schemas.microsoft.com/office/drawing/2014/main" id="{9C842427-091B-49F1-57BC-04755E2986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5952785" y="1956275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2065C1BE-3036-BC57-6139-4C9511396C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126654" y="1801450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5" name="Straight Connector 444">
                    <a:extLst>
                      <a:ext uri="{FF2B5EF4-FFF2-40B4-BE49-F238E27FC236}">
                        <a16:creationId xmlns:a16="http://schemas.microsoft.com/office/drawing/2014/main" id="{B324531E-78EF-96FF-966F-E7DAF87C2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126667" y="2163667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6" name="Group 215">
                  <a:extLst>
                    <a:ext uri="{FF2B5EF4-FFF2-40B4-BE49-F238E27FC236}">
                      <a16:creationId xmlns:a16="http://schemas.microsoft.com/office/drawing/2014/main" id="{D950FC28-1964-21EB-F659-0C784B2D47F6}"/>
                    </a:ext>
                  </a:extLst>
                </p:cNvPr>
                <p:cNvGrpSpPr/>
                <p:nvPr/>
              </p:nvGrpSpPr>
              <p:grpSpPr>
                <a:xfrm>
                  <a:off x="4392555" y="1805663"/>
                  <a:ext cx="159696" cy="464058"/>
                  <a:chOff x="4392555" y="1805663"/>
                  <a:chExt cx="159696" cy="464058"/>
                </a:xfrm>
              </p:grpSpPr>
              <p:pic>
                <p:nvPicPr>
                  <p:cNvPr id="440" name="Picture 439">
                    <a:extLst>
                      <a:ext uri="{FF2B5EF4-FFF2-40B4-BE49-F238E27FC236}">
                        <a16:creationId xmlns:a16="http://schemas.microsoft.com/office/drawing/2014/main" id="{E75B1E17-2700-9A4D-126A-72311FF45C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4292673" y="1960488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0AAE3398-FD91-6EDB-0F1E-9FC39BB627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66542" y="1805663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Straight Connector 441">
                    <a:extLst>
                      <a:ext uri="{FF2B5EF4-FFF2-40B4-BE49-F238E27FC236}">
                        <a16:creationId xmlns:a16="http://schemas.microsoft.com/office/drawing/2014/main" id="{40AFB7E2-FDBF-3D76-7036-D0F493591D3D}"/>
                      </a:ext>
                    </a:extLst>
                  </p:cNvPr>
                  <p:cNvCxnSpPr>
                    <a:cxnSpLocks/>
                    <a:endCxn id="125" idx="0"/>
                  </p:cNvCxnSpPr>
                  <p:nvPr/>
                </p:nvCxnSpPr>
                <p:spPr>
                  <a:xfrm flipH="1">
                    <a:off x="4484311" y="2167880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66259508-7509-5F5F-EAFA-3C3741B36258}"/>
                    </a:ext>
                  </a:extLst>
                </p:cNvPr>
                <p:cNvGrpSpPr/>
                <p:nvPr/>
              </p:nvGrpSpPr>
              <p:grpSpPr>
                <a:xfrm>
                  <a:off x="4780123" y="1809077"/>
                  <a:ext cx="159696" cy="464058"/>
                  <a:chOff x="4780123" y="1809077"/>
                  <a:chExt cx="159696" cy="464058"/>
                </a:xfrm>
              </p:grpSpPr>
              <p:pic>
                <p:nvPicPr>
                  <p:cNvPr id="437" name="Picture 436">
                    <a:extLst>
                      <a:ext uri="{FF2B5EF4-FFF2-40B4-BE49-F238E27FC236}">
                        <a16:creationId xmlns:a16="http://schemas.microsoft.com/office/drawing/2014/main" id="{82461B93-56E7-2A5D-8D71-09CFBD18F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4680241" y="1963902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F55AC61C-A993-5CAC-E067-5F92B91A52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854110" y="1809077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Straight Connector 438">
                    <a:extLst>
                      <a:ext uri="{FF2B5EF4-FFF2-40B4-BE49-F238E27FC236}">
                        <a16:creationId xmlns:a16="http://schemas.microsoft.com/office/drawing/2014/main" id="{5057693E-33D4-28BD-A368-A6F58A6806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854123" y="2171294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6BAF7A46-1FE9-FC7D-60D5-49DD7C49064E}"/>
                    </a:ext>
                  </a:extLst>
                </p:cNvPr>
                <p:cNvGrpSpPr/>
                <p:nvPr/>
              </p:nvGrpSpPr>
              <p:grpSpPr>
                <a:xfrm>
                  <a:off x="5174564" y="1809451"/>
                  <a:ext cx="159696" cy="464058"/>
                  <a:chOff x="5174564" y="1809451"/>
                  <a:chExt cx="159696" cy="464058"/>
                </a:xfrm>
              </p:grpSpPr>
              <p:pic>
                <p:nvPicPr>
                  <p:cNvPr id="434" name="Picture 433">
                    <a:extLst>
                      <a:ext uri="{FF2B5EF4-FFF2-40B4-BE49-F238E27FC236}">
                        <a16:creationId xmlns:a16="http://schemas.microsoft.com/office/drawing/2014/main" id="{A726A26D-DB8B-5EDD-FD9F-F71F10E24B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5074682" y="1964276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4EA60F0E-7FCF-336C-7833-5B33BA30E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48551" y="1809451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F7686C2C-DA33-27AF-990F-785DC7F922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48564" y="2171668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9" name="Group 218">
                  <a:extLst>
                    <a:ext uri="{FF2B5EF4-FFF2-40B4-BE49-F238E27FC236}">
                      <a16:creationId xmlns:a16="http://schemas.microsoft.com/office/drawing/2014/main" id="{F8D20A52-B319-C67B-D05E-F09B464189BC}"/>
                    </a:ext>
                  </a:extLst>
                </p:cNvPr>
                <p:cNvGrpSpPr/>
                <p:nvPr/>
              </p:nvGrpSpPr>
              <p:grpSpPr>
                <a:xfrm>
                  <a:off x="6451050" y="1801011"/>
                  <a:ext cx="159696" cy="475449"/>
                  <a:chOff x="6451050" y="1801011"/>
                  <a:chExt cx="159696" cy="464058"/>
                </a:xfrm>
              </p:grpSpPr>
              <p:pic>
                <p:nvPicPr>
                  <p:cNvPr id="431" name="Picture 430">
                    <a:extLst>
                      <a:ext uri="{FF2B5EF4-FFF2-40B4-BE49-F238E27FC236}">
                        <a16:creationId xmlns:a16="http://schemas.microsoft.com/office/drawing/2014/main" id="{EEABBD66-141F-F1E8-73EC-243B330BF8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6351168" y="1955836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CA7AA909-A591-62FA-0F5A-6B29FBC56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25037" y="1801011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784C16F8-7561-D485-4C91-AECD1F5499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25050" y="2163228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45E62EEB-0194-1151-0A4F-2AB0979286AD}"/>
                    </a:ext>
                  </a:extLst>
                </p:cNvPr>
                <p:cNvGrpSpPr/>
                <p:nvPr/>
              </p:nvGrpSpPr>
              <p:grpSpPr>
                <a:xfrm>
                  <a:off x="6838694" y="1794272"/>
                  <a:ext cx="159696" cy="475449"/>
                  <a:chOff x="6838694" y="1794272"/>
                  <a:chExt cx="159696" cy="464058"/>
                </a:xfrm>
              </p:grpSpPr>
              <p:pic>
                <p:nvPicPr>
                  <p:cNvPr id="428" name="Picture 427">
                    <a:extLst>
                      <a:ext uri="{FF2B5EF4-FFF2-40B4-BE49-F238E27FC236}">
                        <a16:creationId xmlns:a16="http://schemas.microsoft.com/office/drawing/2014/main" id="{2E45BEBA-93A4-2C85-00FC-10A45F9D83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10000" b="90000" l="10000" r="9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rot="5400000" flipH="1">
                    <a:off x="6738812" y="1949097"/>
                    <a:ext cx="359460" cy="159696"/>
                  </a:xfrm>
                  <a:prstGeom prst="rect">
                    <a:avLst/>
                  </a:prstGeom>
                </p:spPr>
              </p:pic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B815E08C-4138-5016-51CE-A974D30100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2681" y="1794272"/>
                    <a:ext cx="1979" cy="12028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8006982E-C4F5-2FBB-6093-757110D5E2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12694" y="2156489"/>
                    <a:ext cx="60" cy="10184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23" name="Trapezoid 222">
                  <a:extLst>
                    <a:ext uri="{FF2B5EF4-FFF2-40B4-BE49-F238E27FC236}">
                      <a16:creationId xmlns:a16="http://schemas.microsoft.com/office/drawing/2014/main" id="{5436DCD5-165F-C16F-57AD-B379C4BC1759}"/>
                    </a:ext>
                  </a:extLst>
                </p:cNvPr>
                <p:cNvSpPr/>
                <p:nvPr/>
              </p:nvSpPr>
              <p:spPr>
                <a:xfrm rot="10800000">
                  <a:off x="813689" y="5828047"/>
                  <a:ext cx="2315762" cy="316840"/>
                </a:xfrm>
                <a:prstGeom prst="trapezoid">
                  <a:avLst>
                    <a:gd name="adj" fmla="val 41424"/>
                  </a:avLst>
                </a:prstGeom>
                <a:solidFill>
                  <a:srgbClr val="EEEEE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N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  <p:sp>
              <p:nvSpPr>
                <p:cNvPr id="224" name="Google Shape;329;p19">
                  <a:extLst>
                    <a:ext uri="{FF2B5EF4-FFF2-40B4-BE49-F238E27FC236}">
                      <a16:creationId xmlns:a16="http://schemas.microsoft.com/office/drawing/2014/main" id="{E7DDB69F-96AF-0A08-56C7-11F044D476B3}"/>
                    </a:ext>
                  </a:extLst>
                </p:cNvPr>
                <p:cNvSpPr txBox="1"/>
                <p:nvPr/>
              </p:nvSpPr>
              <p:spPr>
                <a:xfrm>
                  <a:off x="691715" y="2053934"/>
                  <a:ext cx="572800" cy="49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>
                      <a:solidFill>
                        <a:schemeClr val="accent5">
                          <a:lumMod val="75000"/>
                        </a:schemeClr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5V</a:t>
                  </a:r>
                </a:p>
              </p:txBody>
            </p:sp>
            <p:sp>
              <p:nvSpPr>
                <p:cNvPr id="228" name="Google Shape;144;p19">
                  <a:extLst>
                    <a:ext uri="{FF2B5EF4-FFF2-40B4-BE49-F238E27FC236}">
                      <a16:creationId xmlns:a16="http://schemas.microsoft.com/office/drawing/2014/main" id="{DE54AEAB-1BB8-E6B4-BF14-A2BD5DD37FDF}"/>
                    </a:ext>
                  </a:extLst>
                </p:cNvPr>
                <p:cNvSpPr txBox="1"/>
                <p:nvPr/>
              </p:nvSpPr>
              <p:spPr>
                <a:xfrm>
                  <a:off x="3889491" y="5214720"/>
                  <a:ext cx="1343600" cy="49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CAN BUS</a:t>
                  </a:r>
                </a:p>
              </p:txBody>
            </p:sp>
            <p:sp>
              <p:nvSpPr>
                <p:cNvPr id="235" name="Google Shape;145;p19">
                  <a:extLst>
                    <a:ext uri="{FF2B5EF4-FFF2-40B4-BE49-F238E27FC236}">
                      <a16:creationId xmlns:a16="http://schemas.microsoft.com/office/drawing/2014/main" id="{B30AD210-6FED-A4EC-F82B-363131585EE2}"/>
                    </a:ext>
                  </a:extLst>
                </p:cNvPr>
                <p:cNvSpPr/>
                <p:nvPr/>
              </p:nvSpPr>
              <p:spPr>
                <a:xfrm>
                  <a:off x="646083" y="1586839"/>
                  <a:ext cx="328000" cy="316800"/>
                </a:xfrm>
                <a:prstGeom prst="ellipse">
                  <a:avLst/>
                </a:prstGeom>
                <a:noFill/>
                <a:ln w="12700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41" name="Google Shape;146;p19">
                  <a:extLst>
                    <a:ext uri="{FF2B5EF4-FFF2-40B4-BE49-F238E27FC236}">
                      <a16:creationId xmlns:a16="http://schemas.microsoft.com/office/drawing/2014/main" id="{798B2D4A-7143-C6B5-59DB-73FDB2F2B453}"/>
                    </a:ext>
                  </a:extLst>
                </p:cNvPr>
                <p:cNvCxnSpPr>
                  <a:cxnSpLocks/>
                  <a:endCxn id="109" idx="0"/>
                </p:cNvCxnSpPr>
                <p:nvPr/>
              </p:nvCxnSpPr>
              <p:spPr>
                <a:xfrm>
                  <a:off x="2426719" y="1717095"/>
                  <a:ext cx="1948" cy="56063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242" name="Google Shape;147;p19">
                  <a:extLst>
                    <a:ext uri="{FF2B5EF4-FFF2-40B4-BE49-F238E27FC236}">
                      <a16:creationId xmlns:a16="http://schemas.microsoft.com/office/drawing/2014/main" id="{589DE6FF-7812-6A7F-F7EB-97136B21378D}"/>
                    </a:ext>
                  </a:extLst>
                </p:cNvPr>
                <p:cNvCxnSpPr>
                  <a:cxnSpLocks/>
                  <a:endCxn id="110" idx="0"/>
                </p:cNvCxnSpPr>
                <p:nvPr/>
              </p:nvCxnSpPr>
              <p:spPr>
                <a:xfrm flipH="1">
                  <a:off x="3292048" y="1719538"/>
                  <a:ext cx="1342" cy="550183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sp>
              <p:nvSpPr>
                <p:cNvPr id="244" name="Google Shape;149;p19">
                  <a:extLst>
                    <a:ext uri="{FF2B5EF4-FFF2-40B4-BE49-F238E27FC236}">
                      <a16:creationId xmlns:a16="http://schemas.microsoft.com/office/drawing/2014/main" id="{B57B1962-96D0-B587-E72E-C45DF8F0C478}"/>
                    </a:ext>
                  </a:extLst>
                </p:cNvPr>
                <p:cNvSpPr txBox="1"/>
                <p:nvPr/>
              </p:nvSpPr>
              <p:spPr>
                <a:xfrm>
                  <a:off x="281033" y="3403665"/>
                  <a:ext cx="846800" cy="396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777" b="1">
                      <a:solidFill>
                        <a:schemeClr val="accent5">
                          <a:lumMod val="75000"/>
                        </a:schemeClr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 (°C)</a:t>
                  </a:r>
                  <a:endParaRPr lang="en-US" sz="320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45" name="Google Shape;150;p19">
                  <a:extLst>
                    <a:ext uri="{FF2B5EF4-FFF2-40B4-BE49-F238E27FC236}">
                      <a16:creationId xmlns:a16="http://schemas.microsoft.com/office/drawing/2014/main" id="{018C2EA3-5CFB-5D30-0225-688D9DDF74ED}"/>
                    </a:ext>
                  </a:extLst>
                </p:cNvPr>
                <p:cNvSpPr/>
                <p:nvPr/>
              </p:nvSpPr>
              <p:spPr>
                <a:xfrm>
                  <a:off x="1539981" y="2334037"/>
                  <a:ext cx="6670400" cy="2709902"/>
                </a:xfrm>
                <a:prstGeom prst="roundRect">
                  <a:avLst>
                    <a:gd name="adj" fmla="val 4946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b="1" i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Battery Management System Module</a:t>
                  </a:r>
                  <a:endParaRPr lang="en-US" b="1" i="1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46" name="Google Shape;157;p19">
                  <a:extLst>
                    <a:ext uri="{FF2B5EF4-FFF2-40B4-BE49-F238E27FC236}">
                      <a16:creationId xmlns:a16="http://schemas.microsoft.com/office/drawing/2014/main" id="{CFEDDEFD-6688-ED95-1057-389C56EA8D8D}"/>
                    </a:ext>
                  </a:extLst>
                </p:cNvPr>
                <p:cNvSpPr/>
                <p:nvPr/>
              </p:nvSpPr>
              <p:spPr>
                <a:xfrm>
                  <a:off x="4245628" y="2621466"/>
                  <a:ext cx="2833123" cy="607968"/>
                </a:xfrm>
                <a:prstGeom prst="roundRect">
                  <a:avLst>
                    <a:gd name="adj" fmla="val 4946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25252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0D0D0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Voltage sensing &amp; </a:t>
                  </a: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0D0D0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Cell Balancing</a:t>
                  </a:r>
                  <a:endParaRPr lang="en-US" sz="1400">
                    <a:solidFill>
                      <a:srgbClr val="0D0D0D"/>
                    </a:solidFill>
                  </a:endParaRPr>
                </a:p>
              </p:txBody>
            </p:sp>
            <p:cxnSp>
              <p:nvCxnSpPr>
                <p:cNvPr id="253" name="Google Shape;158;p19">
                  <a:extLst>
                    <a:ext uri="{FF2B5EF4-FFF2-40B4-BE49-F238E27FC236}">
                      <a16:creationId xmlns:a16="http://schemas.microsoft.com/office/drawing/2014/main" id="{45A7663B-CAA7-8B06-7186-C9C12EB5B123}"/>
                    </a:ext>
                  </a:extLst>
                </p:cNvPr>
                <p:cNvCxnSpPr/>
                <p:nvPr/>
              </p:nvCxnSpPr>
              <p:spPr>
                <a:xfrm flipH="1">
                  <a:off x="9223365" y="1735649"/>
                  <a:ext cx="120400" cy="8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4" name="Google Shape;159;p19">
                  <a:extLst>
                    <a:ext uri="{FF2B5EF4-FFF2-40B4-BE49-F238E27FC236}">
                      <a16:creationId xmlns:a16="http://schemas.microsoft.com/office/drawing/2014/main" id="{F16F9B30-8131-E9A9-E913-6A88E2C8B59A}"/>
                    </a:ext>
                  </a:extLst>
                </p:cNvPr>
                <p:cNvCxnSpPr/>
                <p:nvPr/>
              </p:nvCxnSpPr>
              <p:spPr>
                <a:xfrm rot="10800000">
                  <a:off x="8803796" y="1736761"/>
                  <a:ext cx="1812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5" name="Google Shape;160;p19">
                  <a:extLst>
                    <a:ext uri="{FF2B5EF4-FFF2-40B4-BE49-F238E27FC236}">
                      <a16:creationId xmlns:a16="http://schemas.microsoft.com/office/drawing/2014/main" id="{7AF693DB-DF14-1C19-DC11-91D8DA89A475}"/>
                    </a:ext>
                  </a:extLst>
                </p:cNvPr>
                <p:cNvCxnSpPr/>
                <p:nvPr/>
              </p:nvCxnSpPr>
              <p:spPr>
                <a:xfrm rot="10800000">
                  <a:off x="7178539" y="1736761"/>
                  <a:ext cx="17480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6" name="Google Shape;161;p19">
                  <a:extLst>
                    <a:ext uri="{FF2B5EF4-FFF2-40B4-BE49-F238E27FC236}">
                      <a16:creationId xmlns:a16="http://schemas.microsoft.com/office/drawing/2014/main" id="{9829DEDE-9057-16EB-2EC9-0317EC588334}"/>
                    </a:ext>
                  </a:extLst>
                </p:cNvPr>
                <p:cNvCxnSpPr/>
                <p:nvPr/>
              </p:nvCxnSpPr>
              <p:spPr>
                <a:xfrm>
                  <a:off x="9218095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7" name="Google Shape;162;p19">
                  <a:extLst>
                    <a:ext uri="{FF2B5EF4-FFF2-40B4-BE49-F238E27FC236}">
                      <a16:creationId xmlns:a16="http://schemas.microsoft.com/office/drawing/2014/main" id="{1D5A9B38-6DD2-3BA8-AD74-05CC0DF4EDD5}"/>
                    </a:ext>
                  </a:extLst>
                </p:cNvPr>
                <p:cNvCxnSpPr/>
                <p:nvPr/>
              </p:nvCxnSpPr>
              <p:spPr>
                <a:xfrm>
                  <a:off x="9103241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9" name="Google Shape;163;p19">
                  <a:extLst>
                    <a:ext uri="{FF2B5EF4-FFF2-40B4-BE49-F238E27FC236}">
                      <a16:creationId xmlns:a16="http://schemas.microsoft.com/office/drawing/2014/main" id="{00CCF235-7B0B-9DBE-1B57-F1328A8316A2}"/>
                    </a:ext>
                  </a:extLst>
                </p:cNvPr>
                <p:cNvCxnSpPr/>
                <p:nvPr/>
              </p:nvCxnSpPr>
              <p:spPr>
                <a:xfrm rot="10800000">
                  <a:off x="8922033" y="1736761"/>
                  <a:ext cx="1812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0" name="Google Shape;164;p19">
                  <a:extLst>
                    <a:ext uri="{FF2B5EF4-FFF2-40B4-BE49-F238E27FC236}">
                      <a16:creationId xmlns:a16="http://schemas.microsoft.com/office/drawing/2014/main" id="{9EE40EA7-DE68-3788-3D49-EBBBB77C9A8B}"/>
                    </a:ext>
                  </a:extLst>
                </p:cNvPr>
                <p:cNvCxnSpPr/>
                <p:nvPr/>
              </p:nvCxnSpPr>
              <p:spPr>
                <a:xfrm>
                  <a:off x="9606851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1" name="Google Shape;165;p19">
                  <a:extLst>
                    <a:ext uri="{FF2B5EF4-FFF2-40B4-BE49-F238E27FC236}">
                      <a16:creationId xmlns:a16="http://schemas.microsoft.com/office/drawing/2014/main" id="{D7F51B46-B16D-56D9-EFED-B99B47D94CD7}"/>
                    </a:ext>
                  </a:extLst>
                </p:cNvPr>
                <p:cNvCxnSpPr/>
                <p:nvPr/>
              </p:nvCxnSpPr>
              <p:spPr>
                <a:xfrm>
                  <a:off x="9491993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2" name="Google Shape;166;p19">
                  <a:extLst>
                    <a:ext uri="{FF2B5EF4-FFF2-40B4-BE49-F238E27FC236}">
                      <a16:creationId xmlns:a16="http://schemas.microsoft.com/office/drawing/2014/main" id="{D48211A2-00EA-EA01-743A-502BC09E84DD}"/>
                    </a:ext>
                  </a:extLst>
                </p:cNvPr>
                <p:cNvCxnSpPr/>
                <p:nvPr/>
              </p:nvCxnSpPr>
              <p:spPr>
                <a:xfrm rot="10800000">
                  <a:off x="9310795" y="1741502"/>
                  <a:ext cx="1812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3" name="Google Shape;167;p19">
                  <a:extLst>
                    <a:ext uri="{FF2B5EF4-FFF2-40B4-BE49-F238E27FC236}">
                      <a16:creationId xmlns:a16="http://schemas.microsoft.com/office/drawing/2014/main" id="{6808FB88-BCA0-5B6D-B4C5-9AB6C53460FD}"/>
                    </a:ext>
                  </a:extLst>
                </p:cNvPr>
                <p:cNvCxnSpPr/>
                <p:nvPr/>
              </p:nvCxnSpPr>
              <p:spPr>
                <a:xfrm>
                  <a:off x="9972043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4" name="Google Shape;168;p19">
                  <a:extLst>
                    <a:ext uri="{FF2B5EF4-FFF2-40B4-BE49-F238E27FC236}">
                      <a16:creationId xmlns:a16="http://schemas.microsoft.com/office/drawing/2014/main" id="{1D84216E-BBA9-5D8C-4CF8-E5EE999AED72}"/>
                    </a:ext>
                  </a:extLst>
                </p:cNvPr>
                <p:cNvCxnSpPr/>
                <p:nvPr/>
              </p:nvCxnSpPr>
              <p:spPr>
                <a:xfrm>
                  <a:off x="9857183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5" name="Google Shape;169;p19">
                  <a:extLst>
                    <a:ext uri="{FF2B5EF4-FFF2-40B4-BE49-F238E27FC236}">
                      <a16:creationId xmlns:a16="http://schemas.microsoft.com/office/drawing/2014/main" id="{4009E362-801B-441A-695F-6A973577CFA3}"/>
                    </a:ext>
                  </a:extLst>
                </p:cNvPr>
                <p:cNvCxnSpPr/>
                <p:nvPr/>
              </p:nvCxnSpPr>
              <p:spPr>
                <a:xfrm rot="10800000">
                  <a:off x="9615183" y="1736361"/>
                  <a:ext cx="242000" cy="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6" name="Google Shape;171;p19">
                  <a:extLst>
                    <a:ext uri="{FF2B5EF4-FFF2-40B4-BE49-F238E27FC236}">
                      <a16:creationId xmlns:a16="http://schemas.microsoft.com/office/drawing/2014/main" id="{A43291B8-03BE-500C-9A16-80E89556A6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83951" y="1742799"/>
                  <a:ext cx="505908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7" name="Google Shape;172;p19">
                  <a:extLst>
                    <a:ext uri="{FF2B5EF4-FFF2-40B4-BE49-F238E27FC236}">
                      <a16:creationId xmlns:a16="http://schemas.microsoft.com/office/drawing/2014/main" id="{208A4F3B-02CC-B45D-0CBB-D6DFD3CF2976}"/>
                    </a:ext>
                  </a:extLst>
                </p:cNvPr>
                <p:cNvCxnSpPr>
                  <a:cxnSpLocks/>
                  <a:endCxn id="113" idx="2"/>
                </p:cNvCxnSpPr>
                <p:nvPr/>
              </p:nvCxnSpPr>
              <p:spPr>
                <a:xfrm>
                  <a:off x="11115908" y="1745239"/>
                  <a:ext cx="467071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8" name="Google Shape;174;p19">
                  <a:extLst>
                    <a:ext uri="{FF2B5EF4-FFF2-40B4-BE49-F238E27FC236}">
                      <a16:creationId xmlns:a16="http://schemas.microsoft.com/office/drawing/2014/main" id="{178AB367-8689-2558-217C-E06239F962DD}"/>
                    </a:ext>
                  </a:extLst>
                </p:cNvPr>
                <p:cNvCxnSpPr/>
                <p:nvPr/>
              </p:nvCxnSpPr>
              <p:spPr>
                <a:xfrm>
                  <a:off x="4734781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9" name="Google Shape;175;p19">
                  <a:extLst>
                    <a:ext uri="{FF2B5EF4-FFF2-40B4-BE49-F238E27FC236}">
                      <a16:creationId xmlns:a16="http://schemas.microsoft.com/office/drawing/2014/main" id="{FACEB677-715A-13A9-6B79-93A176DC4305}"/>
                    </a:ext>
                  </a:extLst>
                </p:cNvPr>
                <p:cNvCxnSpPr/>
                <p:nvPr/>
              </p:nvCxnSpPr>
              <p:spPr>
                <a:xfrm>
                  <a:off x="4619924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0" name="Google Shape;176;p19">
                  <a:extLst>
                    <a:ext uri="{FF2B5EF4-FFF2-40B4-BE49-F238E27FC236}">
                      <a16:creationId xmlns:a16="http://schemas.microsoft.com/office/drawing/2014/main" id="{DE7B1AB8-14AF-D7F5-D3F1-8ADBB61C2F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34832" y="1736854"/>
                  <a:ext cx="273843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1" name="Google Shape;177;p19">
                  <a:extLst>
                    <a:ext uri="{FF2B5EF4-FFF2-40B4-BE49-F238E27FC236}">
                      <a16:creationId xmlns:a16="http://schemas.microsoft.com/office/drawing/2014/main" id="{786EE658-CD9A-ACB6-F294-02D10C450D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285215" y="1731110"/>
                  <a:ext cx="1117453" cy="8296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2" name="Google Shape;178;p19">
                  <a:extLst>
                    <a:ext uri="{FF2B5EF4-FFF2-40B4-BE49-F238E27FC236}">
                      <a16:creationId xmlns:a16="http://schemas.microsoft.com/office/drawing/2014/main" id="{C7B6D172-0B97-B2B2-A128-DADFE4B72E6C}"/>
                    </a:ext>
                  </a:extLst>
                </p:cNvPr>
                <p:cNvCxnSpPr/>
                <p:nvPr/>
              </p:nvCxnSpPr>
              <p:spPr>
                <a:xfrm>
                  <a:off x="5123533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3" name="Google Shape;179;p19">
                  <a:extLst>
                    <a:ext uri="{FF2B5EF4-FFF2-40B4-BE49-F238E27FC236}">
                      <a16:creationId xmlns:a16="http://schemas.microsoft.com/office/drawing/2014/main" id="{B3718560-58BD-A925-640F-0FB1A04D6000}"/>
                    </a:ext>
                  </a:extLst>
                </p:cNvPr>
                <p:cNvCxnSpPr/>
                <p:nvPr/>
              </p:nvCxnSpPr>
              <p:spPr>
                <a:xfrm>
                  <a:off x="5008675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4" name="Google Shape;180;p19">
                  <a:extLst>
                    <a:ext uri="{FF2B5EF4-FFF2-40B4-BE49-F238E27FC236}">
                      <a16:creationId xmlns:a16="http://schemas.microsoft.com/office/drawing/2014/main" id="{407EC070-3BBE-8D4E-3621-06F7612F2567}"/>
                    </a:ext>
                  </a:extLst>
                </p:cNvPr>
                <p:cNvCxnSpPr/>
                <p:nvPr/>
              </p:nvCxnSpPr>
              <p:spPr>
                <a:xfrm flipH="1">
                  <a:off x="5123299" y="1736454"/>
                  <a:ext cx="246400" cy="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5" name="Google Shape;181;p19">
                  <a:extLst>
                    <a:ext uri="{FF2B5EF4-FFF2-40B4-BE49-F238E27FC236}">
                      <a16:creationId xmlns:a16="http://schemas.microsoft.com/office/drawing/2014/main" id="{31950773-EA95-F726-A185-D1CBBF505DFD}"/>
                    </a:ext>
                  </a:extLst>
                </p:cNvPr>
                <p:cNvCxnSpPr/>
                <p:nvPr/>
              </p:nvCxnSpPr>
              <p:spPr>
                <a:xfrm>
                  <a:off x="5488723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6" name="Google Shape;182;p19">
                  <a:extLst>
                    <a:ext uri="{FF2B5EF4-FFF2-40B4-BE49-F238E27FC236}">
                      <a16:creationId xmlns:a16="http://schemas.microsoft.com/office/drawing/2014/main" id="{5DDBECF4-198F-6B3E-272C-A2A957287807}"/>
                    </a:ext>
                  </a:extLst>
                </p:cNvPr>
                <p:cNvCxnSpPr/>
                <p:nvPr/>
              </p:nvCxnSpPr>
              <p:spPr>
                <a:xfrm>
                  <a:off x="5373872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297" name="Google Shape;183;p19">
                  <a:extLst>
                    <a:ext uri="{FF2B5EF4-FFF2-40B4-BE49-F238E27FC236}">
                      <a16:creationId xmlns:a16="http://schemas.microsoft.com/office/drawing/2014/main" id="{C5EFE7B9-AA10-1B28-F274-1F43F926B321}"/>
                    </a:ext>
                  </a:extLst>
                </p:cNvPr>
                <p:cNvSpPr/>
                <p:nvPr/>
              </p:nvSpPr>
              <p:spPr>
                <a:xfrm>
                  <a:off x="281033" y="3418394"/>
                  <a:ext cx="1077475" cy="968800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accent1">
                      <a:lumMod val="50000"/>
                    </a:schemeClr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184;p19">
                  <a:extLst>
                    <a:ext uri="{FF2B5EF4-FFF2-40B4-BE49-F238E27FC236}">
                      <a16:creationId xmlns:a16="http://schemas.microsoft.com/office/drawing/2014/main" id="{43FF930C-D76E-C610-0D32-FFCA3C44BBA4}"/>
                    </a:ext>
                  </a:extLst>
                </p:cNvPr>
                <p:cNvSpPr/>
                <p:nvPr/>
              </p:nvSpPr>
              <p:spPr>
                <a:xfrm>
                  <a:off x="511094" y="3803332"/>
                  <a:ext cx="289359" cy="7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486" h="249844" extrusionOk="0">
                      <a:moveTo>
                        <a:pt x="0" y="192004"/>
                      </a:moveTo>
                      <a:cubicBezTo>
                        <a:pt x="71474" y="91585"/>
                        <a:pt x="142949" y="-8833"/>
                        <a:pt x="248093" y="618"/>
                      </a:cubicBezTo>
                      <a:cubicBezTo>
                        <a:pt x="353237" y="10069"/>
                        <a:pt x="523358" y="233353"/>
                        <a:pt x="630865" y="248711"/>
                      </a:cubicBezTo>
                      <a:cubicBezTo>
                        <a:pt x="738372" y="264069"/>
                        <a:pt x="847061" y="118758"/>
                        <a:pt x="893135" y="92767"/>
                      </a:cubicBezTo>
                      <a:cubicBezTo>
                        <a:pt x="939209" y="66776"/>
                        <a:pt x="923260" y="79771"/>
                        <a:pt x="907312" y="92767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accent4">
                      <a:lumMod val="75000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0F4717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185;p19">
                  <a:extLst>
                    <a:ext uri="{FF2B5EF4-FFF2-40B4-BE49-F238E27FC236}">
                      <a16:creationId xmlns:a16="http://schemas.microsoft.com/office/drawing/2014/main" id="{E5821D00-89DF-B3FC-2CB2-C7316FB16C76}"/>
                    </a:ext>
                  </a:extLst>
                </p:cNvPr>
                <p:cNvSpPr/>
                <p:nvPr/>
              </p:nvSpPr>
              <p:spPr>
                <a:xfrm>
                  <a:off x="515125" y="3726234"/>
                  <a:ext cx="289359" cy="74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486" h="249844" extrusionOk="0">
                      <a:moveTo>
                        <a:pt x="0" y="192004"/>
                      </a:moveTo>
                      <a:cubicBezTo>
                        <a:pt x="71474" y="91585"/>
                        <a:pt x="142949" y="-8833"/>
                        <a:pt x="248093" y="618"/>
                      </a:cubicBezTo>
                      <a:cubicBezTo>
                        <a:pt x="353237" y="10069"/>
                        <a:pt x="523358" y="233353"/>
                        <a:pt x="630865" y="248711"/>
                      </a:cubicBezTo>
                      <a:cubicBezTo>
                        <a:pt x="738372" y="264069"/>
                        <a:pt x="847061" y="118758"/>
                        <a:pt x="893135" y="92767"/>
                      </a:cubicBezTo>
                      <a:cubicBezTo>
                        <a:pt x="939209" y="66776"/>
                        <a:pt x="923260" y="79771"/>
                        <a:pt x="907312" y="92767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accent4">
                      <a:lumMod val="75000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9F59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186;p19">
                  <a:extLst>
                    <a:ext uri="{FF2B5EF4-FFF2-40B4-BE49-F238E27FC236}">
                      <a16:creationId xmlns:a16="http://schemas.microsoft.com/office/drawing/2014/main" id="{601B6A10-FA2F-3BB2-677C-0F53EED497D2}"/>
                    </a:ext>
                  </a:extLst>
                </p:cNvPr>
                <p:cNvSpPr/>
                <p:nvPr/>
              </p:nvSpPr>
              <p:spPr>
                <a:xfrm>
                  <a:off x="519265" y="3888927"/>
                  <a:ext cx="289359" cy="7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486" h="249844" extrusionOk="0">
                      <a:moveTo>
                        <a:pt x="0" y="192004"/>
                      </a:moveTo>
                      <a:cubicBezTo>
                        <a:pt x="71474" y="91585"/>
                        <a:pt x="142949" y="-8833"/>
                        <a:pt x="248093" y="618"/>
                      </a:cubicBezTo>
                      <a:cubicBezTo>
                        <a:pt x="353237" y="10069"/>
                        <a:pt x="523358" y="233353"/>
                        <a:pt x="630865" y="248711"/>
                      </a:cubicBezTo>
                      <a:cubicBezTo>
                        <a:pt x="738372" y="264069"/>
                        <a:pt x="847061" y="118758"/>
                        <a:pt x="893135" y="92767"/>
                      </a:cubicBezTo>
                      <a:cubicBezTo>
                        <a:pt x="939209" y="66776"/>
                        <a:pt x="923260" y="79771"/>
                        <a:pt x="907312" y="92767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accent4">
                      <a:lumMod val="75000"/>
                    </a:schemeClr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01" name="Google Shape;187;p19">
                  <a:extLst>
                    <a:ext uri="{FF2B5EF4-FFF2-40B4-BE49-F238E27FC236}">
                      <a16:creationId xmlns:a16="http://schemas.microsoft.com/office/drawing/2014/main" id="{1660D05E-2FE3-CA78-5DE8-BA06D5C8D907}"/>
                    </a:ext>
                  </a:extLst>
                </p:cNvPr>
                <p:cNvCxnSpPr/>
                <p:nvPr/>
              </p:nvCxnSpPr>
              <p:spPr>
                <a:xfrm flipH="1">
                  <a:off x="981870" y="3300454"/>
                  <a:ext cx="632724" cy="4025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2" name="Google Shape;190;p19">
                  <a:extLst>
                    <a:ext uri="{FF2B5EF4-FFF2-40B4-BE49-F238E27FC236}">
                      <a16:creationId xmlns:a16="http://schemas.microsoft.com/office/drawing/2014/main" id="{184269BE-DEAD-6BC3-E9FB-445CF4EC7E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2152" y="2414215"/>
                  <a:ext cx="264723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23656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3" name="Google Shape;192;p19">
                  <a:extLst>
                    <a:ext uri="{FF2B5EF4-FFF2-40B4-BE49-F238E27FC236}">
                      <a16:creationId xmlns:a16="http://schemas.microsoft.com/office/drawing/2014/main" id="{2B9480AD-0AA7-D726-CF69-FF4F199523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6928" y="3147599"/>
                  <a:ext cx="3600" cy="352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4" name="Google Shape;193;p19">
                  <a:extLst>
                    <a:ext uri="{FF2B5EF4-FFF2-40B4-BE49-F238E27FC236}">
                      <a16:creationId xmlns:a16="http://schemas.microsoft.com/office/drawing/2014/main" id="{FAB40480-3B1C-F32A-0164-41D3457561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317" y="3917025"/>
                  <a:ext cx="0" cy="261055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5" name="Google Shape;195;p19">
                  <a:extLst>
                    <a:ext uri="{FF2B5EF4-FFF2-40B4-BE49-F238E27FC236}">
                      <a16:creationId xmlns:a16="http://schemas.microsoft.com/office/drawing/2014/main" id="{0C2EA7B4-6536-A5B4-BE5B-208EBF31E035}"/>
                    </a:ext>
                  </a:extLst>
                </p:cNvPr>
                <p:cNvCxnSpPr/>
                <p:nvPr/>
              </p:nvCxnSpPr>
              <p:spPr>
                <a:xfrm flipH="1">
                  <a:off x="977475" y="2434535"/>
                  <a:ext cx="2800" cy="3096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06" name="Google Shape;196;p19">
                  <a:extLst>
                    <a:ext uri="{FF2B5EF4-FFF2-40B4-BE49-F238E27FC236}">
                      <a16:creationId xmlns:a16="http://schemas.microsoft.com/office/drawing/2014/main" id="{C3727708-9057-C486-8042-F6A8082F4CCA}"/>
                    </a:ext>
                  </a:extLst>
                </p:cNvPr>
                <p:cNvSpPr/>
                <p:nvPr/>
              </p:nvSpPr>
              <p:spPr>
                <a:xfrm>
                  <a:off x="1460345" y="3239043"/>
                  <a:ext cx="163200" cy="1448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197;p19">
                  <a:extLst>
                    <a:ext uri="{FF2B5EF4-FFF2-40B4-BE49-F238E27FC236}">
                      <a16:creationId xmlns:a16="http://schemas.microsoft.com/office/drawing/2014/main" id="{822877BB-4A50-0923-6F4C-5E9EA3C48F02}"/>
                    </a:ext>
                  </a:extLst>
                </p:cNvPr>
                <p:cNvSpPr/>
                <p:nvPr/>
              </p:nvSpPr>
              <p:spPr>
                <a:xfrm rot="10800000">
                  <a:off x="887077" y="4178205"/>
                  <a:ext cx="181200" cy="163600"/>
                </a:xfrm>
                <a:prstGeom prst="triangle">
                  <a:avLst>
                    <a:gd name="adj" fmla="val 50000"/>
                  </a:avLst>
                </a:prstGeom>
                <a:noFill/>
                <a:ln w="19050" cap="flat" cmpd="sng">
                  <a:solidFill>
                    <a:schemeClr val="accent5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cxnSp>
              <p:nvCxnSpPr>
                <p:cNvPr id="308" name="Google Shape;205;p19">
                  <a:extLst>
                    <a:ext uri="{FF2B5EF4-FFF2-40B4-BE49-F238E27FC236}">
                      <a16:creationId xmlns:a16="http://schemas.microsoft.com/office/drawing/2014/main" id="{5DB20EAC-A79E-3BCD-2A30-1CD2A7A1C4DE}"/>
                    </a:ext>
                  </a:extLst>
                </p:cNvPr>
                <p:cNvCxnSpPr/>
                <p:nvPr/>
              </p:nvCxnSpPr>
              <p:spPr>
                <a:xfrm>
                  <a:off x="9479248" y="3818531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9" name="Google Shape;206;p19">
                  <a:extLst>
                    <a:ext uri="{FF2B5EF4-FFF2-40B4-BE49-F238E27FC236}">
                      <a16:creationId xmlns:a16="http://schemas.microsoft.com/office/drawing/2014/main" id="{12322CB4-C544-4EF9-A0C5-9CCD225FBBC6}"/>
                    </a:ext>
                  </a:extLst>
                </p:cNvPr>
                <p:cNvCxnSpPr/>
                <p:nvPr/>
              </p:nvCxnSpPr>
              <p:spPr>
                <a:xfrm>
                  <a:off x="9491869" y="4078969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0" name="Google Shape;209;p19">
                  <a:extLst>
                    <a:ext uri="{FF2B5EF4-FFF2-40B4-BE49-F238E27FC236}">
                      <a16:creationId xmlns:a16="http://schemas.microsoft.com/office/drawing/2014/main" id="{C7F3F8F8-CF57-F17D-05DD-BF1169897E33}"/>
                    </a:ext>
                  </a:extLst>
                </p:cNvPr>
                <p:cNvCxnSpPr/>
                <p:nvPr/>
              </p:nvCxnSpPr>
              <p:spPr>
                <a:xfrm>
                  <a:off x="8193788" y="2934373"/>
                  <a:ext cx="30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1" name="Google Shape;210;p19">
                  <a:extLst>
                    <a:ext uri="{FF2B5EF4-FFF2-40B4-BE49-F238E27FC236}">
                      <a16:creationId xmlns:a16="http://schemas.microsoft.com/office/drawing/2014/main" id="{1DE5D1DC-DFE4-E806-8C5B-F4B8BDD79ED8}"/>
                    </a:ext>
                  </a:extLst>
                </p:cNvPr>
                <p:cNvCxnSpPr/>
                <p:nvPr/>
              </p:nvCxnSpPr>
              <p:spPr>
                <a:xfrm>
                  <a:off x="8193788" y="3210470"/>
                  <a:ext cx="30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2" name="Google Shape;211;p19">
                  <a:extLst>
                    <a:ext uri="{FF2B5EF4-FFF2-40B4-BE49-F238E27FC236}">
                      <a16:creationId xmlns:a16="http://schemas.microsoft.com/office/drawing/2014/main" id="{83E46B2B-E8CE-C379-91BB-C62FE5179292}"/>
                    </a:ext>
                  </a:extLst>
                </p:cNvPr>
                <p:cNvCxnSpPr/>
                <p:nvPr/>
              </p:nvCxnSpPr>
              <p:spPr>
                <a:xfrm>
                  <a:off x="9572060" y="2934373"/>
                  <a:ext cx="35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3" name="Google Shape;212;p19">
                  <a:extLst>
                    <a:ext uri="{FF2B5EF4-FFF2-40B4-BE49-F238E27FC236}">
                      <a16:creationId xmlns:a16="http://schemas.microsoft.com/office/drawing/2014/main" id="{AF68B324-1521-300B-603C-ACA53D4A4FBA}"/>
                    </a:ext>
                  </a:extLst>
                </p:cNvPr>
                <p:cNvCxnSpPr/>
                <p:nvPr/>
              </p:nvCxnSpPr>
              <p:spPr>
                <a:xfrm>
                  <a:off x="9580472" y="3210470"/>
                  <a:ext cx="3492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4" name="Google Shape;220;p19">
                  <a:extLst>
                    <a:ext uri="{FF2B5EF4-FFF2-40B4-BE49-F238E27FC236}">
                      <a16:creationId xmlns:a16="http://schemas.microsoft.com/office/drawing/2014/main" id="{26B3E924-DB3A-1A06-F0E2-B09D326A6C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93707" y="3877550"/>
                  <a:ext cx="172903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5" name="Google Shape;223;p19">
                  <a:extLst>
                    <a:ext uri="{FF2B5EF4-FFF2-40B4-BE49-F238E27FC236}">
                      <a16:creationId xmlns:a16="http://schemas.microsoft.com/office/drawing/2014/main" id="{FF392A03-0984-3A48-24C0-2428ECADBBF9}"/>
                    </a:ext>
                  </a:extLst>
                </p:cNvPr>
                <p:cNvCxnSpPr/>
                <p:nvPr/>
              </p:nvCxnSpPr>
              <p:spPr>
                <a:xfrm>
                  <a:off x="8505357" y="3817205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6" name="Google Shape;224;p19">
                  <a:extLst>
                    <a:ext uri="{FF2B5EF4-FFF2-40B4-BE49-F238E27FC236}">
                      <a16:creationId xmlns:a16="http://schemas.microsoft.com/office/drawing/2014/main" id="{3C087CF2-6017-2362-7430-3218AD2820C0}"/>
                    </a:ext>
                  </a:extLst>
                </p:cNvPr>
                <p:cNvCxnSpPr/>
                <p:nvPr/>
              </p:nvCxnSpPr>
              <p:spPr>
                <a:xfrm>
                  <a:off x="8589500" y="3817205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7" name="Google Shape;225;p19">
                  <a:extLst>
                    <a:ext uri="{FF2B5EF4-FFF2-40B4-BE49-F238E27FC236}">
                      <a16:creationId xmlns:a16="http://schemas.microsoft.com/office/drawing/2014/main" id="{AA3575DF-27FF-1BDA-6588-64C94D44DDFE}"/>
                    </a:ext>
                  </a:extLst>
                </p:cNvPr>
                <p:cNvCxnSpPr/>
                <p:nvPr/>
              </p:nvCxnSpPr>
              <p:spPr>
                <a:xfrm>
                  <a:off x="8509565" y="4079781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8" name="Google Shape;226;p19">
                  <a:extLst>
                    <a:ext uri="{FF2B5EF4-FFF2-40B4-BE49-F238E27FC236}">
                      <a16:creationId xmlns:a16="http://schemas.microsoft.com/office/drawing/2014/main" id="{46986125-139D-A7EB-0A3C-EEA72D8DFBF0}"/>
                    </a:ext>
                  </a:extLst>
                </p:cNvPr>
                <p:cNvCxnSpPr/>
                <p:nvPr/>
              </p:nvCxnSpPr>
              <p:spPr>
                <a:xfrm>
                  <a:off x="8593707" y="4079781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9" name="Google Shape;229;p19">
                  <a:extLst>
                    <a:ext uri="{FF2B5EF4-FFF2-40B4-BE49-F238E27FC236}">
                      <a16:creationId xmlns:a16="http://schemas.microsoft.com/office/drawing/2014/main" id="{915F0041-F7D9-E5B4-75B6-A9FDC9031E04}"/>
                    </a:ext>
                  </a:extLst>
                </p:cNvPr>
                <p:cNvCxnSpPr/>
                <p:nvPr/>
              </p:nvCxnSpPr>
              <p:spPr>
                <a:xfrm>
                  <a:off x="9112479" y="3881269"/>
                  <a:ext cx="208000" cy="270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0" name="Google Shape;230;p19">
                  <a:extLst>
                    <a:ext uri="{FF2B5EF4-FFF2-40B4-BE49-F238E27FC236}">
                      <a16:creationId xmlns:a16="http://schemas.microsoft.com/office/drawing/2014/main" id="{8E0AB4FE-508D-443E-C6E1-C822F6BE36F2}"/>
                    </a:ext>
                  </a:extLst>
                </p:cNvPr>
                <p:cNvCxnSpPr/>
                <p:nvPr/>
              </p:nvCxnSpPr>
              <p:spPr>
                <a:xfrm>
                  <a:off x="8760797" y="3881269"/>
                  <a:ext cx="190400" cy="270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1" name="Google Shape;231;p19">
                  <a:extLst>
                    <a:ext uri="{FF2B5EF4-FFF2-40B4-BE49-F238E27FC236}">
                      <a16:creationId xmlns:a16="http://schemas.microsoft.com/office/drawing/2014/main" id="{29AC8B4F-FD52-45C5-D921-BB6E578802E7}"/>
                    </a:ext>
                  </a:extLst>
                </p:cNvPr>
                <p:cNvCxnSpPr/>
                <p:nvPr/>
              </p:nvCxnSpPr>
              <p:spPr>
                <a:xfrm>
                  <a:off x="8201965" y="3890249"/>
                  <a:ext cx="30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2" name="Google Shape;232;p19">
                  <a:extLst>
                    <a:ext uri="{FF2B5EF4-FFF2-40B4-BE49-F238E27FC236}">
                      <a16:creationId xmlns:a16="http://schemas.microsoft.com/office/drawing/2014/main" id="{A4EC1E2B-8770-5DFD-675E-574AE66D1011}"/>
                    </a:ext>
                  </a:extLst>
                </p:cNvPr>
                <p:cNvCxnSpPr/>
                <p:nvPr/>
              </p:nvCxnSpPr>
              <p:spPr>
                <a:xfrm>
                  <a:off x="8198469" y="4157487"/>
                  <a:ext cx="30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3" name="Google Shape;233;p19">
                  <a:extLst>
                    <a:ext uri="{FF2B5EF4-FFF2-40B4-BE49-F238E27FC236}">
                      <a16:creationId xmlns:a16="http://schemas.microsoft.com/office/drawing/2014/main" id="{5DF1D557-DCED-2FF8-2CA5-F3FBF09CC658}"/>
                    </a:ext>
                  </a:extLst>
                </p:cNvPr>
                <p:cNvCxnSpPr/>
                <p:nvPr/>
              </p:nvCxnSpPr>
              <p:spPr>
                <a:xfrm>
                  <a:off x="9576267" y="3890249"/>
                  <a:ext cx="357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4" name="Google Shape;234;p19">
                  <a:extLst>
                    <a:ext uri="{FF2B5EF4-FFF2-40B4-BE49-F238E27FC236}">
                      <a16:creationId xmlns:a16="http://schemas.microsoft.com/office/drawing/2014/main" id="{EA144934-5FBA-F6D0-25CF-78A4EAD15FE6}"/>
                    </a:ext>
                  </a:extLst>
                </p:cNvPr>
                <p:cNvCxnSpPr/>
                <p:nvPr/>
              </p:nvCxnSpPr>
              <p:spPr>
                <a:xfrm>
                  <a:off x="9585153" y="4157487"/>
                  <a:ext cx="3492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5" name="Google Shape;235;p19">
                  <a:extLst>
                    <a:ext uri="{FF2B5EF4-FFF2-40B4-BE49-F238E27FC236}">
                      <a16:creationId xmlns:a16="http://schemas.microsoft.com/office/drawing/2014/main" id="{94E50206-4C31-47A5-E47D-D26044D74DA7}"/>
                    </a:ext>
                  </a:extLst>
                </p:cNvPr>
                <p:cNvCxnSpPr/>
                <p:nvPr/>
              </p:nvCxnSpPr>
              <p:spPr>
                <a:xfrm>
                  <a:off x="9568327" y="3817323"/>
                  <a:ext cx="0" cy="159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6" name="Google Shape;236;p19">
                  <a:extLst>
                    <a:ext uri="{FF2B5EF4-FFF2-40B4-BE49-F238E27FC236}">
                      <a16:creationId xmlns:a16="http://schemas.microsoft.com/office/drawing/2014/main" id="{C7B5FA45-CBCA-8D08-F1FA-387CF4CD8901}"/>
                    </a:ext>
                  </a:extLst>
                </p:cNvPr>
                <p:cNvCxnSpPr/>
                <p:nvPr/>
              </p:nvCxnSpPr>
              <p:spPr>
                <a:xfrm>
                  <a:off x="9580948" y="4077767"/>
                  <a:ext cx="0" cy="159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7" name="Google Shape;240;p19">
                  <a:extLst>
                    <a:ext uri="{FF2B5EF4-FFF2-40B4-BE49-F238E27FC236}">
                      <a16:creationId xmlns:a16="http://schemas.microsoft.com/office/drawing/2014/main" id="{F6618A41-E32A-46CE-75F3-51488C121E99}"/>
                    </a:ext>
                  </a:extLst>
                </p:cNvPr>
                <p:cNvCxnSpPr/>
                <p:nvPr/>
              </p:nvCxnSpPr>
              <p:spPr>
                <a:xfrm flipH="1">
                  <a:off x="8760509" y="3881387"/>
                  <a:ext cx="188000" cy="27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8" name="Google Shape;241;p19">
                  <a:extLst>
                    <a:ext uri="{FF2B5EF4-FFF2-40B4-BE49-F238E27FC236}">
                      <a16:creationId xmlns:a16="http://schemas.microsoft.com/office/drawing/2014/main" id="{FE2B2794-8691-DD9C-8674-36442E2A9B8E}"/>
                    </a:ext>
                  </a:extLst>
                </p:cNvPr>
                <p:cNvCxnSpPr/>
                <p:nvPr/>
              </p:nvCxnSpPr>
              <p:spPr>
                <a:xfrm flipH="1">
                  <a:off x="9111207" y="3881387"/>
                  <a:ext cx="208800" cy="276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29" name="Google Shape;242;p19">
                  <a:extLst>
                    <a:ext uri="{FF2B5EF4-FFF2-40B4-BE49-F238E27FC236}">
                      <a16:creationId xmlns:a16="http://schemas.microsoft.com/office/drawing/2014/main" id="{ED95909A-E10B-A4C7-08D6-64F3A3C79D87}"/>
                    </a:ext>
                  </a:extLst>
                </p:cNvPr>
                <p:cNvSpPr/>
                <p:nvPr/>
              </p:nvSpPr>
              <p:spPr>
                <a:xfrm>
                  <a:off x="8141289" y="2880535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243;p19">
                  <a:extLst>
                    <a:ext uri="{FF2B5EF4-FFF2-40B4-BE49-F238E27FC236}">
                      <a16:creationId xmlns:a16="http://schemas.microsoft.com/office/drawing/2014/main" id="{22EF4E52-8582-1D47-0CA9-C065B63325AB}"/>
                    </a:ext>
                  </a:extLst>
                </p:cNvPr>
                <p:cNvSpPr/>
                <p:nvPr/>
              </p:nvSpPr>
              <p:spPr>
                <a:xfrm>
                  <a:off x="8140227" y="3143478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244;p19">
                  <a:extLst>
                    <a:ext uri="{FF2B5EF4-FFF2-40B4-BE49-F238E27FC236}">
                      <a16:creationId xmlns:a16="http://schemas.microsoft.com/office/drawing/2014/main" id="{5B5FF84B-928B-19D7-267D-73094AB23F6A}"/>
                    </a:ext>
                  </a:extLst>
                </p:cNvPr>
                <p:cNvSpPr/>
                <p:nvPr/>
              </p:nvSpPr>
              <p:spPr>
                <a:xfrm>
                  <a:off x="8145412" y="3842651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245;p19">
                  <a:extLst>
                    <a:ext uri="{FF2B5EF4-FFF2-40B4-BE49-F238E27FC236}">
                      <a16:creationId xmlns:a16="http://schemas.microsoft.com/office/drawing/2014/main" id="{3DD4578E-DA55-3FF6-89D4-2802EFFDFD90}"/>
                    </a:ext>
                  </a:extLst>
                </p:cNvPr>
                <p:cNvSpPr/>
                <p:nvPr/>
              </p:nvSpPr>
              <p:spPr>
                <a:xfrm>
                  <a:off x="8144349" y="4092047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246;p19">
                  <a:extLst>
                    <a:ext uri="{FF2B5EF4-FFF2-40B4-BE49-F238E27FC236}">
                      <a16:creationId xmlns:a16="http://schemas.microsoft.com/office/drawing/2014/main" id="{B3C6149A-2E67-4B42-EE4B-FA7382D2D761}"/>
                    </a:ext>
                  </a:extLst>
                </p:cNvPr>
                <p:cNvSpPr/>
                <p:nvPr/>
              </p:nvSpPr>
              <p:spPr>
                <a:xfrm>
                  <a:off x="9881936" y="3842426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247;p19">
                  <a:extLst>
                    <a:ext uri="{FF2B5EF4-FFF2-40B4-BE49-F238E27FC236}">
                      <a16:creationId xmlns:a16="http://schemas.microsoft.com/office/drawing/2014/main" id="{CCF06D54-76CA-B7AD-4E24-BF23C32108B4}"/>
                    </a:ext>
                  </a:extLst>
                </p:cNvPr>
                <p:cNvSpPr/>
                <p:nvPr/>
              </p:nvSpPr>
              <p:spPr>
                <a:xfrm>
                  <a:off x="9880872" y="4091823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248;p19">
                  <a:extLst>
                    <a:ext uri="{FF2B5EF4-FFF2-40B4-BE49-F238E27FC236}">
                      <a16:creationId xmlns:a16="http://schemas.microsoft.com/office/drawing/2014/main" id="{DC2F137B-5311-5D12-7D77-3F9D7EDB837A}"/>
                    </a:ext>
                  </a:extLst>
                </p:cNvPr>
                <p:cNvSpPr/>
                <p:nvPr/>
              </p:nvSpPr>
              <p:spPr>
                <a:xfrm>
                  <a:off x="9876845" y="2889463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249;p19">
                  <a:extLst>
                    <a:ext uri="{FF2B5EF4-FFF2-40B4-BE49-F238E27FC236}">
                      <a16:creationId xmlns:a16="http://schemas.microsoft.com/office/drawing/2014/main" id="{1E8FF83C-77DC-4A7D-C98E-82D4446085C7}"/>
                    </a:ext>
                  </a:extLst>
                </p:cNvPr>
                <p:cNvSpPr/>
                <p:nvPr/>
              </p:nvSpPr>
              <p:spPr>
                <a:xfrm>
                  <a:off x="9875783" y="3152406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258;p19">
                  <a:extLst>
                    <a:ext uri="{FF2B5EF4-FFF2-40B4-BE49-F238E27FC236}">
                      <a16:creationId xmlns:a16="http://schemas.microsoft.com/office/drawing/2014/main" id="{972FAC13-506A-B733-BD81-FFF6B6A88CEC}"/>
                    </a:ext>
                  </a:extLst>
                </p:cNvPr>
                <p:cNvSpPr/>
                <p:nvPr/>
              </p:nvSpPr>
              <p:spPr>
                <a:xfrm>
                  <a:off x="2370267" y="2277725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" name="Google Shape;259;p19">
                  <a:extLst>
                    <a:ext uri="{FF2B5EF4-FFF2-40B4-BE49-F238E27FC236}">
                      <a16:creationId xmlns:a16="http://schemas.microsoft.com/office/drawing/2014/main" id="{AB547B20-6FAC-731C-4AEC-2DD457CD259F}"/>
                    </a:ext>
                  </a:extLst>
                </p:cNvPr>
                <p:cNvSpPr/>
                <p:nvPr/>
              </p:nvSpPr>
              <p:spPr>
                <a:xfrm>
                  <a:off x="3233648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39" name="Google Shape;261;p19">
                  <a:extLst>
                    <a:ext uri="{FF2B5EF4-FFF2-40B4-BE49-F238E27FC236}">
                      <a16:creationId xmlns:a16="http://schemas.microsoft.com/office/drawing/2014/main" id="{084719A3-730F-C2DA-5AC3-C37E6696F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974083" y="1730139"/>
                  <a:ext cx="1449600" cy="2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0" name="Google Shape;262;p19">
                  <a:extLst>
                    <a:ext uri="{FF2B5EF4-FFF2-40B4-BE49-F238E27FC236}">
                      <a16:creationId xmlns:a16="http://schemas.microsoft.com/office/drawing/2014/main" id="{96F90356-2EB1-B73A-D1A1-E82E624D96F9}"/>
                    </a:ext>
                  </a:extLst>
                </p:cNvPr>
                <p:cNvCxnSpPr/>
                <p:nvPr/>
              </p:nvCxnSpPr>
              <p:spPr>
                <a:xfrm rot="10800000">
                  <a:off x="712255" y="1742799"/>
                  <a:ext cx="2044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3" name="Google Shape;266;p19">
                  <a:extLst>
                    <a:ext uri="{FF2B5EF4-FFF2-40B4-BE49-F238E27FC236}">
                      <a16:creationId xmlns:a16="http://schemas.microsoft.com/office/drawing/2014/main" id="{02611DCB-A2AC-9602-0A68-17645ED1997B}"/>
                    </a:ext>
                  </a:extLst>
                </p:cNvPr>
                <p:cNvCxnSpPr/>
                <p:nvPr/>
              </p:nvCxnSpPr>
              <p:spPr>
                <a:xfrm rot="10800000">
                  <a:off x="11742379" y="1653902"/>
                  <a:ext cx="1600" cy="1800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rgbClr val="0D0D0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44" name="Google Shape;272;p19">
                  <a:extLst>
                    <a:ext uri="{FF2B5EF4-FFF2-40B4-BE49-F238E27FC236}">
                      <a16:creationId xmlns:a16="http://schemas.microsoft.com/office/drawing/2014/main" id="{DD904EDC-8F47-D7A2-6AA6-0390AD363BC0}"/>
                    </a:ext>
                  </a:extLst>
                </p:cNvPr>
                <p:cNvSpPr/>
                <p:nvPr/>
              </p:nvSpPr>
              <p:spPr>
                <a:xfrm>
                  <a:off x="4794117" y="1684463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sp>
              <p:nvSpPr>
                <p:cNvPr id="345" name="Google Shape;276;p19">
                  <a:extLst>
                    <a:ext uri="{FF2B5EF4-FFF2-40B4-BE49-F238E27FC236}">
                      <a16:creationId xmlns:a16="http://schemas.microsoft.com/office/drawing/2014/main" id="{AA7F14CF-D094-ADD0-0EF1-98BE1410D163}"/>
                    </a:ext>
                  </a:extLst>
                </p:cNvPr>
                <p:cNvSpPr/>
                <p:nvPr/>
              </p:nvSpPr>
              <p:spPr>
                <a:xfrm>
                  <a:off x="5185620" y="1684463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sp>
              <p:nvSpPr>
                <p:cNvPr id="346" name="Google Shape;275;p19">
                  <a:extLst>
                    <a:ext uri="{FF2B5EF4-FFF2-40B4-BE49-F238E27FC236}">
                      <a16:creationId xmlns:a16="http://schemas.microsoft.com/office/drawing/2014/main" id="{E9688701-C6F5-9E5B-A31C-03945EA7F3AD}"/>
                    </a:ext>
                  </a:extLst>
                </p:cNvPr>
                <p:cNvSpPr/>
                <p:nvPr/>
              </p:nvSpPr>
              <p:spPr>
                <a:xfrm>
                  <a:off x="4408155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chemeClr val="accent5">
                        <a:lumMod val="75000"/>
                      </a:schemeClr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278;p19">
                  <a:extLst>
                    <a:ext uri="{FF2B5EF4-FFF2-40B4-BE49-F238E27FC236}">
                      <a16:creationId xmlns:a16="http://schemas.microsoft.com/office/drawing/2014/main" id="{081B60A0-BD7B-B242-0470-7BE44211C8B3}"/>
                    </a:ext>
                  </a:extLst>
                </p:cNvPr>
                <p:cNvSpPr/>
                <p:nvPr/>
              </p:nvSpPr>
              <p:spPr>
                <a:xfrm>
                  <a:off x="4799657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chemeClr val="accent5">
                        <a:lumMod val="75000"/>
                      </a:schemeClr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280;p19">
                  <a:extLst>
                    <a:ext uri="{FF2B5EF4-FFF2-40B4-BE49-F238E27FC236}">
                      <a16:creationId xmlns:a16="http://schemas.microsoft.com/office/drawing/2014/main" id="{9ECDFD33-3571-359F-BB43-AD55968D9E3C}"/>
                    </a:ext>
                  </a:extLst>
                </p:cNvPr>
                <p:cNvSpPr/>
                <p:nvPr/>
              </p:nvSpPr>
              <p:spPr>
                <a:xfrm>
                  <a:off x="5191160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9" name="Google Shape;293;p19">
                  <a:extLst>
                    <a:ext uri="{FF2B5EF4-FFF2-40B4-BE49-F238E27FC236}">
                      <a16:creationId xmlns:a16="http://schemas.microsoft.com/office/drawing/2014/main" id="{B2EE80FD-9CFE-D929-6EEC-66A18C03CA02}"/>
                    </a:ext>
                  </a:extLst>
                </p:cNvPr>
                <p:cNvCxnSpPr/>
                <p:nvPr/>
              </p:nvCxnSpPr>
              <p:spPr>
                <a:xfrm>
                  <a:off x="6398668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0" name="Google Shape;294;p19">
                  <a:extLst>
                    <a:ext uri="{FF2B5EF4-FFF2-40B4-BE49-F238E27FC236}">
                      <a16:creationId xmlns:a16="http://schemas.microsoft.com/office/drawing/2014/main" id="{3BF47D76-9B53-1A27-38A9-2732959466CE}"/>
                    </a:ext>
                  </a:extLst>
                </p:cNvPr>
                <p:cNvCxnSpPr/>
                <p:nvPr/>
              </p:nvCxnSpPr>
              <p:spPr>
                <a:xfrm>
                  <a:off x="6283809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1" name="Google Shape;295;p19">
                  <a:extLst>
                    <a:ext uri="{FF2B5EF4-FFF2-40B4-BE49-F238E27FC236}">
                      <a16:creationId xmlns:a16="http://schemas.microsoft.com/office/drawing/2014/main" id="{A94E6AB4-D85E-5119-61C0-210670FC8661}"/>
                    </a:ext>
                  </a:extLst>
                </p:cNvPr>
                <p:cNvCxnSpPr/>
                <p:nvPr/>
              </p:nvCxnSpPr>
              <p:spPr>
                <a:xfrm flipH="1">
                  <a:off x="6398717" y="1736454"/>
                  <a:ext cx="255600" cy="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2" name="Google Shape;296;p19">
                  <a:extLst>
                    <a:ext uri="{FF2B5EF4-FFF2-40B4-BE49-F238E27FC236}">
                      <a16:creationId xmlns:a16="http://schemas.microsoft.com/office/drawing/2014/main" id="{586B092A-6AD1-596B-1D8E-BE49CEA5B847}"/>
                    </a:ext>
                  </a:extLst>
                </p:cNvPr>
                <p:cNvCxnSpPr/>
                <p:nvPr/>
              </p:nvCxnSpPr>
              <p:spPr>
                <a:xfrm>
                  <a:off x="6787419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3" name="Google Shape;297;p19">
                  <a:extLst>
                    <a:ext uri="{FF2B5EF4-FFF2-40B4-BE49-F238E27FC236}">
                      <a16:creationId xmlns:a16="http://schemas.microsoft.com/office/drawing/2014/main" id="{82E5A004-B670-A7D0-4E4A-75841BFF7719}"/>
                    </a:ext>
                  </a:extLst>
                </p:cNvPr>
                <p:cNvCxnSpPr/>
                <p:nvPr/>
              </p:nvCxnSpPr>
              <p:spPr>
                <a:xfrm>
                  <a:off x="6672560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4" name="Google Shape;298;p19">
                  <a:extLst>
                    <a:ext uri="{FF2B5EF4-FFF2-40B4-BE49-F238E27FC236}">
                      <a16:creationId xmlns:a16="http://schemas.microsoft.com/office/drawing/2014/main" id="{615A459D-EDD5-3FA6-39B4-72E3B19E4E64}"/>
                    </a:ext>
                  </a:extLst>
                </p:cNvPr>
                <p:cNvCxnSpPr/>
                <p:nvPr/>
              </p:nvCxnSpPr>
              <p:spPr>
                <a:xfrm flipH="1">
                  <a:off x="6787185" y="1736454"/>
                  <a:ext cx="246400" cy="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5" name="Google Shape;299;p19">
                  <a:extLst>
                    <a:ext uri="{FF2B5EF4-FFF2-40B4-BE49-F238E27FC236}">
                      <a16:creationId xmlns:a16="http://schemas.microsoft.com/office/drawing/2014/main" id="{1964DB95-0A88-3C88-42AD-93C1168CDDE9}"/>
                    </a:ext>
                  </a:extLst>
                </p:cNvPr>
                <p:cNvCxnSpPr/>
                <p:nvPr/>
              </p:nvCxnSpPr>
              <p:spPr>
                <a:xfrm>
                  <a:off x="7152608" y="1538213"/>
                  <a:ext cx="0" cy="41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6" name="Google Shape;300;p19">
                  <a:extLst>
                    <a:ext uri="{FF2B5EF4-FFF2-40B4-BE49-F238E27FC236}">
                      <a16:creationId xmlns:a16="http://schemas.microsoft.com/office/drawing/2014/main" id="{3293EC48-9BD8-0DD7-5714-CE129171F9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066501" y="1745063"/>
                  <a:ext cx="19560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7" name="Google Shape;302;p19">
                  <a:extLst>
                    <a:ext uri="{FF2B5EF4-FFF2-40B4-BE49-F238E27FC236}">
                      <a16:creationId xmlns:a16="http://schemas.microsoft.com/office/drawing/2014/main" id="{2E0C75D9-7BB4-125A-4402-008CAE85A78D}"/>
                    </a:ext>
                  </a:extLst>
                </p:cNvPr>
                <p:cNvCxnSpPr/>
                <p:nvPr/>
              </p:nvCxnSpPr>
              <p:spPr>
                <a:xfrm>
                  <a:off x="7037757" y="1627037"/>
                  <a:ext cx="0" cy="214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58" name="Google Shape;305;p19">
                  <a:extLst>
                    <a:ext uri="{FF2B5EF4-FFF2-40B4-BE49-F238E27FC236}">
                      <a16:creationId xmlns:a16="http://schemas.microsoft.com/office/drawing/2014/main" id="{78249323-F3D5-B18A-64F8-3E30A50D6992}"/>
                    </a:ext>
                  </a:extLst>
                </p:cNvPr>
                <p:cNvSpPr/>
                <p:nvPr/>
              </p:nvSpPr>
              <p:spPr>
                <a:xfrm>
                  <a:off x="6072041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06;p19">
                  <a:extLst>
                    <a:ext uri="{FF2B5EF4-FFF2-40B4-BE49-F238E27FC236}">
                      <a16:creationId xmlns:a16="http://schemas.microsoft.com/office/drawing/2014/main" id="{1B3C6498-3823-562B-0817-5A0D18BE0EE6}"/>
                    </a:ext>
                  </a:extLst>
                </p:cNvPr>
                <p:cNvSpPr/>
                <p:nvPr/>
              </p:nvSpPr>
              <p:spPr>
                <a:xfrm>
                  <a:off x="6463544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07;p19">
                  <a:extLst>
                    <a:ext uri="{FF2B5EF4-FFF2-40B4-BE49-F238E27FC236}">
                      <a16:creationId xmlns:a16="http://schemas.microsoft.com/office/drawing/2014/main" id="{1262D3EC-F406-495C-1816-E138520DFDA2}"/>
                    </a:ext>
                  </a:extLst>
                </p:cNvPr>
                <p:cNvSpPr/>
                <p:nvPr/>
              </p:nvSpPr>
              <p:spPr>
                <a:xfrm>
                  <a:off x="6855047" y="2269721"/>
                  <a:ext cx="116800" cy="1056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1" name="Google Shape;311;p19">
                  <a:extLst>
                    <a:ext uri="{FF2B5EF4-FFF2-40B4-BE49-F238E27FC236}">
                      <a16:creationId xmlns:a16="http://schemas.microsoft.com/office/drawing/2014/main" id="{A3A8E20D-5C13-B07D-DE30-BCC0205F9A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5514501" y="1736663"/>
                  <a:ext cx="552000" cy="840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362" name="Google Shape;312;p19">
                  <a:extLst>
                    <a:ext uri="{FF2B5EF4-FFF2-40B4-BE49-F238E27FC236}">
                      <a16:creationId xmlns:a16="http://schemas.microsoft.com/office/drawing/2014/main" id="{7CC658D4-BF7E-00AD-6468-BDF758282983}"/>
                    </a:ext>
                  </a:extLst>
                </p:cNvPr>
                <p:cNvSpPr/>
                <p:nvPr/>
              </p:nvSpPr>
              <p:spPr>
                <a:xfrm>
                  <a:off x="5796212" y="3998949"/>
                  <a:ext cx="1995635" cy="384951"/>
                </a:xfrm>
                <a:prstGeom prst="roundRect">
                  <a:avLst>
                    <a:gd name="adj" fmla="val 4946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25252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D0D0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Fault Generation</a:t>
                  </a:r>
                  <a:r>
                    <a:rPr lang="en-US" sz="1200">
                      <a:solidFill>
                        <a:srgbClr val="0D0D0D"/>
                      </a:solidFill>
                      <a:latin typeface="Calibri"/>
                      <a:cs typeface="Calibri"/>
                    </a:rPr>
                    <a:t> Unit</a:t>
                  </a:r>
                </a:p>
              </p:txBody>
            </p:sp>
            <p:sp>
              <p:nvSpPr>
                <p:cNvPr id="363" name="Google Shape;313;p19">
                  <a:extLst>
                    <a:ext uri="{FF2B5EF4-FFF2-40B4-BE49-F238E27FC236}">
                      <a16:creationId xmlns:a16="http://schemas.microsoft.com/office/drawing/2014/main" id="{3C4908CE-989F-4264-59AC-8F37D9AB78A6}"/>
                    </a:ext>
                  </a:extLst>
                </p:cNvPr>
                <p:cNvSpPr/>
                <p:nvPr/>
              </p:nvSpPr>
              <p:spPr>
                <a:xfrm>
                  <a:off x="6158416" y="4624235"/>
                  <a:ext cx="1280000" cy="273745"/>
                </a:xfrm>
                <a:prstGeom prst="roundRect">
                  <a:avLst>
                    <a:gd name="adj" fmla="val 4946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25252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rgbClr val="0D0D0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Isolator</a:t>
                  </a:r>
                  <a:endParaRPr lang="en-US" sz="1400">
                    <a:solidFill>
                      <a:srgbClr val="0D0D0D"/>
                    </a:solidFill>
                  </a:endParaRPr>
                </a:p>
              </p:txBody>
            </p:sp>
            <p:sp>
              <p:nvSpPr>
                <p:cNvPr id="364" name="Google Shape;314;p19">
                  <a:extLst>
                    <a:ext uri="{FF2B5EF4-FFF2-40B4-BE49-F238E27FC236}">
                      <a16:creationId xmlns:a16="http://schemas.microsoft.com/office/drawing/2014/main" id="{447F1872-EE37-6046-7174-8876060C78B7}"/>
                    </a:ext>
                  </a:extLst>
                </p:cNvPr>
                <p:cNvSpPr/>
                <p:nvPr/>
              </p:nvSpPr>
              <p:spPr>
                <a:xfrm>
                  <a:off x="8149180" y="4707274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5" name="Google Shape;315;p19">
                  <a:extLst>
                    <a:ext uri="{FF2B5EF4-FFF2-40B4-BE49-F238E27FC236}">
                      <a16:creationId xmlns:a16="http://schemas.microsoft.com/office/drawing/2014/main" id="{59D6A6F3-F578-E5C1-EA06-F5DA939F8A60}"/>
                    </a:ext>
                  </a:extLst>
                </p:cNvPr>
                <p:cNvCxnSpPr>
                  <a:cxnSpLocks/>
                  <a:stCxn id="157" idx="3"/>
                </p:cNvCxnSpPr>
                <p:nvPr/>
              </p:nvCxnSpPr>
              <p:spPr>
                <a:xfrm>
                  <a:off x="7438416" y="4761108"/>
                  <a:ext cx="704004" cy="489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366" name="Google Shape;316;p19">
                  <a:extLst>
                    <a:ext uri="{FF2B5EF4-FFF2-40B4-BE49-F238E27FC236}">
                      <a16:creationId xmlns:a16="http://schemas.microsoft.com/office/drawing/2014/main" id="{1DD2B9C4-697C-3DAC-932D-079A5274D371}"/>
                    </a:ext>
                  </a:extLst>
                </p:cNvPr>
                <p:cNvSpPr txBox="1"/>
                <p:nvPr/>
              </p:nvSpPr>
              <p:spPr>
                <a:xfrm>
                  <a:off x="8240040" y="3179042"/>
                  <a:ext cx="1683600" cy="725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Differential Communication</a:t>
                  </a:r>
                  <a:endParaRPr lang="en-US" sz="1200" b="1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</a:endParaRPr>
                </a:p>
              </p:txBody>
            </p:sp>
            <p:sp>
              <p:nvSpPr>
                <p:cNvPr id="367" name="Google Shape;317;p19">
                  <a:extLst>
                    <a:ext uri="{FF2B5EF4-FFF2-40B4-BE49-F238E27FC236}">
                      <a16:creationId xmlns:a16="http://schemas.microsoft.com/office/drawing/2014/main" id="{F5033BA5-4495-08BC-368E-2C1D5008297D}"/>
                    </a:ext>
                  </a:extLst>
                </p:cNvPr>
                <p:cNvSpPr/>
                <p:nvPr/>
              </p:nvSpPr>
              <p:spPr>
                <a:xfrm>
                  <a:off x="2340599" y="4987641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18;p19">
                  <a:extLst>
                    <a:ext uri="{FF2B5EF4-FFF2-40B4-BE49-F238E27FC236}">
                      <a16:creationId xmlns:a16="http://schemas.microsoft.com/office/drawing/2014/main" id="{CD52B4FB-D364-BD47-69E1-0B117CE64B2D}"/>
                    </a:ext>
                  </a:extLst>
                </p:cNvPr>
                <p:cNvSpPr/>
                <p:nvPr/>
              </p:nvSpPr>
              <p:spPr>
                <a:xfrm>
                  <a:off x="3221215" y="4987641"/>
                  <a:ext cx="139200" cy="1144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19;p19">
                  <a:extLst>
                    <a:ext uri="{FF2B5EF4-FFF2-40B4-BE49-F238E27FC236}">
                      <a16:creationId xmlns:a16="http://schemas.microsoft.com/office/drawing/2014/main" id="{63B8DBDB-8755-4E37-E9CC-EEDDFAB2FB7A}"/>
                    </a:ext>
                  </a:extLst>
                </p:cNvPr>
                <p:cNvSpPr/>
                <p:nvPr/>
              </p:nvSpPr>
              <p:spPr>
                <a:xfrm>
                  <a:off x="1937597" y="5338801"/>
                  <a:ext cx="1934000" cy="659600"/>
                </a:xfrm>
                <a:prstGeom prst="roundRect">
                  <a:avLst>
                    <a:gd name="adj" fmla="val 4946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25252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>
                      <a:solidFill>
                        <a:srgbClr val="0D0D0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Micro-Controller</a:t>
                  </a:r>
                </a:p>
              </p:txBody>
            </p:sp>
            <p:cxnSp>
              <p:nvCxnSpPr>
                <p:cNvPr id="370" name="Google Shape;320;p19">
                  <a:extLst>
                    <a:ext uri="{FF2B5EF4-FFF2-40B4-BE49-F238E27FC236}">
                      <a16:creationId xmlns:a16="http://schemas.microsoft.com/office/drawing/2014/main" id="{7DF9FD0D-1A59-ED89-2A77-7EE4753480AD}"/>
                    </a:ext>
                  </a:extLst>
                </p:cNvPr>
                <p:cNvCxnSpPr>
                  <a:stCxn id="161" idx="2"/>
                </p:cNvCxnSpPr>
                <p:nvPr/>
              </p:nvCxnSpPr>
              <p:spPr>
                <a:xfrm>
                  <a:off x="2410199" y="5102041"/>
                  <a:ext cx="2400" cy="239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71" name="Google Shape;321;p19">
                  <a:extLst>
                    <a:ext uri="{FF2B5EF4-FFF2-40B4-BE49-F238E27FC236}">
                      <a16:creationId xmlns:a16="http://schemas.microsoft.com/office/drawing/2014/main" id="{5C32996C-37C4-055C-8EA7-84E572053B78}"/>
                    </a:ext>
                  </a:extLst>
                </p:cNvPr>
                <p:cNvCxnSpPr>
                  <a:stCxn id="162" idx="2"/>
                </p:cNvCxnSpPr>
                <p:nvPr/>
              </p:nvCxnSpPr>
              <p:spPr>
                <a:xfrm flipH="1">
                  <a:off x="3285215" y="5102041"/>
                  <a:ext cx="5600" cy="228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sp>
              <p:nvSpPr>
                <p:cNvPr id="372" name="Google Shape;322;p19">
                  <a:extLst>
                    <a:ext uri="{FF2B5EF4-FFF2-40B4-BE49-F238E27FC236}">
                      <a16:creationId xmlns:a16="http://schemas.microsoft.com/office/drawing/2014/main" id="{D18B17E9-66AD-E4A1-E604-024CA387CEF6}"/>
                    </a:ext>
                  </a:extLst>
                </p:cNvPr>
                <p:cNvSpPr txBox="1"/>
                <p:nvPr/>
              </p:nvSpPr>
              <p:spPr>
                <a:xfrm>
                  <a:off x="2117444" y="4623842"/>
                  <a:ext cx="572800" cy="4770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 b="1">
                      <a:latin typeface="Calibri"/>
                      <a:ea typeface="Calibri"/>
                      <a:cs typeface="Calibri"/>
                      <a:sym typeface="Calibri"/>
                    </a:rPr>
                    <a:t>TX</a:t>
                  </a:r>
                </a:p>
              </p:txBody>
            </p:sp>
            <p:sp>
              <p:nvSpPr>
                <p:cNvPr id="373" name="Google Shape;323;p19">
                  <a:extLst>
                    <a:ext uri="{FF2B5EF4-FFF2-40B4-BE49-F238E27FC236}">
                      <a16:creationId xmlns:a16="http://schemas.microsoft.com/office/drawing/2014/main" id="{DB04C49D-E548-C08D-7280-8BD4C7658F52}"/>
                    </a:ext>
                  </a:extLst>
                </p:cNvPr>
                <p:cNvSpPr txBox="1"/>
                <p:nvPr/>
              </p:nvSpPr>
              <p:spPr>
                <a:xfrm>
                  <a:off x="2998815" y="4626375"/>
                  <a:ext cx="572800" cy="4770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 b="1">
                      <a:latin typeface="Calibri"/>
                      <a:ea typeface="Calibri"/>
                      <a:cs typeface="Calibri"/>
                      <a:sym typeface="Calibri"/>
                    </a:rPr>
                    <a:t>RX</a:t>
                  </a:r>
                </a:p>
              </p:txBody>
            </p:sp>
            <p:sp>
              <p:nvSpPr>
                <p:cNvPr id="374" name="Google Shape;324;p19">
                  <a:extLst>
                    <a:ext uri="{FF2B5EF4-FFF2-40B4-BE49-F238E27FC236}">
                      <a16:creationId xmlns:a16="http://schemas.microsoft.com/office/drawing/2014/main" id="{BCA3CD64-410C-88B3-DB85-3A59FC9F4366}"/>
                    </a:ext>
                  </a:extLst>
                </p:cNvPr>
                <p:cNvSpPr txBox="1"/>
                <p:nvPr/>
              </p:nvSpPr>
              <p:spPr>
                <a:xfrm>
                  <a:off x="2252803" y="4333193"/>
                  <a:ext cx="1188229" cy="4616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Calibri"/>
                      <a:ea typeface="Calibri"/>
                      <a:cs typeface="Calibri"/>
                      <a:sym typeface="Calibri"/>
                    </a:rPr>
                    <a:t>(Isolated)</a:t>
                  </a:r>
                </a:p>
              </p:txBody>
            </p:sp>
            <p:sp>
              <p:nvSpPr>
                <p:cNvPr id="375" name="Google Shape;325;p19">
                  <a:extLst>
                    <a:ext uri="{FF2B5EF4-FFF2-40B4-BE49-F238E27FC236}">
                      <a16:creationId xmlns:a16="http://schemas.microsoft.com/office/drawing/2014/main" id="{806D55D1-2199-2602-CD03-7834E5640DCE}"/>
                    </a:ext>
                  </a:extLst>
                </p:cNvPr>
                <p:cNvSpPr/>
                <p:nvPr/>
              </p:nvSpPr>
              <p:spPr>
                <a:xfrm>
                  <a:off x="5265369" y="5338801"/>
                  <a:ext cx="1934000" cy="659600"/>
                </a:xfrm>
                <a:prstGeom prst="roundRect">
                  <a:avLst>
                    <a:gd name="adj" fmla="val 4946"/>
                  </a:avLst>
                </a:prstGeom>
                <a:solidFill>
                  <a:srgbClr val="F9F9F9"/>
                </a:solidFill>
                <a:ln w="19050" cap="flat" cmpd="sng">
                  <a:solidFill>
                    <a:srgbClr val="25252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>
                      <a:solidFill>
                        <a:srgbClr val="0D0D0D"/>
                      </a:solidFill>
                      <a:cs typeface="Calibri"/>
                    </a:rPr>
                    <a:t>Data collected</a:t>
                  </a:r>
                </a:p>
              </p:txBody>
            </p:sp>
            <p:cxnSp>
              <p:nvCxnSpPr>
                <p:cNvPr id="377" name="Google Shape;327;p19">
                  <a:extLst>
                    <a:ext uri="{FF2B5EF4-FFF2-40B4-BE49-F238E27FC236}">
                      <a16:creationId xmlns:a16="http://schemas.microsoft.com/office/drawing/2014/main" id="{3FA8C05B-E3C0-FABB-497B-EB5026280EA2}"/>
                    </a:ext>
                  </a:extLst>
                </p:cNvPr>
                <p:cNvCxnSpPr>
                  <a:cxnSpLocks/>
                  <a:stCxn id="158" idx="3"/>
                </p:cNvCxnSpPr>
                <p:nvPr/>
              </p:nvCxnSpPr>
              <p:spPr>
                <a:xfrm>
                  <a:off x="8288380" y="4764474"/>
                  <a:ext cx="390929" cy="942332"/>
                </a:xfrm>
                <a:prstGeom prst="bentConnector2">
                  <a:avLst/>
                </a:prstGeom>
                <a:noFill/>
                <a:ln w="19050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378" name="Google Shape;328;p19">
                  <a:extLst>
                    <a:ext uri="{FF2B5EF4-FFF2-40B4-BE49-F238E27FC236}">
                      <a16:creationId xmlns:a16="http://schemas.microsoft.com/office/drawing/2014/main" id="{7217B997-7FB6-ACB2-816B-CC5F0C904FCF}"/>
                    </a:ext>
                  </a:extLst>
                </p:cNvPr>
                <p:cNvSpPr/>
                <p:nvPr/>
              </p:nvSpPr>
              <p:spPr>
                <a:xfrm>
                  <a:off x="3871605" y="5604325"/>
                  <a:ext cx="1393600" cy="174400"/>
                </a:xfrm>
                <a:prstGeom prst="leftRightArrow">
                  <a:avLst>
                    <a:gd name="adj1" fmla="val 50000"/>
                    <a:gd name="adj2" fmla="val 50000"/>
                  </a:avLst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cxnSp>
              <p:nvCxnSpPr>
                <p:cNvPr id="379" name="Google Shape;331;p19">
                  <a:extLst>
                    <a:ext uri="{FF2B5EF4-FFF2-40B4-BE49-F238E27FC236}">
                      <a16:creationId xmlns:a16="http://schemas.microsoft.com/office/drawing/2014/main" id="{ACE262B8-090F-9018-EF59-4E7846CB74EB}"/>
                    </a:ext>
                  </a:extLst>
                </p:cNvPr>
                <p:cNvCxnSpPr>
                  <a:cxnSpLocks/>
                  <a:stCxn id="156" idx="2"/>
                  <a:endCxn id="157" idx="0"/>
                </p:cNvCxnSpPr>
                <p:nvPr/>
              </p:nvCxnSpPr>
              <p:spPr>
                <a:xfrm>
                  <a:off x="6794030" y="4383900"/>
                  <a:ext cx="4386" cy="24033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380" name="Google Shape;332;p19">
                  <a:extLst>
                    <a:ext uri="{FF2B5EF4-FFF2-40B4-BE49-F238E27FC236}">
                      <a16:creationId xmlns:a16="http://schemas.microsoft.com/office/drawing/2014/main" id="{EA7B2E53-ABAF-821D-0335-58BE20E1B23B}"/>
                    </a:ext>
                  </a:extLst>
                </p:cNvPr>
                <p:cNvSpPr txBox="1"/>
                <p:nvPr/>
              </p:nvSpPr>
              <p:spPr>
                <a:xfrm>
                  <a:off x="1561179" y="3076075"/>
                  <a:ext cx="1393600" cy="4616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400" i="1">
                      <a:latin typeface="Calibri" panose="020F0502020204030204" pitchFamily="34" charset="0"/>
                      <a:cs typeface="Calibri" panose="020F0502020204030204" pitchFamily="34" charset="0"/>
                    </a:rPr>
                    <a:t>Temp Sensing</a:t>
                  </a:r>
                </a:p>
              </p:txBody>
            </p:sp>
            <p:sp>
              <p:nvSpPr>
                <p:cNvPr id="381" name="Google Shape;333;p19">
                  <a:extLst>
                    <a:ext uri="{FF2B5EF4-FFF2-40B4-BE49-F238E27FC236}">
                      <a16:creationId xmlns:a16="http://schemas.microsoft.com/office/drawing/2014/main" id="{888F9A7C-051E-317A-3098-F1B56A543399}"/>
                    </a:ext>
                  </a:extLst>
                </p:cNvPr>
                <p:cNvSpPr txBox="1"/>
                <p:nvPr/>
              </p:nvSpPr>
              <p:spPr>
                <a:xfrm>
                  <a:off x="2201849" y="2358487"/>
                  <a:ext cx="1683600" cy="45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33" i="1"/>
                    <a:t>Current Sensing</a:t>
                  </a:r>
                  <a:endParaRPr sz="1333" i="1"/>
                </a:p>
              </p:txBody>
            </p:sp>
            <p:cxnSp>
              <p:nvCxnSpPr>
                <p:cNvPr id="382" name="Google Shape;220;p19">
                  <a:extLst>
                    <a:ext uri="{FF2B5EF4-FFF2-40B4-BE49-F238E27FC236}">
                      <a16:creationId xmlns:a16="http://schemas.microsoft.com/office/drawing/2014/main" id="{6F0B0663-D676-0BD2-47B2-3D992D4D0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93707" y="4147432"/>
                  <a:ext cx="185596" cy="383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3" name="Google Shape;220;p19">
                  <a:extLst>
                    <a:ext uri="{FF2B5EF4-FFF2-40B4-BE49-F238E27FC236}">
                      <a16:creationId xmlns:a16="http://schemas.microsoft.com/office/drawing/2014/main" id="{9A95259A-2AA1-3489-191E-3CE23010F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43212" y="4149350"/>
                  <a:ext cx="172099" cy="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4" name="Google Shape;220;p19">
                  <a:extLst>
                    <a:ext uri="{FF2B5EF4-FFF2-40B4-BE49-F238E27FC236}">
                      <a16:creationId xmlns:a16="http://schemas.microsoft.com/office/drawing/2014/main" id="{0FD1CA14-72C2-34D9-5F59-AE3AFB9E95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4027" y="3890249"/>
                  <a:ext cx="194733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5" name="Google Shape;220;p19">
                  <a:extLst>
                    <a:ext uri="{FF2B5EF4-FFF2-40B4-BE49-F238E27FC236}">
                      <a16:creationId xmlns:a16="http://schemas.microsoft.com/office/drawing/2014/main" id="{594076BF-DDC9-2097-628D-037E190669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17289" y="4149350"/>
                  <a:ext cx="16821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6" name="Google Shape;220;p19">
                  <a:extLst>
                    <a:ext uri="{FF2B5EF4-FFF2-40B4-BE49-F238E27FC236}">
                      <a16:creationId xmlns:a16="http://schemas.microsoft.com/office/drawing/2014/main" id="{8773C81C-AB01-2CB9-1A45-1FB43D89DF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8742" y="3879922"/>
                  <a:ext cx="16821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7" name="Google Shape;205;p19">
                  <a:extLst>
                    <a:ext uri="{FF2B5EF4-FFF2-40B4-BE49-F238E27FC236}">
                      <a16:creationId xmlns:a16="http://schemas.microsoft.com/office/drawing/2014/main" id="{9BC2F49A-EFC3-F16C-D5A0-5D21F91801EB}"/>
                    </a:ext>
                  </a:extLst>
                </p:cNvPr>
                <p:cNvCxnSpPr/>
                <p:nvPr/>
              </p:nvCxnSpPr>
              <p:spPr>
                <a:xfrm>
                  <a:off x="9479248" y="2859427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8" name="Google Shape;206;p19">
                  <a:extLst>
                    <a:ext uri="{FF2B5EF4-FFF2-40B4-BE49-F238E27FC236}">
                      <a16:creationId xmlns:a16="http://schemas.microsoft.com/office/drawing/2014/main" id="{123B0A2B-0479-EFC6-A1AE-93CB632B334A}"/>
                    </a:ext>
                  </a:extLst>
                </p:cNvPr>
                <p:cNvCxnSpPr/>
                <p:nvPr/>
              </p:nvCxnSpPr>
              <p:spPr>
                <a:xfrm>
                  <a:off x="9491869" y="3119865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9" name="Google Shape;220;p19">
                  <a:extLst>
                    <a:ext uri="{FF2B5EF4-FFF2-40B4-BE49-F238E27FC236}">
                      <a16:creationId xmlns:a16="http://schemas.microsoft.com/office/drawing/2014/main" id="{D46638E7-FD3C-0FD0-DEEF-CF39ABDA3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93707" y="2918446"/>
                  <a:ext cx="172903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0" name="Google Shape;223;p19">
                  <a:extLst>
                    <a:ext uri="{FF2B5EF4-FFF2-40B4-BE49-F238E27FC236}">
                      <a16:creationId xmlns:a16="http://schemas.microsoft.com/office/drawing/2014/main" id="{9922E445-C724-F49E-4F5F-86D189C02172}"/>
                    </a:ext>
                  </a:extLst>
                </p:cNvPr>
                <p:cNvCxnSpPr/>
                <p:nvPr/>
              </p:nvCxnSpPr>
              <p:spPr>
                <a:xfrm>
                  <a:off x="8505357" y="2858101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1" name="Google Shape;224;p19">
                  <a:extLst>
                    <a:ext uri="{FF2B5EF4-FFF2-40B4-BE49-F238E27FC236}">
                      <a16:creationId xmlns:a16="http://schemas.microsoft.com/office/drawing/2014/main" id="{C28801EA-69CB-8FAB-0339-E23A1B3C5E82}"/>
                    </a:ext>
                  </a:extLst>
                </p:cNvPr>
                <p:cNvCxnSpPr/>
                <p:nvPr/>
              </p:nvCxnSpPr>
              <p:spPr>
                <a:xfrm>
                  <a:off x="8589500" y="2858101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2" name="Google Shape;225;p19">
                  <a:extLst>
                    <a:ext uri="{FF2B5EF4-FFF2-40B4-BE49-F238E27FC236}">
                      <a16:creationId xmlns:a16="http://schemas.microsoft.com/office/drawing/2014/main" id="{A44829B4-5FF8-DC62-9004-788E74967D33}"/>
                    </a:ext>
                  </a:extLst>
                </p:cNvPr>
                <p:cNvCxnSpPr/>
                <p:nvPr/>
              </p:nvCxnSpPr>
              <p:spPr>
                <a:xfrm>
                  <a:off x="8509565" y="3120677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3" name="Google Shape;226;p19">
                  <a:extLst>
                    <a:ext uri="{FF2B5EF4-FFF2-40B4-BE49-F238E27FC236}">
                      <a16:creationId xmlns:a16="http://schemas.microsoft.com/office/drawing/2014/main" id="{B63998EE-E36E-5496-F70B-492AC81E28D5}"/>
                    </a:ext>
                  </a:extLst>
                </p:cNvPr>
                <p:cNvCxnSpPr/>
                <p:nvPr/>
              </p:nvCxnSpPr>
              <p:spPr>
                <a:xfrm>
                  <a:off x="8593707" y="3120677"/>
                  <a:ext cx="0" cy="159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4" name="Google Shape;229;p19">
                  <a:extLst>
                    <a:ext uri="{FF2B5EF4-FFF2-40B4-BE49-F238E27FC236}">
                      <a16:creationId xmlns:a16="http://schemas.microsoft.com/office/drawing/2014/main" id="{6280B0E5-03F9-20A9-2597-FB5D3F8EE319}"/>
                    </a:ext>
                  </a:extLst>
                </p:cNvPr>
                <p:cNvCxnSpPr/>
                <p:nvPr/>
              </p:nvCxnSpPr>
              <p:spPr>
                <a:xfrm>
                  <a:off x="9112479" y="2922165"/>
                  <a:ext cx="208000" cy="270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5" name="Google Shape;230;p19">
                  <a:extLst>
                    <a:ext uri="{FF2B5EF4-FFF2-40B4-BE49-F238E27FC236}">
                      <a16:creationId xmlns:a16="http://schemas.microsoft.com/office/drawing/2014/main" id="{22179369-F69A-AB9F-59FE-E0D1E596E9EA}"/>
                    </a:ext>
                  </a:extLst>
                </p:cNvPr>
                <p:cNvCxnSpPr/>
                <p:nvPr/>
              </p:nvCxnSpPr>
              <p:spPr>
                <a:xfrm>
                  <a:off x="8760797" y="2922165"/>
                  <a:ext cx="190400" cy="270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6" name="Google Shape;235;p19">
                  <a:extLst>
                    <a:ext uri="{FF2B5EF4-FFF2-40B4-BE49-F238E27FC236}">
                      <a16:creationId xmlns:a16="http://schemas.microsoft.com/office/drawing/2014/main" id="{1A6DC9CC-A1B0-7572-EC24-01C28F71648D}"/>
                    </a:ext>
                  </a:extLst>
                </p:cNvPr>
                <p:cNvCxnSpPr/>
                <p:nvPr/>
              </p:nvCxnSpPr>
              <p:spPr>
                <a:xfrm>
                  <a:off x="9568327" y="2858219"/>
                  <a:ext cx="0" cy="159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7" name="Google Shape;236;p19">
                  <a:extLst>
                    <a:ext uri="{FF2B5EF4-FFF2-40B4-BE49-F238E27FC236}">
                      <a16:creationId xmlns:a16="http://schemas.microsoft.com/office/drawing/2014/main" id="{27037CAC-EA68-2C68-4D3D-07777FD1EA2F}"/>
                    </a:ext>
                  </a:extLst>
                </p:cNvPr>
                <p:cNvCxnSpPr/>
                <p:nvPr/>
              </p:nvCxnSpPr>
              <p:spPr>
                <a:xfrm>
                  <a:off x="9580948" y="3118663"/>
                  <a:ext cx="0" cy="159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8" name="Google Shape;240;p19">
                  <a:extLst>
                    <a:ext uri="{FF2B5EF4-FFF2-40B4-BE49-F238E27FC236}">
                      <a16:creationId xmlns:a16="http://schemas.microsoft.com/office/drawing/2014/main" id="{AA1217C4-854B-9007-1EEC-254DAB049CD2}"/>
                    </a:ext>
                  </a:extLst>
                </p:cNvPr>
                <p:cNvCxnSpPr/>
                <p:nvPr/>
              </p:nvCxnSpPr>
              <p:spPr>
                <a:xfrm flipH="1">
                  <a:off x="8760509" y="2922283"/>
                  <a:ext cx="188000" cy="273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9" name="Google Shape;241;p19">
                  <a:extLst>
                    <a:ext uri="{FF2B5EF4-FFF2-40B4-BE49-F238E27FC236}">
                      <a16:creationId xmlns:a16="http://schemas.microsoft.com/office/drawing/2014/main" id="{79D93ECC-8FD0-2CD3-94EC-6217F54930D3}"/>
                    </a:ext>
                  </a:extLst>
                </p:cNvPr>
                <p:cNvCxnSpPr/>
                <p:nvPr/>
              </p:nvCxnSpPr>
              <p:spPr>
                <a:xfrm flipH="1">
                  <a:off x="9111207" y="2922283"/>
                  <a:ext cx="208800" cy="276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0" name="Google Shape;220;p19">
                  <a:extLst>
                    <a:ext uri="{FF2B5EF4-FFF2-40B4-BE49-F238E27FC236}">
                      <a16:creationId xmlns:a16="http://schemas.microsoft.com/office/drawing/2014/main" id="{054129AC-E77E-E797-8F7D-8AAA798CC9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93707" y="3188328"/>
                  <a:ext cx="185596" cy="383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1" name="Google Shape;220;p19">
                  <a:extLst>
                    <a:ext uri="{FF2B5EF4-FFF2-40B4-BE49-F238E27FC236}">
                      <a16:creationId xmlns:a16="http://schemas.microsoft.com/office/drawing/2014/main" id="{D4BF2A85-5C13-E21E-B741-9766048EB7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6095" y="3188103"/>
                  <a:ext cx="193107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2" name="Google Shape;220;p19">
                  <a:extLst>
                    <a:ext uri="{FF2B5EF4-FFF2-40B4-BE49-F238E27FC236}">
                      <a16:creationId xmlns:a16="http://schemas.microsoft.com/office/drawing/2014/main" id="{4919EBBC-9E94-5A8E-B194-707296355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34027" y="2931145"/>
                  <a:ext cx="194733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3" name="Google Shape;220;p19">
                  <a:extLst>
                    <a:ext uri="{FF2B5EF4-FFF2-40B4-BE49-F238E27FC236}">
                      <a16:creationId xmlns:a16="http://schemas.microsoft.com/office/drawing/2014/main" id="{F1ADBB3E-4E3D-1F07-3185-BCDE0D611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17289" y="3190246"/>
                  <a:ext cx="16821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4" name="Google Shape;220;p19">
                  <a:extLst>
                    <a:ext uri="{FF2B5EF4-FFF2-40B4-BE49-F238E27FC236}">
                      <a16:creationId xmlns:a16="http://schemas.microsoft.com/office/drawing/2014/main" id="{04316168-B496-BCC7-1682-F6ED6BD091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8742" y="2920818"/>
                  <a:ext cx="168212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5" name="Google Shape;176;p19">
                  <a:extLst>
                    <a:ext uri="{FF2B5EF4-FFF2-40B4-BE49-F238E27FC236}">
                      <a16:creationId xmlns:a16="http://schemas.microsoft.com/office/drawing/2014/main" id="{3DD00B00-9B6C-1474-5210-7AA69184C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34887" y="1739406"/>
                  <a:ext cx="180135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406" name="Google Shape;271;p19">
                  <a:extLst>
                    <a:ext uri="{FF2B5EF4-FFF2-40B4-BE49-F238E27FC236}">
                      <a16:creationId xmlns:a16="http://schemas.microsoft.com/office/drawing/2014/main" id="{3805A0A4-9952-4011-3B12-5CFA5D17F860}"/>
                    </a:ext>
                  </a:extLst>
                </p:cNvPr>
                <p:cNvSpPr/>
                <p:nvPr/>
              </p:nvSpPr>
              <p:spPr>
                <a:xfrm>
                  <a:off x="4402616" y="1684463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sp>
              <p:nvSpPr>
                <p:cNvPr id="407" name="Google Shape;272;p19">
                  <a:extLst>
                    <a:ext uri="{FF2B5EF4-FFF2-40B4-BE49-F238E27FC236}">
                      <a16:creationId xmlns:a16="http://schemas.microsoft.com/office/drawing/2014/main" id="{7AF1BA2E-3296-0017-FBFB-5391E56353D7}"/>
                    </a:ext>
                  </a:extLst>
                </p:cNvPr>
                <p:cNvSpPr/>
                <p:nvPr/>
              </p:nvSpPr>
              <p:spPr>
                <a:xfrm>
                  <a:off x="6067504" y="1677690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sp>
              <p:nvSpPr>
                <p:cNvPr id="408" name="Google Shape;272;p19">
                  <a:extLst>
                    <a:ext uri="{FF2B5EF4-FFF2-40B4-BE49-F238E27FC236}">
                      <a16:creationId xmlns:a16="http://schemas.microsoft.com/office/drawing/2014/main" id="{770B7C4E-ABE3-CA82-2BF5-1F87F8BF9ABE}"/>
                    </a:ext>
                  </a:extLst>
                </p:cNvPr>
                <p:cNvSpPr/>
                <p:nvPr/>
              </p:nvSpPr>
              <p:spPr>
                <a:xfrm>
                  <a:off x="6460357" y="1674303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sp>
              <p:nvSpPr>
                <p:cNvPr id="409" name="Google Shape;272;p19">
                  <a:extLst>
                    <a:ext uri="{FF2B5EF4-FFF2-40B4-BE49-F238E27FC236}">
                      <a16:creationId xmlns:a16="http://schemas.microsoft.com/office/drawing/2014/main" id="{27877B52-7F1F-26B3-9845-D8EE6BBA725C}"/>
                    </a:ext>
                  </a:extLst>
                </p:cNvPr>
                <p:cNvSpPr/>
                <p:nvPr/>
              </p:nvSpPr>
              <p:spPr>
                <a:xfrm>
                  <a:off x="6849824" y="1670917"/>
                  <a:ext cx="128000" cy="1212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200"/>
                </a:p>
              </p:txBody>
            </p:sp>
            <p:cxnSp>
              <p:nvCxnSpPr>
                <p:cNvPr id="410" name="Google Shape;194;p19">
                  <a:extLst>
                    <a:ext uri="{FF2B5EF4-FFF2-40B4-BE49-F238E27FC236}">
                      <a16:creationId xmlns:a16="http://schemas.microsoft.com/office/drawing/2014/main" id="{7335F319-E18A-EB5B-5C30-59DE4CA71429}"/>
                    </a:ext>
                  </a:extLst>
                </p:cNvPr>
                <p:cNvCxnSpPr/>
                <p:nvPr/>
              </p:nvCxnSpPr>
              <p:spPr>
                <a:xfrm rot="10800000" flipH="1">
                  <a:off x="845009" y="3513965"/>
                  <a:ext cx="292559" cy="325823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accent5">
                      <a:lumMod val="75000"/>
                    </a:schemeClr>
                  </a:solidFill>
                  <a:prstDash val="solid"/>
                  <a:miter lim="800000"/>
                  <a:headEnd type="none" w="sm" len="sm"/>
                  <a:tailEnd type="stealth" w="med" len="med"/>
                </a:ln>
              </p:spPr>
            </p:cxnSp>
            <p:sp>
              <p:nvSpPr>
                <p:cNvPr id="412" name="TextBox 173">
                  <a:extLst>
                    <a:ext uri="{FF2B5EF4-FFF2-40B4-BE49-F238E27FC236}">
                      <a16:creationId xmlns:a16="http://schemas.microsoft.com/office/drawing/2014/main" id="{D4A54516-1CA6-2FA2-EB7A-AD3922815891}"/>
                    </a:ext>
                  </a:extLst>
                </p:cNvPr>
                <p:cNvSpPr txBox="1"/>
                <p:nvPr/>
              </p:nvSpPr>
              <p:spPr>
                <a:xfrm>
                  <a:off x="10511136" y="1887399"/>
                  <a:ext cx="772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i="1"/>
                    <a:t>250A</a:t>
                  </a:r>
                </a:p>
              </p:txBody>
            </p:sp>
            <p:sp>
              <p:nvSpPr>
                <p:cNvPr id="413" name="Google Shape;324;p19">
                  <a:extLst>
                    <a:ext uri="{FF2B5EF4-FFF2-40B4-BE49-F238E27FC236}">
                      <a16:creationId xmlns:a16="http://schemas.microsoft.com/office/drawing/2014/main" id="{296A9130-BC74-CE70-9A4F-965332A53697}"/>
                    </a:ext>
                  </a:extLst>
                </p:cNvPr>
                <p:cNvSpPr txBox="1"/>
                <p:nvPr/>
              </p:nvSpPr>
              <p:spPr>
                <a:xfrm>
                  <a:off x="2258314" y="4934188"/>
                  <a:ext cx="1188229" cy="544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121900" rIns="121900" bIns="121900" anchor="t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Calibri"/>
                      <a:ea typeface="Calibri"/>
                      <a:cs typeface="Calibri"/>
                      <a:sym typeface="Calibri"/>
                    </a:rPr>
                    <a:t>UART</a:t>
                  </a:r>
                </a:p>
              </p:txBody>
            </p:sp>
            <p:cxnSp>
              <p:nvCxnSpPr>
                <p:cNvPr id="414" name="Google Shape;331;p19">
                  <a:extLst>
                    <a:ext uri="{FF2B5EF4-FFF2-40B4-BE49-F238E27FC236}">
                      <a16:creationId xmlns:a16="http://schemas.microsoft.com/office/drawing/2014/main" id="{400F5167-345F-2B20-37E8-AFBA6D26D0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94029" y="4383901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15" name="Google Shape;331;p19">
                  <a:extLst>
                    <a:ext uri="{FF2B5EF4-FFF2-40B4-BE49-F238E27FC236}">
                      <a16:creationId xmlns:a16="http://schemas.microsoft.com/office/drawing/2014/main" id="{C41C5989-0FE8-0845-DF10-C959F3E2D2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64349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16" name="Google Shape;331;p19">
                  <a:extLst>
                    <a:ext uri="{FF2B5EF4-FFF2-40B4-BE49-F238E27FC236}">
                      <a16:creationId xmlns:a16="http://schemas.microsoft.com/office/drawing/2014/main" id="{61D4628D-1F0F-01C8-16D7-256A958299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69248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17" name="Google Shape;331;p19">
                  <a:extLst>
                    <a:ext uri="{FF2B5EF4-FFF2-40B4-BE49-F238E27FC236}">
                      <a16:creationId xmlns:a16="http://schemas.microsoft.com/office/drawing/2014/main" id="{CFF2A4EF-7C74-3559-C571-DCBCD3835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54362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18" name="Google Shape;331;p19">
                  <a:extLst>
                    <a:ext uri="{FF2B5EF4-FFF2-40B4-BE49-F238E27FC236}">
                      <a16:creationId xmlns:a16="http://schemas.microsoft.com/office/drawing/2014/main" id="{1251C620-CA95-ADBE-AE63-62645F982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26843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19" name="Google Shape;331;p19">
                  <a:extLst>
                    <a:ext uri="{FF2B5EF4-FFF2-40B4-BE49-F238E27FC236}">
                      <a16:creationId xmlns:a16="http://schemas.microsoft.com/office/drawing/2014/main" id="{AB801B2C-B6F0-F54A-356B-DC341C3DCF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1632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20" name="Google Shape;331;p19">
                  <a:extLst>
                    <a:ext uri="{FF2B5EF4-FFF2-40B4-BE49-F238E27FC236}">
                      <a16:creationId xmlns:a16="http://schemas.microsoft.com/office/drawing/2014/main" id="{3BA9ADF2-0B4E-CD56-EC8A-864A4B1358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16633" y="2368715"/>
                  <a:ext cx="2193" cy="24033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D0D0D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421" name="Google Shape;170;p19">
                  <a:extLst>
                    <a:ext uri="{FF2B5EF4-FFF2-40B4-BE49-F238E27FC236}">
                      <a16:creationId xmlns:a16="http://schemas.microsoft.com/office/drawing/2014/main" id="{F6E106E1-C2A5-764E-AB83-2A02FE777A7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10495138" y="1576530"/>
                  <a:ext cx="633506" cy="309159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C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sp>
              <p:nvSpPr>
                <p:cNvPr id="422" name="TextBox 183">
                  <a:extLst>
                    <a:ext uri="{FF2B5EF4-FFF2-40B4-BE49-F238E27FC236}">
                      <a16:creationId xmlns:a16="http://schemas.microsoft.com/office/drawing/2014/main" id="{D88C80C8-D2DA-8B8F-7792-52F364D55921}"/>
                    </a:ext>
                  </a:extLst>
                </p:cNvPr>
                <p:cNvSpPr txBox="1"/>
                <p:nvPr/>
              </p:nvSpPr>
              <p:spPr>
                <a:xfrm>
                  <a:off x="4090524" y="1919001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sp>
              <p:nvSpPr>
                <p:cNvPr id="423" name="TextBox 184">
                  <a:extLst>
                    <a:ext uri="{FF2B5EF4-FFF2-40B4-BE49-F238E27FC236}">
                      <a16:creationId xmlns:a16="http://schemas.microsoft.com/office/drawing/2014/main" id="{47001153-69AE-089A-5FB9-1EF2BD086590}"/>
                    </a:ext>
                  </a:extLst>
                </p:cNvPr>
                <p:cNvSpPr txBox="1"/>
                <p:nvPr/>
              </p:nvSpPr>
              <p:spPr>
                <a:xfrm>
                  <a:off x="4493196" y="1931002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sp>
              <p:nvSpPr>
                <p:cNvPr id="424" name="TextBox 185">
                  <a:extLst>
                    <a:ext uri="{FF2B5EF4-FFF2-40B4-BE49-F238E27FC236}">
                      <a16:creationId xmlns:a16="http://schemas.microsoft.com/office/drawing/2014/main" id="{559B0BAC-EED9-6CC4-5E76-8E2643CAE85A}"/>
                    </a:ext>
                  </a:extLst>
                </p:cNvPr>
                <p:cNvSpPr txBox="1"/>
                <p:nvPr/>
              </p:nvSpPr>
              <p:spPr>
                <a:xfrm>
                  <a:off x="5785093" y="1931214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sp>
              <p:nvSpPr>
                <p:cNvPr id="425" name="TextBox 186">
                  <a:extLst>
                    <a:ext uri="{FF2B5EF4-FFF2-40B4-BE49-F238E27FC236}">
                      <a16:creationId xmlns:a16="http://schemas.microsoft.com/office/drawing/2014/main" id="{3AC5112D-EB60-24A6-58FE-5FCBEF612897}"/>
                    </a:ext>
                  </a:extLst>
                </p:cNvPr>
                <p:cNvSpPr txBox="1"/>
                <p:nvPr/>
              </p:nvSpPr>
              <p:spPr>
                <a:xfrm>
                  <a:off x="6187765" y="1943215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sp>
              <p:nvSpPr>
                <p:cNvPr id="426" name="TextBox 187">
                  <a:extLst>
                    <a:ext uri="{FF2B5EF4-FFF2-40B4-BE49-F238E27FC236}">
                      <a16:creationId xmlns:a16="http://schemas.microsoft.com/office/drawing/2014/main" id="{A7DAC496-CF7C-EE59-8506-2EA7C85BC01C}"/>
                    </a:ext>
                  </a:extLst>
                </p:cNvPr>
                <p:cNvSpPr txBox="1"/>
                <p:nvPr/>
              </p:nvSpPr>
              <p:spPr>
                <a:xfrm>
                  <a:off x="4907251" y="1930402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sp>
              <p:nvSpPr>
                <p:cNvPr id="427" name="TextBox 188">
                  <a:extLst>
                    <a:ext uri="{FF2B5EF4-FFF2-40B4-BE49-F238E27FC236}">
                      <a16:creationId xmlns:a16="http://schemas.microsoft.com/office/drawing/2014/main" id="{8C526A2A-455F-F1DC-BB0F-4634E094933A}"/>
                    </a:ext>
                  </a:extLst>
                </p:cNvPr>
                <p:cNvSpPr txBox="1"/>
                <p:nvPr/>
              </p:nvSpPr>
              <p:spPr>
                <a:xfrm>
                  <a:off x="6582828" y="1911615"/>
                  <a:ext cx="4280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100" b="1"/>
                    <a:t>1A</a:t>
                  </a:r>
                </a:p>
              </p:txBody>
            </p:sp>
            <p:pic>
              <p:nvPicPr>
                <p:cNvPr id="6" name="Picture 6">
                  <a:extLst>
                    <a:ext uri="{FF2B5EF4-FFF2-40B4-BE49-F238E27FC236}">
                      <a16:creationId xmlns:a16="http://schemas.microsoft.com/office/drawing/2014/main" id="{4AA55983-7403-6E49-CA57-CABDEF068B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53672" y="1494558"/>
                  <a:ext cx="1265383" cy="474519"/>
                </a:xfrm>
                <a:prstGeom prst="rect">
                  <a:avLst/>
                </a:prstGeom>
              </p:spPr>
            </p:pic>
            <p:pic>
              <p:nvPicPr>
                <p:cNvPr id="196" name="Picture 6">
                  <a:extLst>
                    <a:ext uri="{FF2B5EF4-FFF2-40B4-BE49-F238E27FC236}">
                      <a16:creationId xmlns:a16="http://schemas.microsoft.com/office/drawing/2014/main" id="{88B95BEC-9154-9165-EB28-429E0AF8B0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6200000">
                  <a:off x="556490" y="2787647"/>
                  <a:ext cx="872838" cy="312884"/>
                </a:xfrm>
                <a:prstGeom prst="rect">
                  <a:avLst/>
                </a:prstGeom>
              </p:spPr>
            </p:pic>
            <p:pic>
              <p:nvPicPr>
                <p:cNvPr id="197" name="Picture 6">
                  <a:extLst>
                    <a:ext uri="{FF2B5EF4-FFF2-40B4-BE49-F238E27FC236}">
                      <a16:creationId xmlns:a16="http://schemas.microsoft.com/office/drawing/2014/main" id="{0A98AD7C-D403-F44F-71F4-9C71C33A72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6200000">
                  <a:off x="544945" y="3561192"/>
                  <a:ext cx="872838" cy="312884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02" name="Google Shape;1675;p36">
            <a:extLst>
              <a:ext uri="{FF2B5EF4-FFF2-40B4-BE49-F238E27FC236}">
                <a16:creationId xmlns:a16="http://schemas.microsoft.com/office/drawing/2014/main" id="{1867964F-3818-4AEF-8CAC-5439ECBA792C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Safety Features - BMS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203" name="Google Shape;1676;p36">
            <a:extLst>
              <a:ext uri="{FF2B5EF4-FFF2-40B4-BE49-F238E27FC236}">
                <a16:creationId xmlns:a16="http://schemas.microsoft.com/office/drawing/2014/main" id="{7FC2292D-C47A-40B7-B9B8-0780178A2F9D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204" name="Google Shape;1677;p36">
            <a:extLst>
              <a:ext uri="{FF2B5EF4-FFF2-40B4-BE49-F238E27FC236}">
                <a16:creationId xmlns:a16="http://schemas.microsoft.com/office/drawing/2014/main" id="{F6064D38-778A-4A55-8B6B-4496E60999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83;p14">
            <a:extLst>
              <a:ext uri="{FF2B5EF4-FFF2-40B4-BE49-F238E27FC236}">
                <a16:creationId xmlns:a16="http://schemas.microsoft.com/office/drawing/2014/main" id="{84C6601A-F2A1-4381-A44A-E9AE85309357}"/>
              </a:ext>
            </a:extLst>
          </p:cNvPr>
          <p:cNvSpPr txBox="1"/>
          <p:nvPr/>
        </p:nvSpPr>
        <p:spPr>
          <a:xfrm>
            <a:off x="703849" y="5065018"/>
            <a:ext cx="11069992" cy="1371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"/>
              <a:buChar char="●"/>
            </a:pP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BMS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will protect battery pack from overcharge and </a:t>
            </a:r>
            <a:r>
              <a:rPr lang="en" sz="130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overdischarge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by balancing the cells passively.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Lato"/>
              <a:buChar char="●"/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Extra charge in any cell is balanced by dissipating it through </a:t>
            </a:r>
            <a:r>
              <a:rPr lang="en-US" sz="130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mosfet</a:t>
            </a: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and resistor combination.</a:t>
            </a:r>
            <a:endParaRPr lang="en-US" sz="1300">
              <a:solidFill>
                <a:srgbClr val="595959"/>
              </a:solidFill>
              <a:latin typeface="Lato"/>
              <a:ea typeface="Lato"/>
              <a:cs typeface="Lato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Lato"/>
              <a:buChar char="●"/>
            </a:pP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 Black"/>
              </a:rPr>
              <a:t>Temperature </a:t>
            </a:r>
            <a:r>
              <a:rPr lang="e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is also monitored through a </a:t>
            </a:r>
            <a:r>
              <a:rPr lang="en" sz="1400" b="1">
                <a:solidFill>
                  <a:srgbClr val="01717D"/>
                </a:solidFill>
                <a:latin typeface="Lato"/>
                <a:ea typeface="Lato"/>
                <a:cs typeface="Lato"/>
                <a:sym typeface="Lato"/>
              </a:rPr>
              <a:t>thermistor</a:t>
            </a: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. If any fault occurs the circuit sends signal to shut down the vehicle.</a:t>
            </a:r>
            <a:endParaRPr lang="en-US" sz="1300" b="1">
              <a:solidFill>
                <a:srgbClr val="01717D"/>
              </a:solidFill>
              <a:latin typeface="Lato"/>
              <a:ea typeface="Lato"/>
              <a:cs typeface="Lato"/>
            </a:endParaRPr>
          </a:p>
        </p:txBody>
      </p:sp>
      <p:cxnSp>
        <p:nvCxnSpPr>
          <p:cNvPr id="2" name="Google Shape;266;p19">
            <a:extLst>
              <a:ext uri="{FF2B5EF4-FFF2-40B4-BE49-F238E27FC236}">
                <a16:creationId xmlns:a16="http://schemas.microsoft.com/office/drawing/2014/main" id="{1B0DB558-B7ED-6948-A698-BA86D74E0101}"/>
              </a:ext>
            </a:extLst>
          </p:cNvPr>
          <p:cNvCxnSpPr/>
          <p:nvPr/>
        </p:nvCxnSpPr>
        <p:spPr>
          <a:xfrm flipH="1" flipV="1">
            <a:off x="10884580" y="1532210"/>
            <a:ext cx="163013" cy="2646"/>
          </a:xfrm>
          <a:prstGeom prst="straightConnector1">
            <a:avLst/>
          </a:prstGeom>
          <a:noFill/>
          <a:ln w="15875" cap="flat" cmpd="sng">
            <a:solidFill>
              <a:srgbClr val="0D0D0D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1446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Electronics</a:t>
            </a:r>
          </a:p>
        </p:txBody>
      </p:sp>
      <p:pic>
        <p:nvPicPr>
          <p:cNvPr id="6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533646FC-5E8D-6FB5-B15A-147FC6DA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623" y="3466990"/>
            <a:ext cx="5834332" cy="2619209"/>
          </a:xfrm>
          <a:prstGeom prst="rect">
            <a:avLst/>
          </a:prstGeom>
        </p:spPr>
      </p:pic>
      <p:pic>
        <p:nvPicPr>
          <p:cNvPr id="4" name="Picture 6" descr="Diagram&#10;&#10;Description automatically generated">
            <a:extLst>
              <a:ext uri="{FF2B5EF4-FFF2-40B4-BE49-F238E27FC236}">
                <a16:creationId xmlns:a16="http://schemas.microsoft.com/office/drawing/2014/main" id="{782AA216-0886-1DB8-FA42-C3BD9134F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4" y="1234077"/>
            <a:ext cx="6006859" cy="3539015"/>
          </a:xfrm>
          <a:prstGeom prst="rect">
            <a:avLst/>
          </a:prstGeom>
        </p:spPr>
      </p:pic>
      <p:sp>
        <p:nvSpPr>
          <p:cNvPr id="12" name="Google Shape;1675;p36">
            <a:extLst>
              <a:ext uri="{FF2B5EF4-FFF2-40B4-BE49-F238E27FC236}">
                <a16:creationId xmlns:a16="http://schemas.microsoft.com/office/drawing/2014/main" id="{D7E91FF2-E6B0-4910-84B7-B761F5C23159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Safety Features – Shut Down Circuit 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3" name="Google Shape;1676;p36">
            <a:extLst>
              <a:ext uri="{FF2B5EF4-FFF2-40B4-BE49-F238E27FC236}">
                <a16:creationId xmlns:a16="http://schemas.microsoft.com/office/drawing/2014/main" id="{61BDA3B3-E10E-4D94-91A4-877041F02F85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4" name="Google Shape;1677;p36">
            <a:extLst>
              <a:ext uri="{FF2B5EF4-FFF2-40B4-BE49-F238E27FC236}">
                <a16:creationId xmlns:a16="http://schemas.microsoft.com/office/drawing/2014/main" id="{4B1BAF51-1F32-4181-B139-F766129422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75;p36">
            <a:extLst>
              <a:ext uri="{FF2B5EF4-FFF2-40B4-BE49-F238E27FC236}">
                <a16:creationId xmlns:a16="http://schemas.microsoft.com/office/drawing/2014/main" id="{CC28E32A-6248-47B9-A2BE-472327206C83}"/>
              </a:ext>
            </a:extLst>
          </p:cNvPr>
          <p:cNvSpPr txBox="1"/>
          <p:nvPr/>
        </p:nvSpPr>
        <p:spPr>
          <a:xfrm>
            <a:off x="7632243" y="752451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Safety Features – Pre-Charge Circuit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6" name="Google Shape;1676;p36">
            <a:extLst>
              <a:ext uri="{FF2B5EF4-FFF2-40B4-BE49-F238E27FC236}">
                <a16:creationId xmlns:a16="http://schemas.microsoft.com/office/drawing/2014/main" id="{7CC2A5E0-FCF5-41B0-928C-DC2B172F98C0}"/>
              </a:ext>
            </a:extLst>
          </p:cNvPr>
          <p:cNvSpPr/>
          <p:nvPr/>
        </p:nvSpPr>
        <p:spPr>
          <a:xfrm>
            <a:off x="7433170" y="752451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7" name="Google Shape;1677;p36">
            <a:extLst>
              <a:ext uri="{FF2B5EF4-FFF2-40B4-BE49-F238E27FC236}">
                <a16:creationId xmlns:a16="http://schemas.microsoft.com/office/drawing/2014/main" id="{9E7B1967-D7C1-454D-B0A0-114B838F60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956" t="10435" r="20375" b="11280"/>
          <a:stretch/>
        </p:blipFill>
        <p:spPr>
          <a:xfrm>
            <a:off x="7432315" y="796671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3;p14">
            <a:extLst>
              <a:ext uri="{FF2B5EF4-FFF2-40B4-BE49-F238E27FC236}">
                <a16:creationId xmlns:a16="http://schemas.microsoft.com/office/drawing/2014/main" id="{CC56BD7E-7610-48A1-8565-327D74751D1D}"/>
              </a:ext>
            </a:extLst>
          </p:cNvPr>
          <p:cNvSpPr txBox="1"/>
          <p:nvPr/>
        </p:nvSpPr>
        <p:spPr>
          <a:xfrm>
            <a:off x="149815" y="4721744"/>
            <a:ext cx="6137763" cy="152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In case of any error, the corresponding switch opens the shutdown circuit and the </a:t>
            </a:r>
            <a:r>
              <a:rPr lang="en" sz="1300" b="1">
                <a:solidFill>
                  <a:srgbClr val="01717D"/>
                </a:solidFill>
                <a:ea typeface="+mn-lt"/>
                <a:cs typeface="+mn-lt"/>
              </a:rPr>
              <a:t>AIRs (Accumulator Insulation Relay)</a:t>
            </a: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 disconnect the power supply to ensure safety of the driver and the vehicle</a:t>
            </a:r>
            <a:endParaRPr lang="en-US" sz="1300">
              <a:ea typeface="+mn-lt"/>
              <a:cs typeface="+mn-lt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Lato"/>
              <a:buChar char="●"/>
            </a:pPr>
            <a:endParaRPr lang="en-US" sz="1300">
              <a:solidFill>
                <a:srgbClr val="59595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0" name="Google Shape;83;p14">
            <a:extLst>
              <a:ext uri="{FF2B5EF4-FFF2-40B4-BE49-F238E27FC236}">
                <a16:creationId xmlns:a16="http://schemas.microsoft.com/office/drawing/2014/main" id="{63A09ADC-BEAB-4926-97E0-82B5F7E96B70}"/>
              </a:ext>
            </a:extLst>
          </p:cNvPr>
          <p:cNvSpPr txBox="1"/>
          <p:nvPr/>
        </p:nvSpPr>
        <p:spPr>
          <a:xfrm>
            <a:off x="6533252" y="1503085"/>
            <a:ext cx="5413073" cy="183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600">
                <a:solidFill>
                  <a:srgbClr val="194D54"/>
                </a:solidFill>
                <a:latin typeface="Lato Black"/>
                <a:ea typeface="Lato Black"/>
                <a:cs typeface="Lato Black"/>
                <a:sym typeface="Open Sans ExtraBold"/>
              </a:rPr>
              <a:t>Outcomes:</a:t>
            </a:r>
          </a:p>
          <a:p>
            <a:pPr>
              <a:lnSpc>
                <a:spcPct val="115000"/>
              </a:lnSpc>
            </a:pPr>
            <a:endParaRPr sz="3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608965" indent="-397510">
              <a:lnSpc>
                <a:spcPct val="125000"/>
              </a:lnSpc>
              <a:buClr>
                <a:srgbClr val="595959"/>
              </a:buClr>
              <a:buSzPts val="1100"/>
              <a:buFont typeface="Open Sans,Sans-Serif"/>
              <a:buChar char="●"/>
            </a:pP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Provides a resistive path through the </a:t>
            </a:r>
            <a:r>
              <a:rPr lang="en" sz="1300" b="1">
                <a:solidFill>
                  <a:srgbClr val="01717D"/>
                </a:solidFill>
                <a:ea typeface="+mn-lt"/>
                <a:cs typeface="+mn-lt"/>
              </a:rPr>
              <a:t>pre-charge relay </a:t>
            </a:r>
            <a:r>
              <a:rPr lang="en" sz="1300">
                <a:solidFill>
                  <a:srgbClr val="595959"/>
                </a:solidFill>
                <a:ea typeface="+mn-lt"/>
                <a:cs typeface="+mn-lt"/>
              </a:rPr>
              <a:t>till the voltage builds up across the motor</a:t>
            </a:r>
            <a:endParaRPr lang="en-US" sz="1300">
              <a:ea typeface="+mn-lt"/>
              <a:cs typeface="+mn-lt"/>
            </a:endParaRPr>
          </a:p>
          <a:p>
            <a:pPr marL="608965" indent="-397510">
              <a:lnSpc>
                <a:spcPct val="125000"/>
              </a:lnSpc>
              <a:buSzPts val="1100"/>
              <a:buFont typeface="Lato,Sans-Serif"/>
              <a:buChar char="●"/>
            </a:pPr>
            <a:r>
              <a:rPr lang="en-US" sz="1300">
                <a:solidFill>
                  <a:srgbClr val="595959"/>
                </a:solidFill>
                <a:ea typeface="+mn-lt"/>
                <a:cs typeface="+mn-lt"/>
              </a:rPr>
              <a:t>Once the voltage is in safe margin (90% or more), the pre-charge relay opens and </a:t>
            </a:r>
            <a:r>
              <a:rPr lang="en" sz="1300" b="1">
                <a:solidFill>
                  <a:srgbClr val="01717D"/>
                </a:solidFill>
                <a:ea typeface="+mn-lt"/>
                <a:cs typeface="+mn-lt"/>
              </a:rPr>
              <a:t>AIR1</a:t>
            </a:r>
            <a:r>
              <a:rPr lang="en-US" sz="1300">
                <a:solidFill>
                  <a:srgbClr val="595959"/>
                </a:solidFill>
                <a:ea typeface="+mn-lt"/>
                <a:cs typeface="+mn-lt"/>
              </a:rPr>
              <a:t> is closed to provide low resistance path to minimize power loss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04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Electronics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E8D99-DE21-4DD3-AA56-F84EEE45918C}"/>
              </a:ext>
            </a:extLst>
          </p:cNvPr>
          <p:cNvSpPr/>
          <p:nvPr/>
        </p:nvSpPr>
        <p:spPr>
          <a:xfrm>
            <a:off x="261240" y="1867945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Regen Torque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BDC88-E74B-4A71-991D-24360CD254A5}"/>
              </a:ext>
            </a:extLst>
          </p:cNvPr>
          <p:cNvSpPr/>
          <p:nvPr/>
        </p:nvSpPr>
        <p:spPr>
          <a:xfrm>
            <a:off x="261240" y="3154575"/>
            <a:ext cx="173705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Motor RPM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CEB8C-9EAA-4671-92BE-80127DC8F056}"/>
              </a:ext>
            </a:extLst>
          </p:cNvPr>
          <p:cNvSpPr/>
          <p:nvPr/>
        </p:nvSpPr>
        <p:spPr>
          <a:xfrm>
            <a:off x="2353897" y="2514275"/>
            <a:ext cx="1383252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Generator Efficiency</a:t>
            </a:r>
          </a:p>
        </p:txBody>
      </p:sp>
      <p:sp>
        <p:nvSpPr>
          <p:cNvPr id="11" name="Google Shape;1675;p36">
            <a:extLst>
              <a:ext uri="{FF2B5EF4-FFF2-40B4-BE49-F238E27FC236}">
                <a16:creationId xmlns:a16="http://schemas.microsoft.com/office/drawing/2014/main" id="{191CD5F2-F871-4E6E-A2E7-B3D0394280C9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Regenerative Braking System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2" name="Google Shape;1676;p36">
            <a:extLst>
              <a:ext uri="{FF2B5EF4-FFF2-40B4-BE49-F238E27FC236}">
                <a16:creationId xmlns:a16="http://schemas.microsoft.com/office/drawing/2014/main" id="{374FE8D6-7222-452C-8516-45BBD97ABD43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3" name="Google Shape;1677;p36">
            <a:extLst>
              <a:ext uri="{FF2B5EF4-FFF2-40B4-BE49-F238E27FC236}">
                <a16:creationId xmlns:a16="http://schemas.microsoft.com/office/drawing/2014/main" id="{3B0E04A7-5BA4-415B-B15E-EE2DB90F23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B45583-97E6-45ED-83D9-ADA13366CBD9}"/>
              </a:ext>
            </a:extLst>
          </p:cNvPr>
          <p:cNvSpPr/>
          <p:nvPr/>
        </p:nvSpPr>
        <p:spPr>
          <a:xfrm>
            <a:off x="4299156" y="2507727"/>
            <a:ext cx="1383796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Regenerated Power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1E9E67-DA2E-455B-BA0E-A3F163B381F7}"/>
              </a:ext>
            </a:extLst>
          </p:cNvPr>
          <p:cNvSpPr/>
          <p:nvPr/>
        </p:nvSpPr>
        <p:spPr>
          <a:xfrm>
            <a:off x="6244959" y="2515065"/>
            <a:ext cx="889300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Ballast Circuit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04325A-B119-4596-95A6-9E8E7AFD1C30}"/>
              </a:ext>
            </a:extLst>
          </p:cNvPr>
          <p:cNvSpPr/>
          <p:nvPr/>
        </p:nvSpPr>
        <p:spPr>
          <a:xfrm>
            <a:off x="7696266" y="2514275"/>
            <a:ext cx="874566" cy="646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Battery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843B9867-8000-4EDE-91BE-DF22E21869BA}"/>
              </a:ext>
            </a:extLst>
          </p:cNvPr>
          <p:cNvCxnSpPr>
            <a:stCxn id="6" idx="2"/>
            <a:endCxn id="8" idx="1"/>
          </p:cNvCxnSpPr>
          <p:nvPr/>
        </p:nvCxnSpPr>
        <p:spPr>
          <a:xfrm rot="16200000" flipH="1">
            <a:off x="1580249" y="2063791"/>
            <a:ext cx="323165" cy="122413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6FAD7011-51ED-4805-AB1F-B605213F956D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1583264" y="2383942"/>
            <a:ext cx="317135" cy="122413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923172-E99D-4D7A-8D03-15B6BDBFD5EE}"/>
              </a:ext>
            </a:extLst>
          </p:cNvPr>
          <p:cNvCxnSpPr>
            <a:endCxn id="14" idx="1"/>
          </p:cNvCxnSpPr>
          <p:nvPr/>
        </p:nvCxnSpPr>
        <p:spPr>
          <a:xfrm flipV="1">
            <a:off x="3737149" y="2830892"/>
            <a:ext cx="562007" cy="65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2EF05E-158D-4834-884A-D7148312359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5682952" y="2830892"/>
            <a:ext cx="562007" cy="73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0AE883-9E79-4E29-9A92-ABB77B367396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7134259" y="2837440"/>
            <a:ext cx="562007" cy="7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B638AD1-10AD-4B04-8C68-8A0580ACB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62652"/>
              </p:ext>
            </p:extLst>
          </p:nvPr>
        </p:nvGraphicFramePr>
        <p:xfrm>
          <a:off x="9061873" y="2248747"/>
          <a:ext cx="2795291" cy="1810619"/>
        </p:xfrm>
        <a:graphic>
          <a:graphicData uri="http://schemas.openxmlformats.org/drawingml/2006/table">
            <a:tbl>
              <a:tblPr/>
              <a:tblGrid>
                <a:gridCol w="1969410">
                  <a:extLst>
                    <a:ext uri="{9D8B030D-6E8A-4147-A177-3AD203B41FA5}">
                      <a16:colId xmlns:a16="http://schemas.microsoft.com/office/drawing/2014/main" val="3436785782"/>
                    </a:ext>
                  </a:extLst>
                </a:gridCol>
                <a:gridCol w="825881">
                  <a:extLst>
                    <a:ext uri="{9D8B030D-6E8A-4147-A177-3AD203B41FA5}">
                      <a16:colId xmlns:a16="http://schemas.microsoft.com/office/drawing/2014/main" val="1555678270"/>
                    </a:ext>
                  </a:extLst>
                </a:gridCol>
              </a:tblGrid>
              <a:tr h="28683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Specifications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714786"/>
                  </a:ext>
                </a:extLst>
              </a:tr>
              <a:tr h="26890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Peak Regen Torque 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2.4 Nm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214620"/>
                  </a:ext>
                </a:extLst>
              </a:tr>
              <a:tr h="4481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Peak Regen Current (Ballast Circuit)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40 A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385311"/>
                  </a:ext>
                </a:extLst>
              </a:tr>
              <a:tr h="26890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SOC Strategy*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0.75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58080"/>
                  </a:ext>
                </a:extLst>
              </a:tr>
              <a:tr h="26890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Regenerative Energy (</a:t>
                      </a:r>
                      <a:r>
                        <a:rPr lang="en-US" sz="1000" b="1" i="0" u="none" strike="noStrike" err="1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Wh</a:t>
                      </a: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)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74E13"/>
                          </a:solidFill>
                          <a:effectLst/>
                          <a:latin typeface="Lato" panose="020F0502020204030203" pitchFamily="34" charset="0"/>
                        </a:rPr>
                        <a:t>495.4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946124"/>
                  </a:ext>
                </a:extLst>
              </a:tr>
              <a:tr h="26890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0C343D"/>
                          </a:solidFill>
                          <a:effectLst/>
                          <a:latin typeface="Lato" panose="020F0502020204030203" pitchFamily="34" charset="0"/>
                        </a:rPr>
                        <a:t>% Energy Regenerated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274E13"/>
                          </a:solidFill>
                          <a:effectLst/>
                          <a:latin typeface="Lato" panose="020F0502020204030203" pitchFamily="34" charset="0"/>
                        </a:rPr>
                        <a:t>78.6</a:t>
                      </a:r>
                      <a:endParaRPr lang="en-US">
                        <a:effectLst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4910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C82FBC6-0F02-465F-B03A-8CEA827C8241}"/>
              </a:ext>
            </a:extLst>
          </p:cNvPr>
          <p:cNvSpPr txBox="1"/>
          <p:nvPr/>
        </p:nvSpPr>
        <p:spPr>
          <a:xfrm>
            <a:off x="261240" y="4785753"/>
            <a:ext cx="1166951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>
                <a:solidFill>
                  <a:srgbClr val="23656F"/>
                </a:solidFill>
                <a:effectLst/>
                <a:latin typeface="Open Sans" panose="020B0606030504020204" pitchFamily="34" charset="0"/>
              </a:rPr>
              <a:t>Outcomes: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sz="800"/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The maximum Regen Torque &amp; Current have been limited to protect the </a:t>
            </a:r>
            <a:r>
              <a:rPr lang="en-US" sz="1500" b="1" i="0" u="none" strike="noStrike">
                <a:solidFill>
                  <a:srgbClr val="23656F"/>
                </a:solidFill>
                <a:effectLst/>
                <a:latin typeface="Lato" panose="020F0502020204030203" pitchFamily="34" charset="0"/>
              </a:rPr>
              <a:t>Motor</a:t>
            </a: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 &amp; the </a:t>
            </a:r>
            <a:r>
              <a:rPr lang="en-US" sz="1500" b="1" i="0" u="none" strike="noStrike">
                <a:solidFill>
                  <a:srgbClr val="23656F"/>
                </a:solidFill>
                <a:effectLst/>
                <a:latin typeface="Lato" panose="020F0502020204030203" pitchFamily="34" charset="0"/>
              </a:rPr>
              <a:t>Li-ion batteries</a:t>
            </a: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 from damage</a:t>
            </a:r>
            <a:endParaRPr lang="en-US" sz="1500" b="1">
              <a:solidFill>
                <a:srgbClr val="595959"/>
              </a:solidFill>
              <a:latin typeface="Open Sans" panose="020B0606030504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A very conservative </a:t>
            </a:r>
            <a:r>
              <a:rPr lang="en-US" sz="1500" b="1" i="0" u="none" strike="noStrike">
                <a:solidFill>
                  <a:srgbClr val="23656F"/>
                </a:solidFill>
                <a:effectLst/>
                <a:latin typeface="Lato" panose="020F0502020204030203" pitchFamily="34" charset="0"/>
              </a:rPr>
              <a:t>SOC Strategy</a:t>
            </a: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 of </a:t>
            </a:r>
            <a:r>
              <a:rPr lang="en-US" sz="1500" b="1" i="0" u="none" strike="noStrike">
                <a:solidFill>
                  <a:srgbClr val="23656F"/>
                </a:solidFill>
                <a:effectLst/>
                <a:latin typeface="Lato" panose="020F0502020204030203" pitchFamily="34" charset="0"/>
              </a:rPr>
              <a:t>0.75</a:t>
            </a: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 has been adopted to prevent the batteries to charge when the SOC is too high or too low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>
                <a:solidFill>
                  <a:srgbClr val="595959"/>
                </a:solidFill>
                <a:effectLst/>
                <a:latin typeface="Lato" panose="020F0502020204030203" pitchFamily="34" charset="0"/>
              </a:rPr>
              <a:t>Using the specified configuration of Regenerative Braking system, we can reduce the required battery size by </a:t>
            </a:r>
            <a:r>
              <a:rPr lang="en-US" sz="1500" b="1">
                <a:solidFill>
                  <a:srgbClr val="23656F"/>
                </a:solidFill>
                <a:latin typeface="Lato" panose="020F0502020204030203" pitchFamily="34" charset="0"/>
              </a:rPr>
              <a:t>1.82</a:t>
            </a:r>
            <a:r>
              <a:rPr lang="en-US" sz="1500" b="1" i="0" u="none" strike="noStrike">
                <a:solidFill>
                  <a:srgbClr val="23656F"/>
                </a:solidFill>
                <a:effectLst/>
                <a:latin typeface="Lato" panose="020F0502020204030203" pitchFamily="34" charset="0"/>
              </a:rPr>
              <a:t> kWh (78.6%)</a:t>
            </a:r>
            <a:endParaRPr lang="en-US" sz="1500" b="1" i="0" u="none" strike="noStrike">
              <a:solidFill>
                <a:srgbClr val="595959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55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Suspensions &amp; Braking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981273-0EDE-4546-8E12-8D1E5F7C4216}"/>
              </a:ext>
            </a:extLst>
          </p:cNvPr>
          <p:cNvSpPr/>
          <p:nvPr/>
        </p:nvSpPr>
        <p:spPr>
          <a:xfrm>
            <a:off x="3064300" y="3262409"/>
            <a:ext cx="1025214" cy="10718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endParaRPr lang="en-IN" sz="1200" b="1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endParaRPr lang="en-IN" sz="1200" b="1">
              <a:solidFill>
                <a:schemeClr val="tx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endParaRPr lang="en-IN" sz="1200" b="1">
              <a:solidFill>
                <a:schemeClr val="tx1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ctr"/>
            <a:r>
              <a:rPr lang="en-IN" sz="1200" b="1">
                <a:solidFill>
                  <a:schemeClr val="tx1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Longitudinal Driver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E95F3B-4D42-488D-A009-F0FACFA4E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702" y="3341357"/>
            <a:ext cx="873400" cy="65580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2" name="Google Shape;87;p14">
            <a:extLst>
              <a:ext uri="{FF2B5EF4-FFF2-40B4-BE49-F238E27FC236}">
                <a16:creationId xmlns:a16="http://schemas.microsoft.com/office/drawing/2014/main" id="{33053811-EC6E-4AE8-87CB-77F30CAB5657}"/>
              </a:ext>
            </a:extLst>
          </p:cNvPr>
          <p:cNvSpPr/>
          <p:nvPr/>
        </p:nvSpPr>
        <p:spPr>
          <a:xfrm>
            <a:off x="5014311" y="1694844"/>
            <a:ext cx="895506" cy="11166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6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Brake Calipers</a:t>
            </a:r>
          </a:p>
        </p:txBody>
      </p:sp>
      <p:sp>
        <p:nvSpPr>
          <p:cNvPr id="13" name="Google Shape;86;p14">
            <a:extLst>
              <a:ext uri="{FF2B5EF4-FFF2-40B4-BE49-F238E27FC236}">
                <a16:creationId xmlns:a16="http://schemas.microsoft.com/office/drawing/2014/main" id="{71D5D494-6958-4E8D-90CF-F743362487E0}"/>
              </a:ext>
            </a:extLst>
          </p:cNvPr>
          <p:cNvSpPr/>
          <p:nvPr/>
        </p:nvSpPr>
        <p:spPr>
          <a:xfrm>
            <a:off x="6491969" y="1686603"/>
            <a:ext cx="1021484" cy="173744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7F6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Tyres</a:t>
            </a:r>
          </a:p>
        </p:txBody>
      </p:sp>
      <p:sp>
        <p:nvSpPr>
          <p:cNvPr id="14" name="Google Shape;84;p14">
            <a:extLst>
              <a:ext uri="{FF2B5EF4-FFF2-40B4-BE49-F238E27FC236}">
                <a16:creationId xmlns:a16="http://schemas.microsoft.com/office/drawing/2014/main" id="{12033BD7-97C4-40F8-89F5-18DF31B6624D}"/>
              </a:ext>
            </a:extLst>
          </p:cNvPr>
          <p:cNvSpPr/>
          <p:nvPr/>
        </p:nvSpPr>
        <p:spPr>
          <a:xfrm>
            <a:off x="3574666" y="1688752"/>
            <a:ext cx="895506" cy="1128787"/>
          </a:xfrm>
          <a:prstGeom prst="rect">
            <a:avLst/>
          </a:prstGeom>
          <a:solidFill>
            <a:srgbClr val="EAD1DC"/>
          </a:solidFill>
          <a:ln w="1905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Pedal</a:t>
            </a:r>
            <a:endParaRPr sz="12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88;p14">
            <a:extLst>
              <a:ext uri="{FF2B5EF4-FFF2-40B4-BE49-F238E27FC236}">
                <a16:creationId xmlns:a16="http://schemas.microsoft.com/office/drawing/2014/main" id="{F590E84A-E541-4798-A692-563A42C0A4B3}"/>
              </a:ext>
            </a:extLst>
          </p:cNvPr>
          <p:cNvSpPr/>
          <p:nvPr/>
        </p:nvSpPr>
        <p:spPr>
          <a:xfrm>
            <a:off x="6104388" y="3545597"/>
            <a:ext cx="1025214" cy="10579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>
            <a:solidFill>
              <a:srgbClr val="2012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Vehicle State Calculator</a:t>
            </a:r>
            <a:endParaRPr sz="11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89;p14">
            <a:extLst>
              <a:ext uri="{FF2B5EF4-FFF2-40B4-BE49-F238E27FC236}">
                <a16:creationId xmlns:a16="http://schemas.microsoft.com/office/drawing/2014/main" id="{2BE44979-37FE-4A78-8025-D2A36E8FB2FD}"/>
              </a:ext>
            </a:extLst>
          </p:cNvPr>
          <p:cNvSpPr/>
          <p:nvPr/>
        </p:nvSpPr>
        <p:spPr>
          <a:xfrm>
            <a:off x="7993538" y="2414181"/>
            <a:ext cx="1025214" cy="1606895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sz="1200" b="1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105;p14">
            <a:extLst>
              <a:ext uri="{FF2B5EF4-FFF2-40B4-BE49-F238E27FC236}">
                <a16:creationId xmlns:a16="http://schemas.microsoft.com/office/drawing/2014/main" id="{27DE0634-2314-411E-BFD2-58CAA97F024E}"/>
              </a:ext>
            </a:extLst>
          </p:cNvPr>
          <p:cNvSpPr txBox="1"/>
          <p:nvPr/>
        </p:nvSpPr>
        <p:spPr>
          <a:xfrm>
            <a:off x="2717565" y="2462556"/>
            <a:ext cx="895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Pedal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Position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" name="Google Shape;92;p14">
            <a:extLst>
              <a:ext uri="{FF2B5EF4-FFF2-40B4-BE49-F238E27FC236}">
                <a16:creationId xmlns:a16="http://schemas.microsoft.com/office/drawing/2014/main" id="{B529A38A-1943-4FA6-B391-5550A87FC409}"/>
              </a:ext>
            </a:extLst>
          </p:cNvPr>
          <p:cNvCxnSpPr>
            <a:cxnSpLocks/>
          </p:cNvCxnSpPr>
          <p:nvPr/>
        </p:nvCxnSpPr>
        <p:spPr>
          <a:xfrm>
            <a:off x="3378367" y="2253144"/>
            <a:ext cx="196299" cy="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102;p14">
            <a:extLst>
              <a:ext uri="{FF2B5EF4-FFF2-40B4-BE49-F238E27FC236}">
                <a16:creationId xmlns:a16="http://schemas.microsoft.com/office/drawing/2014/main" id="{BC5214CB-B1CB-437A-8CF3-86DCF4D48BC4}"/>
              </a:ext>
            </a:extLst>
          </p:cNvPr>
          <p:cNvCxnSpPr>
            <a:cxnSpLocks/>
          </p:cNvCxnSpPr>
          <p:nvPr/>
        </p:nvCxnSpPr>
        <p:spPr>
          <a:xfrm flipV="1">
            <a:off x="3378367" y="2253144"/>
            <a:ext cx="0" cy="10092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92;p14">
            <a:extLst>
              <a:ext uri="{FF2B5EF4-FFF2-40B4-BE49-F238E27FC236}">
                <a16:creationId xmlns:a16="http://schemas.microsoft.com/office/drawing/2014/main" id="{B6484122-C526-4DDB-9393-718BFD593C32}"/>
              </a:ext>
            </a:extLst>
          </p:cNvPr>
          <p:cNvCxnSpPr>
            <a:cxnSpLocks/>
          </p:cNvCxnSpPr>
          <p:nvPr/>
        </p:nvCxnSpPr>
        <p:spPr>
          <a:xfrm>
            <a:off x="4469777" y="1923207"/>
            <a:ext cx="54453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92;p14">
            <a:extLst>
              <a:ext uri="{FF2B5EF4-FFF2-40B4-BE49-F238E27FC236}">
                <a16:creationId xmlns:a16="http://schemas.microsoft.com/office/drawing/2014/main" id="{028796FB-F7FB-4480-A27C-A41C25C51797}"/>
              </a:ext>
            </a:extLst>
          </p:cNvPr>
          <p:cNvCxnSpPr>
            <a:cxnSpLocks/>
          </p:cNvCxnSpPr>
          <p:nvPr/>
        </p:nvCxnSpPr>
        <p:spPr>
          <a:xfrm>
            <a:off x="4469777" y="2554803"/>
            <a:ext cx="54453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105;p14">
            <a:extLst>
              <a:ext uri="{FF2B5EF4-FFF2-40B4-BE49-F238E27FC236}">
                <a16:creationId xmlns:a16="http://schemas.microsoft.com/office/drawing/2014/main" id="{94F7EADE-FBAA-47BB-8872-7438B83C014C}"/>
              </a:ext>
            </a:extLst>
          </p:cNvPr>
          <p:cNvSpPr txBox="1"/>
          <p:nvPr/>
        </p:nvSpPr>
        <p:spPr>
          <a:xfrm>
            <a:off x="4294291" y="1534139"/>
            <a:ext cx="895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F. Line Tension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" name="Google Shape;105;p14">
            <a:extLst>
              <a:ext uri="{FF2B5EF4-FFF2-40B4-BE49-F238E27FC236}">
                <a16:creationId xmlns:a16="http://schemas.microsoft.com/office/drawing/2014/main" id="{2DE9CAF5-DB3F-4C4F-B9FF-E7D956FFB8AA}"/>
              </a:ext>
            </a:extLst>
          </p:cNvPr>
          <p:cNvSpPr txBox="1"/>
          <p:nvPr/>
        </p:nvSpPr>
        <p:spPr>
          <a:xfrm>
            <a:off x="4293673" y="2177112"/>
            <a:ext cx="895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R. Line Tension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" name="Google Shape;92;p14">
            <a:extLst>
              <a:ext uri="{FF2B5EF4-FFF2-40B4-BE49-F238E27FC236}">
                <a16:creationId xmlns:a16="http://schemas.microsoft.com/office/drawing/2014/main" id="{B9300355-1035-4A80-9529-60A6501008CC}"/>
              </a:ext>
            </a:extLst>
          </p:cNvPr>
          <p:cNvCxnSpPr>
            <a:cxnSpLocks/>
          </p:cNvCxnSpPr>
          <p:nvPr/>
        </p:nvCxnSpPr>
        <p:spPr>
          <a:xfrm>
            <a:off x="5909116" y="1923207"/>
            <a:ext cx="5825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92;p14">
            <a:extLst>
              <a:ext uri="{FF2B5EF4-FFF2-40B4-BE49-F238E27FC236}">
                <a16:creationId xmlns:a16="http://schemas.microsoft.com/office/drawing/2014/main" id="{8ECD35FB-0779-4DA0-9E7D-3888A47A833D}"/>
              </a:ext>
            </a:extLst>
          </p:cNvPr>
          <p:cNvCxnSpPr>
            <a:cxnSpLocks/>
          </p:cNvCxnSpPr>
          <p:nvPr/>
        </p:nvCxnSpPr>
        <p:spPr>
          <a:xfrm>
            <a:off x="5909116" y="2554803"/>
            <a:ext cx="5825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05;p14">
            <a:extLst>
              <a:ext uri="{FF2B5EF4-FFF2-40B4-BE49-F238E27FC236}">
                <a16:creationId xmlns:a16="http://schemas.microsoft.com/office/drawing/2014/main" id="{AE88A534-6DF0-4F59-8D9E-F1904B5FD35E}"/>
              </a:ext>
            </a:extLst>
          </p:cNvPr>
          <p:cNvSpPr txBox="1"/>
          <p:nvPr/>
        </p:nvSpPr>
        <p:spPr>
          <a:xfrm>
            <a:off x="5852957" y="1529241"/>
            <a:ext cx="69610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F. Braking Torque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05;p14">
            <a:extLst>
              <a:ext uri="{FF2B5EF4-FFF2-40B4-BE49-F238E27FC236}">
                <a16:creationId xmlns:a16="http://schemas.microsoft.com/office/drawing/2014/main" id="{6ED237C7-2F25-49CD-83ED-3CD8C679F5DB}"/>
              </a:ext>
            </a:extLst>
          </p:cNvPr>
          <p:cNvSpPr txBox="1"/>
          <p:nvPr/>
        </p:nvSpPr>
        <p:spPr>
          <a:xfrm>
            <a:off x="5742439" y="2173152"/>
            <a:ext cx="895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R. Braking Torque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" name="Google Shape;92;p14">
            <a:extLst>
              <a:ext uri="{FF2B5EF4-FFF2-40B4-BE49-F238E27FC236}">
                <a16:creationId xmlns:a16="http://schemas.microsoft.com/office/drawing/2014/main" id="{B86F9C5F-FA03-43A3-A93E-2DF33C763B66}"/>
              </a:ext>
            </a:extLst>
          </p:cNvPr>
          <p:cNvCxnSpPr>
            <a:cxnSpLocks/>
          </p:cNvCxnSpPr>
          <p:nvPr/>
        </p:nvCxnSpPr>
        <p:spPr>
          <a:xfrm>
            <a:off x="5549086" y="2924191"/>
            <a:ext cx="93888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92;p14">
            <a:extLst>
              <a:ext uri="{FF2B5EF4-FFF2-40B4-BE49-F238E27FC236}">
                <a16:creationId xmlns:a16="http://schemas.microsoft.com/office/drawing/2014/main" id="{68193EA2-3D52-43C3-9C9B-59D43C9E646C}"/>
              </a:ext>
            </a:extLst>
          </p:cNvPr>
          <p:cNvCxnSpPr>
            <a:cxnSpLocks/>
          </p:cNvCxnSpPr>
          <p:nvPr/>
        </p:nvCxnSpPr>
        <p:spPr>
          <a:xfrm>
            <a:off x="5761517" y="3090664"/>
            <a:ext cx="72645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92;p14">
            <a:extLst>
              <a:ext uri="{FF2B5EF4-FFF2-40B4-BE49-F238E27FC236}">
                <a16:creationId xmlns:a16="http://schemas.microsoft.com/office/drawing/2014/main" id="{F7960BD4-0657-4512-B789-032D9C1FE31B}"/>
              </a:ext>
            </a:extLst>
          </p:cNvPr>
          <p:cNvCxnSpPr>
            <a:cxnSpLocks/>
          </p:cNvCxnSpPr>
          <p:nvPr/>
        </p:nvCxnSpPr>
        <p:spPr>
          <a:xfrm>
            <a:off x="6076389" y="3257137"/>
            <a:ext cx="415277" cy="52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105;p14">
            <a:extLst>
              <a:ext uri="{FF2B5EF4-FFF2-40B4-BE49-F238E27FC236}">
                <a16:creationId xmlns:a16="http://schemas.microsoft.com/office/drawing/2014/main" id="{14E3F953-FFB8-4673-8D0C-BD650ECE8FB8}"/>
              </a:ext>
            </a:extLst>
          </p:cNvPr>
          <p:cNvSpPr txBox="1"/>
          <p:nvPr/>
        </p:nvSpPr>
        <p:spPr>
          <a:xfrm>
            <a:off x="5373199" y="4038078"/>
            <a:ext cx="8952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Velocity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105;p14">
            <a:extLst>
              <a:ext uri="{FF2B5EF4-FFF2-40B4-BE49-F238E27FC236}">
                <a16:creationId xmlns:a16="http://schemas.microsoft.com/office/drawing/2014/main" id="{B2A4EA22-A950-4417-87F1-74427C7EC9A8}"/>
              </a:ext>
            </a:extLst>
          </p:cNvPr>
          <p:cNvSpPr txBox="1"/>
          <p:nvPr/>
        </p:nvSpPr>
        <p:spPr>
          <a:xfrm>
            <a:off x="5523367" y="3548353"/>
            <a:ext cx="89520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Acc.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105;p14">
            <a:extLst>
              <a:ext uri="{FF2B5EF4-FFF2-40B4-BE49-F238E27FC236}">
                <a16:creationId xmlns:a16="http://schemas.microsoft.com/office/drawing/2014/main" id="{C2AAD3D4-F063-415C-A378-E7E619DD7C13}"/>
              </a:ext>
            </a:extLst>
          </p:cNvPr>
          <p:cNvSpPr txBox="1"/>
          <p:nvPr/>
        </p:nvSpPr>
        <p:spPr>
          <a:xfrm>
            <a:off x="7111326" y="4015642"/>
            <a:ext cx="74561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Frictional Force.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" name="Google Shape;102;p14">
            <a:extLst>
              <a:ext uri="{FF2B5EF4-FFF2-40B4-BE49-F238E27FC236}">
                <a16:creationId xmlns:a16="http://schemas.microsoft.com/office/drawing/2014/main" id="{62F1BF72-BA52-4A97-BBA8-3B85B1AAE604}"/>
              </a:ext>
            </a:extLst>
          </p:cNvPr>
          <p:cNvCxnSpPr>
            <a:cxnSpLocks/>
          </p:cNvCxnSpPr>
          <p:nvPr/>
        </p:nvCxnSpPr>
        <p:spPr>
          <a:xfrm flipH="1">
            <a:off x="7517467" y="3226018"/>
            <a:ext cx="14818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102;p14">
            <a:extLst>
              <a:ext uri="{FF2B5EF4-FFF2-40B4-BE49-F238E27FC236}">
                <a16:creationId xmlns:a16="http://schemas.microsoft.com/office/drawing/2014/main" id="{1728F158-F549-42F1-942D-FFCC25F9F5BD}"/>
              </a:ext>
            </a:extLst>
          </p:cNvPr>
          <p:cNvCxnSpPr>
            <a:cxnSpLocks/>
          </p:cNvCxnSpPr>
          <p:nvPr/>
        </p:nvCxnSpPr>
        <p:spPr>
          <a:xfrm flipV="1">
            <a:off x="7665655" y="3226019"/>
            <a:ext cx="0" cy="8429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92;p14">
            <a:extLst>
              <a:ext uri="{FF2B5EF4-FFF2-40B4-BE49-F238E27FC236}">
                <a16:creationId xmlns:a16="http://schemas.microsoft.com/office/drawing/2014/main" id="{46747B85-CE09-4DBC-9806-83A4AA53AEE2}"/>
              </a:ext>
            </a:extLst>
          </p:cNvPr>
          <p:cNvCxnSpPr>
            <a:cxnSpLocks/>
          </p:cNvCxnSpPr>
          <p:nvPr/>
        </p:nvCxnSpPr>
        <p:spPr>
          <a:xfrm flipH="1" flipV="1">
            <a:off x="7129602" y="4074569"/>
            <a:ext cx="536053" cy="13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102;p14">
            <a:extLst>
              <a:ext uri="{FF2B5EF4-FFF2-40B4-BE49-F238E27FC236}">
                <a16:creationId xmlns:a16="http://schemas.microsoft.com/office/drawing/2014/main" id="{148E96A1-8494-4E1B-9791-50F96906F945}"/>
              </a:ext>
            </a:extLst>
          </p:cNvPr>
          <p:cNvCxnSpPr>
            <a:cxnSpLocks/>
          </p:cNvCxnSpPr>
          <p:nvPr/>
        </p:nvCxnSpPr>
        <p:spPr>
          <a:xfrm>
            <a:off x="6080797" y="3486732"/>
            <a:ext cx="159153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102;p14">
            <a:extLst>
              <a:ext uri="{FF2B5EF4-FFF2-40B4-BE49-F238E27FC236}">
                <a16:creationId xmlns:a16="http://schemas.microsoft.com/office/drawing/2014/main" id="{9C53DD53-661B-40AB-A218-E6E88D54BA74}"/>
              </a:ext>
            </a:extLst>
          </p:cNvPr>
          <p:cNvCxnSpPr>
            <a:cxnSpLocks/>
          </p:cNvCxnSpPr>
          <p:nvPr/>
        </p:nvCxnSpPr>
        <p:spPr>
          <a:xfrm flipH="1" flipV="1">
            <a:off x="6080797" y="3264950"/>
            <a:ext cx="1" cy="2179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102;p14">
            <a:extLst>
              <a:ext uri="{FF2B5EF4-FFF2-40B4-BE49-F238E27FC236}">
                <a16:creationId xmlns:a16="http://schemas.microsoft.com/office/drawing/2014/main" id="{F0535080-0F4F-491D-B78E-5BA52BAF3047}"/>
              </a:ext>
            </a:extLst>
          </p:cNvPr>
          <p:cNvCxnSpPr>
            <a:cxnSpLocks/>
          </p:cNvCxnSpPr>
          <p:nvPr/>
        </p:nvCxnSpPr>
        <p:spPr>
          <a:xfrm flipV="1">
            <a:off x="5761517" y="3090664"/>
            <a:ext cx="0" cy="7045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102;p14">
            <a:extLst>
              <a:ext uri="{FF2B5EF4-FFF2-40B4-BE49-F238E27FC236}">
                <a16:creationId xmlns:a16="http://schemas.microsoft.com/office/drawing/2014/main" id="{BF52A61A-4A17-4C80-A5B2-9B3D925BDB28}"/>
              </a:ext>
            </a:extLst>
          </p:cNvPr>
          <p:cNvCxnSpPr>
            <a:cxnSpLocks/>
          </p:cNvCxnSpPr>
          <p:nvPr/>
        </p:nvCxnSpPr>
        <p:spPr>
          <a:xfrm>
            <a:off x="5761517" y="3795206"/>
            <a:ext cx="335033" cy="2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102;p14">
            <a:extLst>
              <a:ext uri="{FF2B5EF4-FFF2-40B4-BE49-F238E27FC236}">
                <a16:creationId xmlns:a16="http://schemas.microsoft.com/office/drawing/2014/main" id="{EB2CDCE8-548F-493E-85DE-AB5EA366E0A4}"/>
              </a:ext>
            </a:extLst>
          </p:cNvPr>
          <p:cNvCxnSpPr>
            <a:cxnSpLocks/>
          </p:cNvCxnSpPr>
          <p:nvPr/>
        </p:nvCxnSpPr>
        <p:spPr>
          <a:xfrm>
            <a:off x="5549086" y="4327483"/>
            <a:ext cx="54746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102;p14">
            <a:extLst>
              <a:ext uri="{FF2B5EF4-FFF2-40B4-BE49-F238E27FC236}">
                <a16:creationId xmlns:a16="http://schemas.microsoft.com/office/drawing/2014/main" id="{C7C22079-54AD-4ACF-B472-A5DD21E81B59}"/>
              </a:ext>
            </a:extLst>
          </p:cNvPr>
          <p:cNvCxnSpPr>
            <a:cxnSpLocks/>
          </p:cNvCxnSpPr>
          <p:nvPr/>
        </p:nvCxnSpPr>
        <p:spPr>
          <a:xfrm flipV="1">
            <a:off x="5541873" y="2929935"/>
            <a:ext cx="4731" cy="14015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3" name="Google Shape;112;p14" descr="Diagram, engineering drawing&#10;&#10;Description automatically generated">
            <a:extLst>
              <a:ext uri="{FF2B5EF4-FFF2-40B4-BE49-F238E27FC236}">
                <a16:creationId xmlns:a16="http://schemas.microsoft.com/office/drawing/2014/main" id="{79F17E45-5029-4592-8017-41116482FD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11621"/>
          <a:stretch/>
        </p:blipFill>
        <p:spPr>
          <a:xfrm>
            <a:off x="6156678" y="3605170"/>
            <a:ext cx="936287" cy="519453"/>
          </a:xfrm>
          <a:prstGeom prst="rect">
            <a:avLst/>
          </a:prstGeom>
          <a:noFill/>
          <a:ln w="9525" cap="flat" cmpd="sng">
            <a:solidFill>
              <a:srgbClr val="252525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4" name="Google Shape;92;p14">
            <a:extLst>
              <a:ext uri="{FF2B5EF4-FFF2-40B4-BE49-F238E27FC236}">
                <a16:creationId xmlns:a16="http://schemas.microsoft.com/office/drawing/2014/main" id="{56C7DA4E-B684-4835-93F2-2F3F199AFB79}"/>
              </a:ext>
            </a:extLst>
          </p:cNvPr>
          <p:cNvCxnSpPr>
            <a:cxnSpLocks/>
          </p:cNvCxnSpPr>
          <p:nvPr/>
        </p:nvCxnSpPr>
        <p:spPr>
          <a:xfrm>
            <a:off x="7502705" y="2634787"/>
            <a:ext cx="4694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92;p14">
            <a:extLst>
              <a:ext uri="{FF2B5EF4-FFF2-40B4-BE49-F238E27FC236}">
                <a16:creationId xmlns:a16="http://schemas.microsoft.com/office/drawing/2014/main" id="{88E0730D-B822-4AD0-BE65-CA5AAB6B2F64}"/>
              </a:ext>
            </a:extLst>
          </p:cNvPr>
          <p:cNvCxnSpPr>
            <a:cxnSpLocks/>
          </p:cNvCxnSpPr>
          <p:nvPr/>
        </p:nvCxnSpPr>
        <p:spPr>
          <a:xfrm>
            <a:off x="7672331" y="3226018"/>
            <a:ext cx="29981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Google Shape;105;p14">
            <a:extLst>
              <a:ext uri="{FF2B5EF4-FFF2-40B4-BE49-F238E27FC236}">
                <a16:creationId xmlns:a16="http://schemas.microsoft.com/office/drawing/2014/main" id="{1EA4CFEE-5F62-4244-9AA1-E181E4B0FBFA}"/>
              </a:ext>
            </a:extLst>
          </p:cNvPr>
          <p:cNvSpPr txBox="1"/>
          <p:nvPr/>
        </p:nvSpPr>
        <p:spPr>
          <a:xfrm>
            <a:off x="7276651" y="2231738"/>
            <a:ext cx="8952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Slip</a:t>
            </a:r>
          </a:p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Ratio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" name="Google Shape;102;p14">
            <a:extLst>
              <a:ext uri="{FF2B5EF4-FFF2-40B4-BE49-F238E27FC236}">
                <a16:creationId xmlns:a16="http://schemas.microsoft.com/office/drawing/2014/main" id="{AEC0251F-CB9F-4850-8925-EB43FCD71F0E}"/>
              </a:ext>
            </a:extLst>
          </p:cNvPr>
          <p:cNvCxnSpPr>
            <a:cxnSpLocks/>
          </p:cNvCxnSpPr>
          <p:nvPr/>
        </p:nvCxnSpPr>
        <p:spPr>
          <a:xfrm>
            <a:off x="7502705" y="2156909"/>
            <a:ext cx="66914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102;p14">
            <a:extLst>
              <a:ext uri="{FF2B5EF4-FFF2-40B4-BE49-F238E27FC236}">
                <a16:creationId xmlns:a16="http://schemas.microsoft.com/office/drawing/2014/main" id="{042B85DB-2248-4270-8D28-788D42FBF554}"/>
              </a:ext>
            </a:extLst>
          </p:cNvPr>
          <p:cNvCxnSpPr>
            <a:cxnSpLocks/>
          </p:cNvCxnSpPr>
          <p:nvPr/>
        </p:nvCxnSpPr>
        <p:spPr>
          <a:xfrm>
            <a:off x="7502705" y="1923207"/>
            <a:ext cx="12041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92;p14">
            <a:extLst>
              <a:ext uri="{FF2B5EF4-FFF2-40B4-BE49-F238E27FC236}">
                <a16:creationId xmlns:a16="http://schemas.microsoft.com/office/drawing/2014/main" id="{4C678E60-52D8-48B9-ACBA-9262F47513AF}"/>
              </a:ext>
            </a:extLst>
          </p:cNvPr>
          <p:cNvCxnSpPr>
            <a:cxnSpLocks/>
          </p:cNvCxnSpPr>
          <p:nvPr/>
        </p:nvCxnSpPr>
        <p:spPr>
          <a:xfrm>
            <a:off x="8193245" y="2156909"/>
            <a:ext cx="0" cy="2572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92;p14">
            <a:extLst>
              <a:ext uri="{FF2B5EF4-FFF2-40B4-BE49-F238E27FC236}">
                <a16:creationId xmlns:a16="http://schemas.microsoft.com/office/drawing/2014/main" id="{3CB26844-E5A9-45B5-BEAC-7F56AFD17D78}"/>
              </a:ext>
            </a:extLst>
          </p:cNvPr>
          <p:cNvCxnSpPr>
            <a:cxnSpLocks/>
          </p:cNvCxnSpPr>
          <p:nvPr/>
        </p:nvCxnSpPr>
        <p:spPr>
          <a:xfrm>
            <a:off x="8706846" y="1923207"/>
            <a:ext cx="0" cy="4807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" name="Google Shape;105;p14">
            <a:extLst>
              <a:ext uri="{FF2B5EF4-FFF2-40B4-BE49-F238E27FC236}">
                <a16:creationId xmlns:a16="http://schemas.microsoft.com/office/drawing/2014/main" id="{D6D773C3-78FB-4F01-83BF-9D6DAEF93DA1}"/>
              </a:ext>
            </a:extLst>
          </p:cNvPr>
          <p:cNvSpPr txBox="1"/>
          <p:nvPr/>
        </p:nvSpPr>
        <p:spPr>
          <a:xfrm>
            <a:off x="7405938" y="1666225"/>
            <a:ext cx="1481001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Wheel Angular Velo.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" name="Google Shape;105;p14">
            <a:extLst>
              <a:ext uri="{FF2B5EF4-FFF2-40B4-BE49-F238E27FC236}">
                <a16:creationId xmlns:a16="http://schemas.microsoft.com/office/drawing/2014/main" id="{774DC8F0-4981-452A-B675-DD1F060C9653}"/>
              </a:ext>
            </a:extLst>
          </p:cNvPr>
          <p:cNvSpPr txBox="1"/>
          <p:nvPr/>
        </p:nvSpPr>
        <p:spPr>
          <a:xfrm>
            <a:off x="7473424" y="1900578"/>
            <a:ext cx="1025214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900">
                <a:solidFill>
                  <a:srgbClr val="252525"/>
                </a:solidFill>
                <a:latin typeface="Lato"/>
                <a:ea typeface="Lato"/>
                <a:cs typeface="Lato"/>
                <a:sym typeface="Lato"/>
              </a:rPr>
              <a:t>Stopping Dist.</a:t>
            </a:r>
            <a:endParaRPr sz="900">
              <a:solidFill>
                <a:srgbClr val="25252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2650B7-8BC1-447A-82ED-225A32FE845B}"/>
              </a:ext>
            </a:extLst>
          </p:cNvPr>
          <p:cNvSpPr txBox="1"/>
          <p:nvPr/>
        </p:nvSpPr>
        <p:spPr>
          <a:xfrm>
            <a:off x="320180" y="4947322"/>
            <a:ext cx="1167299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chemeClr val="accent5">
                    <a:lumMod val="75000"/>
                  </a:schemeClr>
                </a:solidFill>
                <a:latin typeface="Lato"/>
                <a:ea typeface="Lato"/>
                <a:cs typeface="Lato"/>
              </a:rPr>
              <a:t>Outcome:</a:t>
            </a:r>
          </a:p>
          <a:p>
            <a:r>
              <a:rPr lang="en-US" sz="600" b="1">
                <a:solidFill>
                  <a:schemeClr val="accent5">
                    <a:lumMod val="75000"/>
                  </a:schemeClr>
                </a:solidFill>
                <a:latin typeface="Lato"/>
                <a:ea typeface="Lato"/>
                <a:cs typeface="Lato"/>
              </a:rPr>
              <a:t>   </a:t>
            </a:r>
            <a:endParaRPr lang="en-US" sz="1600" b="1">
              <a:solidFill>
                <a:schemeClr val="accent5">
                  <a:lumMod val="75000"/>
                </a:schemeClr>
              </a:solidFill>
              <a:latin typeface="Lato"/>
              <a:ea typeface="Lato"/>
              <a:cs typeface="Lato"/>
            </a:endParaRPr>
          </a:p>
          <a:p>
            <a:r>
              <a:rPr lang="en-US" sz="1400">
                <a:latin typeface="Lato"/>
                <a:ea typeface="Lato"/>
                <a:cs typeface="Lato"/>
              </a:rPr>
              <a:t>Disc Brake System used on the front and rear </a:t>
            </a:r>
            <a:r>
              <a:rPr lang="en-US" sz="1400" err="1">
                <a:latin typeface="Lato"/>
                <a:ea typeface="Lato"/>
                <a:cs typeface="Lato"/>
              </a:rPr>
              <a:t>tyres</a:t>
            </a:r>
            <a:endParaRPr lang="en-US" sz="1400">
              <a:latin typeface="Lato"/>
              <a:ea typeface="Lato"/>
              <a:cs typeface="Lato"/>
            </a:endParaRPr>
          </a:p>
          <a:p>
            <a:r>
              <a:rPr lang="en-US" sz="1400">
                <a:latin typeface="Lato"/>
                <a:ea typeface="Lato"/>
                <a:cs typeface="Lato"/>
              </a:rPr>
              <a:t>The</a:t>
            </a: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500" b="1">
                <a:solidFill>
                  <a:schemeClr val="accent5">
                    <a:lumMod val="75000"/>
                  </a:schemeClr>
                </a:solidFill>
                <a:latin typeface="Lato"/>
                <a:ea typeface="Lato"/>
                <a:cs typeface="Lato"/>
              </a:rPr>
              <a:t>Tyre-slip model</a:t>
            </a: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</a:rPr>
              <a:t> has been used to finalize the </a:t>
            </a:r>
            <a:r>
              <a:rPr lang="en-US" sz="1500" b="1">
                <a:solidFill>
                  <a:schemeClr val="accent5">
                    <a:lumMod val="75000"/>
                  </a:schemeClr>
                </a:solidFill>
                <a:latin typeface="Lato"/>
                <a:ea typeface="Lato"/>
                <a:cs typeface="Lato"/>
              </a:rPr>
              <a:t>Brake Bias</a:t>
            </a: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</a:rPr>
              <a:t> to get maximum braking force before the traction is lost</a:t>
            </a:r>
          </a:p>
          <a:p>
            <a:r>
              <a:rPr lang="en-US" sz="1400">
                <a:latin typeface="Lato"/>
                <a:ea typeface="Lato"/>
                <a:cs typeface="Lato"/>
              </a:rPr>
              <a:t>The</a:t>
            </a: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500" b="1">
                <a:solidFill>
                  <a:schemeClr val="accent5">
                    <a:lumMod val="75000"/>
                  </a:schemeClr>
                </a:solidFill>
                <a:latin typeface="Lato"/>
                <a:ea typeface="Lato"/>
                <a:cs typeface="Lato"/>
              </a:rPr>
              <a:t>Stopping distance </a:t>
            </a:r>
            <a:r>
              <a:rPr lang="en-US" sz="1400">
                <a:solidFill>
                  <a:srgbClr val="000000"/>
                </a:solidFill>
                <a:latin typeface="Lato"/>
                <a:ea typeface="Lato"/>
                <a:cs typeface="Lato"/>
              </a:rPr>
              <a:t>came out to be 205m with a max. retardation of 0.3 m/s2 achieved</a:t>
            </a:r>
          </a:p>
        </p:txBody>
      </p:sp>
      <p:sp>
        <p:nvSpPr>
          <p:cNvPr id="58" name="Google Shape;1675;p36">
            <a:extLst>
              <a:ext uri="{FF2B5EF4-FFF2-40B4-BE49-F238E27FC236}">
                <a16:creationId xmlns:a16="http://schemas.microsoft.com/office/drawing/2014/main" id="{EFBB8DC9-9C67-49F8-BEF6-8DE48E175018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Stopping Distance Calculation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59" name="Google Shape;1676;p36">
            <a:extLst>
              <a:ext uri="{FF2B5EF4-FFF2-40B4-BE49-F238E27FC236}">
                <a16:creationId xmlns:a16="http://schemas.microsoft.com/office/drawing/2014/main" id="{017584F5-4598-40F5-9A56-A5DB3913E015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60" name="Google Shape;1677;p36">
            <a:extLst>
              <a:ext uri="{FF2B5EF4-FFF2-40B4-BE49-F238E27FC236}">
                <a16:creationId xmlns:a16="http://schemas.microsoft.com/office/drawing/2014/main" id="{0F6FC9A4-5C97-4F17-A1C4-3C1C439427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Picture 79" descr="A picture containing black&#10;&#10;Description automatically generated">
            <a:extLst>
              <a:ext uri="{FF2B5EF4-FFF2-40B4-BE49-F238E27FC236}">
                <a16:creationId xmlns:a16="http://schemas.microsoft.com/office/drawing/2014/main" id="{CD127B03-8444-4C2E-9915-A041496223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944" y="1738221"/>
            <a:ext cx="524780" cy="587002"/>
          </a:xfrm>
          <a:prstGeom prst="rect">
            <a:avLst/>
          </a:prstGeom>
        </p:spPr>
      </p:pic>
      <p:pic>
        <p:nvPicPr>
          <p:cNvPr id="82" name="Picture 81" descr="A picture containing tool&#10;&#10;Description automatically generated">
            <a:extLst>
              <a:ext uri="{FF2B5EF4-FFF2-40B4-BE49-F238E27FC236}">
                <a16:creationId xmlns:a16="http://schemas.microsoft.com/office/drawing/2014/main" id="{60A56CF3-C489-4E9B-8C07-63F1806BE7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985" y="1737725"/>
            <a:ext cx="668043" cy="76982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E9B6422-DFFB-4955-9A74-BBB1F19D80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334" y="1804365"/>
            <a:ext cx="1490162" cy="111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2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F31467-AED1-4716-9E60-A90C2BA7B761}"/>
              </a:ext>
            </a:extLst>
          </p:cNvPr>
          <p:cNvSpPr txBox="1"/>
          <p:nvPr/>
        </p:nvSpPr>
        <p:spPr>
          <a:xfrm>
            <a:off x="0" y="3863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chemeClr val="bg1">
                    <a:lumMod val="85000"/>
                  </a:schemeClr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Driver Interface</a:t>
            </a:r>
          </a:p>
        </p:txBody>
      </p:sp>
      <p:sp>
        <p:nvSpPr>
          <p:cNvPr id="6" name="Google Shape;1675;p36">
            <a:extLst>
              <a:ext uri="{FF2B5EF4-FFF2-40B4-BE49-F238E27FC236}">
                <a16:creationId xmlns:a16="http://schemas.microsoft.com/office/drawing/2014/main" id="{25CBAB60-EC00-4287-A924-F53A11E53214}"/>
              </a:ext>
            </a:extLst>
          </p:cNvPr>
          <p:cNvSpPr txBox="1"/>
          <p:nvPr/>
        </p:nvSpPr>
        <p:spPr>
          <a:xfrm>
            <a:off x="7632243" y="752451"/>
            <a:ext cx="4559756" cy="407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IN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Dashboard/Digital Features</a:t>
            </a:r>
            <a:endParaRPr lang="e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7" name="Google Shape;1676;p36">
            <a:extLst>
              <a:ext uri="{FF2B5EF4-FFF2-40B4-BE49-F238E27FC236}">
                <a16:creationId xmlns:a16="http://schemas.microsoft.com/office/drawing/2014/main" id="{57A88912-7A06-4DC9-B84F-8C8DBEB27E1A}"/>
              </a:ext>
            </a:extLst>
          </p:cNvPr>
          <p:cNvSpPr/>
          <p:nvPr/>
        </p:nvSpPr>
        <p:spPr>
          <a:xfrm>
            <a:off x="7433170" y="752451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8" name="Google Shape;1677;p36">
            <a:extLst>
              <a:ext uri="{FF2B5EF4-FFF2-40B4-BE49-F238E27FC236}">
                <a16:creationId xmlns:a16="http://schemas.microsoft.com/office/drawing/2014/main" id="{303DD28D-3240-406E-89C6-A56D493AA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7432315" y="796671"/>
            <a:ext cx="360900" cy="3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F4C4FF-901B-48BD-8434-C7F96742BFCB}"/>
              </a:ext>
            </a:extLst>
          </p:cNvPr>
          <p:cNvSpPr txBox="1"/>
          <p:nvPr/>
        </p:nvSpPr>
        <p:spPr>
          <a:xfrm>
            <a:off x="-17673" y="1301506"/>
            <a:ext cx="5835156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Comfort to </a:t>
            </a:r>
            <a:r>
              <a:rPr lang="en-US" sz="1500" b="1" err="1">
                <a:solidFill>
                  <a:srgbClr val="595959"/>
                </a:solidFill>
                <a:latin typeface="Lato"/>
                <a:ea typeface="Lato"/>
                <a:cs typeface="Lato"/>
              </a:rPr>
              <a:t>maximise</a:t>
            </a: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 performance</a:t>
            </a:r>
          </a:p>
          <a:p>
            <a:pPr marL="285750" indent="-285750">
              <a:buFont typeface="Wingdings"/>
              <a:buChar char="ü"/>
            </a:pP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Maximum Mechanical Advantage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Optimal Field of View</a:t>
            </a:r>
          </a:p>
          <a:p>
            <a:pPr marL="285750" indent="-285750">
              <a:buFont typeface="Wingdings"/>
              <a:buChar char="ü"/>
            </a:pP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Safety against all possible outcomes</a:t>
            </a:r>
          </a:p>
          <a:p>
            <a:pPr marL="285750" indent="-285750">
              <a:buFont typeface="Wingdings"/>
              <a:buChar char="ü"/>
            </a:pPr>
            <a:r>
              <a:rPr lang="en-US" sz="1500" b="1">
                <a:solidFill>
                  <a:srgbClr val="595959"/>
                </a:solidFill>
                <a:latin typeface="Lato"/>
                <a:ea typeface="Lato"/>
                <a:cs typeface="Lato"/>
              </a:rPr>
              <a:t>Configured cockpit forces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6FCB5-C36A-4EC6-ACBD-34416559DE0A}"/>
              </a:ext>
            </a:extLst>
          </p:cNvPr>
          <p:cNvSpPr txBox="1"/>
          <p:nvPr/>
        </p:nvSpPr>
        <p:spPr>
          <a:xfrm>
            <a:off x="140524" y="5587128"/>
            <a:ext cx="363542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595959"/>
                </a:solidFill>
                <a:latin typeface="Lato"/>
                <a:ea typeface="Lato"/>
                <a:cs typeface="Lato"/>
              </a:rPr>
              <a:t>Literature was intensively studied and ideal ranges along with test result were used to set design target ranges for angles</a:t>
            </a:r>
          </a:p>
        </p:txBody>
      </p:sp>
      <p:sp>
        <p:nvSpPr>
          <p:cNvPr id="13" name="Google Shape;1675;p36">
            <a:extLst>
              <a:ext uri="{FF2B5EF4-FFF2-40B4-BE49-F238E27FC236}">
                <a16:creationId xmlns:a16="http://schemas.microsoft.com/office/drawing/2014/main" id="{BAA7BEE1-4895-4490-BC1A-426181972755}"/>
              </a:ext>
            </a:extLst>
          </p:cNvPr>
          <p:cNvSpPr txBox="1"/>
          <p:nvPr/>
        </p:nvSpPr>
        <p:spPr>
          <a:xfrm>
            <a:off x="-17673" y="756394"/>
            <a:ext cx="3951815" cy="4071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600" b="1">
                <a:solidFill>
                  <a:schemeClr val="bg2">
                    <a:lumMod val="20000"/>
                    <a:lumOff val="80000"/>
                  </a:schemeClr>
                </a:solidFill>
                <a:latin typeface="Lato"/>
                <a:ea typeface="Lato"/>
                <a:cs typeface="Lato"/>
              </a:rPr>
              <a:t>Driver Ergonomics</a:t>
            </a:r>
            <a:endParaRPr lang="en-IN" sz="1600" b="1">
              <a:solidFill>
                <a:schemeClr val="bg2">
                  <a:lumMod val="20000"/>
                  <a:lumOff val="80000"/>
                </a:schemeClr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sp>
        <p:nvSpPr>
          <p:cNvPr id="14" name="Google Shape;1676;p36">
            <a:extLst>
              <a:ext uri="{FF2B5EF4-FFF2-40B4-BE49-F238E27FC236}">
                <a16:creationId xmlns:a16="http://schemas.microsoft.com/office/drawing/2014/main" id="{B69DA02E-B58B-47BA-A9FA-3E0614A703B4}"/>
              </a:ext>
            </a:extLst>
          </p:cNvPr>
          <p:cNvSpPr/>
          <p:nvPr/>
        </p:nvSpPr>
        <p:spPr>
          <a:xfrm>
            <a:off x="3732956" y="755972"/>
            <a:ext cx="399000" cy="407100"/>
          </a:xfrm>
          <a:prstGeom prst="ellipse">
            <a:avLst/>
          </a:prstGeom>
          <a:solidFill>
            <a:srgbClr val="1A525A"/>
          </a:solidFill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BACA"/>
              </a:solidFill>
            </a:endParaRPr>
          </a:p>
        </p:txBody>
      </p:sp>
      <p:pic>
        <p:nvPicPr>
          <p:cNvPr id="15" name="Google Shape;1677;p36">
            <a:extLst>
              <a:ext uri="{FF2B5EF4-FFF2-40B4-BE49-F238E27FC236}">
                <a16:creationId xmlns:a16="http://schemas.microsoft.com/office/drawing/2014/main" id="{E709D272-504B-4638-AC2A-C4698B5CBE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956" t="10435" r="20375" b="11280"/>
          <a:stretch/>
        </p:blipFill>
        <p:spPr>
          <a:xfrm>
            <a:off x="3732101" y="800192"/>
            <a:ext cx="360900" cy="31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E5897EE3-ACB7-3236-5519-D2C567E27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127" y="1470339"/>
            <a:ext cx="3897745" cy="2716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735B75-5397-985C-A972-D19211851CB3}"/>
              </a:ext>
            </a:extLst>
          </p:cNvPr>
          <p:cNvSpPr txBox="1"/>
          <p:nvPr/>
        </p:nvSpPr>
        <p:spPr>
          <a:xfrm>
            <a:off x="7309767" y="4568863"/>
            <a:ext cx="466339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500">
                <a:latin typeface="Lato"/>
                <a:ea typeface="Lato"/>
                <a:cs typeface="Calibri"/>
              </a:rPr>
              <a:t>We have used a piece of magnet and hall sensor to measure speed and distance.</a:t>
            </a:r>
          </a:p>
          <a:p>
            <a:pPr marL="285750" indent="-285750">
              <a:buFont typeface="Arial"/>
              <a:buChar char="•"/>
            </a:pPr>
            <a:r>
              <a:rPr lang="en-US" sz="1500">
                <a:latin typeface="Lato"/>
                <a:ea typeface="Lato"/>
                <a:cs typeface="Calibri"/>
              </a:rPr>
              <a:t>Since it involves moving objects it is not possible to demonstrate the complete simulation so we have used logic state to interrupt the microcontroller. 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7348-0F2D-4658-97FD-298D18019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24" y="2633359"/>
            <a:ext cx="3084624" cy="29208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1FABE-F442-498C-9F26-3A43F82546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169" y="2637685"/>
            <a:ext cx="3662655" cy="29208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0726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76211-F1A8-4650-8789-10C5CDE8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42AF8E3-DC10-4863-83A2-2E61D6E9B161}"/>
              </a:ext>
            </a:extLst>
          </p:cNvPr>
          <p:cNvSpPr/>
          <p:nvPr/>
        </p:nvSpPr>
        <p:spPr>
          <a:xfrm>
            <a:off x="3972232" y="3052916"/>
            <a:ext cx="4247536" cy="75216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56351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revision>1</cp:revision>
  <dcterms:created xsi:type="dcterms:W3CDTF">2022-03-08T13:47:08Z</dcterms:created>
  <dcterms:modified xsi:type="dcterms:W3CDTF">2022-03-27T05:14:27Z</dcterms:modified>
</cp:coreProperties>
</file>